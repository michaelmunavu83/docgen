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4"/>
    <p:sldMasterId id="2147483810" r:id="rId5"/>
    <p:sldMasterId id="2147483865" r:id="rId6"/>
    <p:sldMasterId id="2147483750" r:id="rId7"/>
  </p:sldMasterIdLst>
  <p:notesMasterIdLst>
    <p:notesMasterId r:id="rId56"/>
  </p:notesMasterIdLst>
  <p:handoutMasterIdLst>
    <p:handoutMasterId r:id="rId57"/>
  </p:handoutMasterIdLst>
  <p:sldIdLst>
    <p:sldId id="373" r:id="rId8"/>
    <p:sldId id="374" r:id="rId9"/>
    <p:sldId id="375" r:id="rId10"/>
    <p:sldId id="376" r:id="rId11"/>
    <p:sldId id="381" r:id="rId12"/>
    <p:sldId id="380" r:id="rId13"/>
    <p:sldId id="362" r:id="rId14"/>
    <p:sldId id="383" r:id="rId15"/>
    <p:sldId id="365" r:id="rId16"/>
    <p:sldId id="366" r:id="rId17"/>
    <p:sldId id="377" r:id="rId18"/>
    <p:sldId id="357" r:id="rId19"/>
    <p:sldId id="378" r:id="rId20"/>
    <p:sldId id="382" r:id="rId21"/>
    <p:sldId id="262" r:id="rId22"/>
    <p:sldId id="261" r:id="rId23"/>
    <p:sldId id="263" r:id="rId24"/>
    <p:sldId id="266" r:id="rId25"/>
    <p:sldId id="267" r:id="rId26"/>
    <p:sldId id="275" r:id="rId27"/>
    <p:sldId id="276" r:id="rId28"/>
    <p:sldId id="278" r:id="rId29"/>
    <p:sldId id="279" r:id="rId30"/>
    <p:sldId id="280" r:id="rId31"/>
    <p:sldId id="281" r:id="rId32"/>
    <p:sldId id="286" r:id="rId33"/>
    <p:sldId id="285" r:id="rId34"/>
    <p:sldId id="287" r:id="rId35"/>
    <p:sldId id="288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392" r:id="rId45"/>
    <p:sldId id="393" r:id="rId46"/>
    <p:sldId id="354" r:id="rId47"/>
    <p:sldId id="355" r:id="rId48"/>
    <p:sldId id="356" r:id="rId49"/>
    <p:sldId id="367" r:id="rId50"/>
    <p:sldId id="368" r:id="rId51"/>
    <p:sldId id="369" r:id="rId52"/>
    <p:sldId id="370" r:id="rId53"/>
    <p:sldId id="371" r:id="rId54"/>
    <p:sldId id="372" r:id="rId55"/>
  </p:sldIdLst>
  <p:sldSz cx="9144000" cy="5143500" type="screen16x9"/>
  <p:notesSz cx="6858000" cy="9144000"/>
  <p:defaultTextStyle>
    <a:defPPr>
      <a:defRPr lang="en-US"/>
    </a:defPPr>
    <a:lvl1pPr marL="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5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6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7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3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7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43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3000" userDrawn="1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C49C02-4C42-B679-1A6A-33D572167A1F}" name="GS1" initials="GS1" userId="GS1" providerId="None"/>
  <p188:author id="{9F891B53-CFE8-AAE3-2F6D-94BBDF0B5B88}" name="AMY GROVE" initials="AG" userId="S::agrove@baileygp.com::6e5d84e4-a139-4dd7-93be-6c6b53c994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95B5"/>
    <a:srgbClr val="435D83"/>
    <a:srgbClr val="1750A3"/>
    <a:srgbClr val="123B76"/>
    <a:srgbClr val="B1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11A33-6DBF-F346-80B3-C38EABFB0254}" v="22" dt="2025-12-16T15:11:14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3" autoAdjust="0"/>
    <p:restoredTop sz="79326" autoAdjust="0"/>
  </p:normalViewPr>
  <p:slideViewPr>
    <p:cSldViewPr snapToGrid="0">
      <p:cViewPr>
        <p:scale>
          <a:sx n="110" d="100"/>
          <a:sy n="110" d="100"/>
        </p:scale>
        <p:origin x="1176" y="288"/>
      </p:cViewPr>
      <p:guideLst>
        <p:guide orient="horz" pos="1872"/>
        <p:guide pos="3000"/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5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13" d="100"/>
          <a:sy n="113" d="100"/>
        </p:scale>
        <p:origin x="4456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notesMaster" Target="notesMasters/notesMaster1.xml"/><Relationship Id="rId64" Type="http://schemas.microsoft.com/office/2018/10/relationships/authors" Target="author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WALLIS" userId="44530289-ccc7-4160-8871-34129518c892" providerId="ADAL" clId="{5396E9AE-3D8C-5B31-976A-641E45F1AB4B}"/>
    <pc:docChg chg="undo custSel addSld modSld sldOrd modMainMaster">
      <pc:chgData name="SAM WALLIS" userId="44530289-ccc7-4160-8871-34129518c892" providerId="ADAL" clId="{5396E9AE-3D8C-5B31-976A-641E45F1AB4B}" dt="2025-12-16T15:13:50.144" v="437" actId="790"/>
      <pc:docMkLst>
        <pc:docMk/>
      </pc:docMkLst>
      <pc:sldChg chg="addSp delSp modSp mod chgLayout">
        <pc:chgData name="SAM WALLIS" userId="44530289-ccc7-4160-8871-34129518c892" providerId="ADAL" clId="{5396E9AE-3D8C-5B31-976A-641E45F1AB4B}" dt="2025-12-16T15:11:35.200" v="410" actId="6264"/>
        <pc:sldMkLst>
          <pc:docMk/>
          <pc:sldMk cId="4224462604" sldId="261"/>
        </pc:sldMkLst>
        <pc:spChg chg="add del mod">
          <ac:chgData name="SAM WALLIS" userId="44530289-ccc7-4160-8871-34129518c892" providerId="ADAL" clId="{5396E9AE-3D8C-5B31-976A-641E45F1AB4B}" dt="2025-12-16T15:11:35.200" v="410" actId="6264"/>
          <ac:spMkLst>
            <pc:docMk/>
            <pc:sldMk cId="4224462604" sldId="261"/>
            <ac:spMk id="2" creationId="{64AD6DA1-70DC-31BD-884A-72B70D8AB87B}"/>
          </ac:spMkLst>
        </pc:spChg>
        <pc:spChg chg="mod ord">
          <ac:chgData name="SAM WALLIS" userId="44530289-ccc7-4160-8871-34129518c892" providerId="ADAL" clId="{5396E9AE-3D8C-5B31-976A-641E45F1AB4B}" dt="2025-12-16T15:11:35.200" v="410" actId="6264"/>
          <ac:spMkLst>
            <pc:docMk/>
            <pc:sldMk cId="4224462604" sldId="261"/>
            <ac:spMk id="3" creationId="{00000000-0000-0000-0000-000000000000}"/>
          </ac:spMkLst>
        </pc:spChg>
        <pc:spChg chg="add mod ord">
          <ac:chgData name="SAM WALLIS" userId="44530289-ccc7-4160-8871-34129518c892" providerId="ADAL" clId="{5396E9AE-3D8C-5B31-976A-641E45F1AB4B}" dt="2025-12-16T15:11:35.200" v="410" actId="6264"/>
          <ac:spMkLst>
            <pc:docMk/>
            <pc:sldMk cId="4224462604" sldId="261"/>
            <ac:spMk id="4" creationId="{5B273F9B-DB42-B157-9EFE-9A4916692C3A}"/>
          </ac:spMkLst>
        </pc:spChg>
        <pc:spChg chg="add del mod ord">
          <ac:chgData name="SAM WALLIS" userId="44530289-ccc7-4160-8871-34129518c892" providerId="ADAL" clId="{5396E9AE-3D8C-5B31-976A-641E45F1AB4B}" dt="2025-12-16T15:11:35.200" v="410" actId="6264"/>
          <ac:spMkLst>
            <pc:docMk/>
            <pc:sldMk cId="4224462604" sldId="261"/>
            <ac:spMk id="17" creationId="{6B0E82D3-A029-C9D5-7E54-8A02217EC3BD}"/>
          </ac:spMkLst>
        </pc:spChg>
        <pc:spChg chg="add del mod ord">
          <ac:chgData name="SAM WALLIS" userId="44530289-ccc7-4160-8871-34129518c892" providerId="ADAL" clId="{5396E9AE-3D8C-5B31-976A-641E45F1AB4B}" dt="2025-12-16T15:11:35.200" v="410" actId="6264"/>
          <ac:spMkLst>
            <pc:docMk/>
            <pc:sldMk cId="4224462604" sldId="261"/>
            <ac:spMk id="18" creationId="{63B5CC6C-F6BF-C0B0-5E59-A81D822A984C}"/>
          </ac:spMkLst>
        </pc:spChg>
      </pc:sldChg>
      <pc:sldChg chg="addSp delSp modSp add mod ord modClrScheme chgLayout modNotesTx">
        <pc:chgData name="SAM WALLIS" userId="44530289-ccc7-4160-8871-34129518c892" providerId="ADAL" clId="{5396E9AE-3D8C-5B31-976A-641E45F1AB4B}" dt="2025-12-16T15:13:50.144" v="437" actId="790"/>
        <pc:sldMkLst>
          <pc:docMk/>
          <pc:sldMk cId="3351510759" sldId="262"/>
        </pc:sldMkLst>
        <pc:spChg chg="add del mod">
          <ac:chgData name="SAM WALLIS" userId="44530289-ccc7-4160-8871-34129518c892" providerId="ADAL" clId="{5396E9AE-3D8C-5B31-976A-641E45F1AB4B}" dt="2025-12-16T14:53:07.709" v="344" actId="478"/>
          <ac:spMkLst>
            <pc:docMk/>
            <pc:sldMk cId="3351510759" sldId="262"/>
            <ac:spMk id="3" creationId="{F90A580B-DA53-C1E1-9E37-430185DDF42F}"/>
          </ac:spMkLst>
        </pc:spChg>
        <pc:spChg chg="mod ord">
          <ac:chgData name="SAM WALLIS" userId="44530289-ccc7-4160-8871-34129518c892" providerId="ADAL" clId="{5396E9AE-3D8C-5B31-976A-641E45F1AB4B}" dt="2025-12-16T14:53:02.568" v="342" actId="700"/>
          <ac:spMkLst>
            <pc:docMk/>
            <pc:sldMk cId="3351510759" sldId="262"/>
            <ac:spMk id="4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4:53:02.568" v="342" actId="700"/>
          <ac:spMkLst>
            <pc:docMk/>
            <pc:sldMk cId="3351510759" sldId="262"/>
            <ac:spMk id="5" creationId="{88BC2018-3F43-E1CC-1AFE-CBED951875CD}"/>
          </ac:spMkLst>
        </pc:spChg>
        <pc:spChg chg="add mod">
          <ac:chgData name="SAM WALLIS" userId="44530289-ccc7-4160-8871-34129518c892" providerId="ADAL" clId="{5396E9AE-3D8C-5B31-976A-641E45F1AB4B}" dt="2025-12-16T15:13:50.144" v="437" actId="790"/>
          <ac:spMkLst>
            <pc:docMk/>
            <pc:sldMk cId="3351510759" sldId="262"/>
            <ac:spMk id="6" creationId="{5984B46C-B281-5FA0-2ECB-A0FCBC04F0A4}"/>
          </ac:spMkLst>
        </pc:spChg>
        <pc:spChg chg="del mod ord">
          <ac:chgData name="SAM WALLIS" userId="44530289-ccc7-4160-8871-34129518c892" providerId="ADAL" clId="{5396E9AE-3D8C-5B31-976A-641E45F1AB4B}" dt="2025-12-16T14:53:06.500" v="343" actId="478"/>
          <ac:spMkLst>
            <pc:docMk/>
            <pc:sldMk cId="3351510759" sldId="262"/>
            <ac:spMk id="8" creationId="{28F25787-8447-6A08-D14D-37213F4E47EA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1:38.636" v="411" actId="6264"/>
        <pc:sldMkLst>
          <pc:docMk/>
          <pc:sldMk cId="4274656700" sldId="263"/>
        </pc:sldMkLst>
        <pc:spChg chg="add del mo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2" creationId="{D1B03B45-928C-45F3-E6B8-A022C3E15BD6}"/>
          </ac:spMkLst>
        </pc:spChg>
        <pc:spChg chg="add 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3" creationId="{4C9E1854-6C5C-C283-E08D-C2D13775ACC9}"/>
          </ac:spMkLst>
        </pc:spChg>
        <pc:spChg chg="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4" creationId="{00000000-0000-0000-0000-000000000000}"/>
          </ac:spMkLst>
        </pc:spChg>
        <pc:spChg chg="add 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5" creationId="{5DD40570-0D47-88BB-C279-C4311980F377}"/>
          </ac:spMkLst>
        </pc:spChg>
        <pc:spChg chg="add 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6" creationId="{D074E10D-09D5-D89A-4237-14178A65D956}"/>
          </ac:spMkLst>
        </pc:spChg>
        <pc:spChg chg="add del 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9" creationId="{D0EBA01F-F877-9084-7560-C0BAE74F4F2D}"/>
          </ac:spMkLst>
        </pc:spChg>
        <pc:spChg chg="add del 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10" creationId="{629A76A3-3F84-C195-18A4-A1701207D962}"/>
          </ac:spMkLst>
        </pc:spChg>
        <pc:spChg chg="add del 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11" creationId="{8C73BDFA-B008-9DB9-9BEB-F1EDF7DB7BF5}"/>
          </ac:spMkLst>
        </pc:spChg>
        <pc:spChg chg="add del mod ord">
          <ac:chgData name="SAM WALLIS" userId="44530289-ccc7-4160-8871-34129518c892" providerId="ADAL" clId="{5396E9AE-3D8C-5B31-976A-641E45F1AB4B}" dt="2025-12-16T15:11:38.636" v="411" actId="6264"/>
          <ac:spMkLst>
            <pc:docMk/>
            <pc:sldMk cId="4274656700" sldId="263"/>
            <ac:spMk id="12" creationId="{358D0DB6-A311-1B35-2AB8-D4B5DE8F46DE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1:40.372" v="412" actId="6264"/>
        <pc:sldMkLst>
          <pc:docMk/>
          <pc:sldMk cId="1491758521" sldId="266"/>
        </pc:sldMkLst>
        <pc:spChg chg="add del mo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2" creationId="{5ACA08E0-6F84-FEF1-D474-762017BD17C5}"/>
          </ac:spMkLst>
        </pc:spChg>
        <pc:spChg chg="add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3" creationId="{09156F26-708E-236B-56AF-6906F6DECA10}"/>
          </ac:spMkLst>
        </pc:spChg>
        <pc:spChg chg="add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4" creationId="{E19025BD-9E77-4249-E94B-AA0919CDC273}"/>
          </ac:spMkLst>
        </pc:spChg>
        <pc:spChg chg="add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5" creationId="{920B384A-164B-B1DE-48C5-36E7C4FC4A84}"/>
          </ac:spMkLst>
        </pc:spChg>
        <pc:spChg chg="add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6" creationId="{72CA3568-2939-78F3-CE0B-602E85E1BD99}"/>
          </ac:spMkLst>
        </pc:spChg>
        <pc:spChg chg="add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8" creationId="{C228592B-28B7-8252-ACB3-97A1F24A0F21}"/>
          </ac:spMkLst>
        </pc:spChg>
        <pc:spChg chg="del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11" creationId="{BE25FCAD-1EFA-5016-8067-FF983C382037}"/>
          </ac:spMkLst>
        </pc:spChg>
        <pc:spChg chg="add del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12" creationId="{DD86133C-1B9E-8C93-4A24-4B4C2DD112F5}"/>
          </ac:spMkLst>
        </pc:spChg>
        <pc:spChg chg="add del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17" creationId="{1B59B893-1038-E5A6-492F-C3303B257098}"/>
          </ac:spMkLst>
        </pc:spChg>
        <pc:spChg chg="add del mod ord">
          <ac:chgData name="SAM WALLIS" userId="44530289-ccc7-4160-8871-34129518c892" providerId="ADAL" clId="{5396E9AE-3D8C-5B31-976A-641E45F1AB4B}" dt="2025-12-16T15:11:40.372" v="412" actId="6264"/>
          <ac:spMkLst>
            <pc:docMk/>
            <pc:sldMk cId="1491758521" sldId="266"/>
            <ac:spMk id="22" creationId="{17F4FC0C-EB0D-7D7A-B4F8-682DEAAFC5EF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1:42.085" v="413" actId="6264"/>
        <pc:sldMkLst>
          <pc:docMk/>
          <pc:sldMk cId="1039950304" sldId="267"/>
        </pc:sldMkLst>
        <pc:spChg chg="mod ord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5" creationId="{00000000-0000-0000-0000-000000000000}"/>
          </ac:spMkLst>
        </pc:spChg>
        <pc:spChg chg="add mod ord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7" creationId="{AE783350-EBDB-0485-FFCB-A4AB921C9C34}"/>
          </ac:spMkLst>
        </pc:spChg>
        <pc:spChg chg="add mod ord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9" creationId="{0B441099-7A5C-48A0-9B96-A07886A778BC}"/>
          </ac:spMkLst>
        </pc:spChg>
        <pc:spChg chg="add mod ord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10" creationId="{8635A95F-EB53-6CEA-C4C1-91B75FE9887B}"/>
          </ac:spMkLst>
        </pc:spChg>
        <pc:spChg chg="del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13" creationId="{41F6A7E6-59D6-5D92-338A-7500D51F5402}"/>
          </ac:spMkLst>
        </pc:spChg>
        <pc:spChg chg="add del mod ord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14" creationId="{DDDE8AB4-0790-4EF9-13A9-E6C4B73F6D49}"/>
          </ac:spMkLst>
        </pc:spChg>
        <pc:spChg chg="add del mod ord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15" creationId="{3D121714-1464-5CF9-14BA-B396E09F1FB3}"/>
          </ac:spMkLst>
        </pc:spChg>
        <pc:spChg chg="add del mod ord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16" creationId="{E30102A8-6EC6-93E3-601C-885C601A9652}"/>
          </ac:spMkLst>
        </pc:spChg>
        <pc:spChg chg="del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17" creationId="{B45822C1-3E4F-A117-5649-005F85E781AB}"/>
          </ac:spMkLst>
        </pc:spChg>
        <pc:spChg chg="add mod ord">
          <ac:chgData name="SAM WALLIS" userId="44530289-ccc7-4160-8871-34129518c892" providerId="ADAL" clId="{5396E9AE-3D8C-5B31-976A-641E45F1AB4B}" dt="2025-12-01T17:08:03.487" v="314" actId="6264"/>
          <ac:spMkLst>
            <pc:docMk/>
            <pc:sldMk cId="1039950304" sldId="267"/>
            <ac:spMk id="22" creationId="{1CF78092-1262-8013-0ACA-E5E82BF71036}"/>
          </ac:spMkLst>
        </pc:spChg>
        <pc:spChg chg="add mod ord">
          <ac:chgData name="SAM WALLIS" userId="44530289-ccc7-4160-8871-34129518c892" providerId="ADAL" clId="{5396E9AE-3D8C-5B31-976A-641E45F1AB4B}" dt="2025-12-01T17:08:03.487" v="314" actId="6264"/>
          <ac:spMkLst>
            <pc:docMk/>
            <pc:sldMk cId="1039950304" sldId="267"/>
            <ac:spMk id="23" creationId="{CCBFF8C6-E1D3-F48A-ABC2-61B42AD0341A}"/>
          </ac:spMkLst>
        </pc:spChg>
        <pc:spChg chg="del">
          <ac:chgData name="SAM WALLIS" userId="44530289-ccc7-4160-8871-34129518c892" providerId="ADAL" clId="{5396E9AE-3D8C-5B31-976A-641E45F1AB4B}" dt="2025-12-16T15:11:42.085" v="413" actId="6264"/>
          <ac:spMkLst>
            <pc:docMk/>
            <pc:sldMk cId="1039950304" sldId="267"/>
            <ac:spMk id="28" creationId="{73EAF96B-0F63-2D8C-C4A2-C3E5B8CBB6FD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1:43.810" v="414" actId="6264"/>
        <pc:sldMkLst>
          <pc:docMk/>
          <pc:sldMk cId="1136138370" sldId="275"/>
        </pc:sldMkLst>
        <pc:spChg chg="add del mo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2" creationId="{4C172157-AF0B-2C09-1F8E-0D5E8B34FF06}"/>
          </ac:spMkLst>
        </pc:spChg>
        <pc:spChg chg="mod or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4" creationId="{00000000-0000-0000-0000-000000000000}"/>
          </ac:spMkLst>
        </pc:spChg>
        <pc:spChg chg="add mod or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5" creationId="{05EBBFC9-E650-4ADB-07FC-B332B50D0978}"/>
          </ac:spMkLst>
        </pc:spChg>
        <pc:spChg chg="add mod or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6" creationId="{AB13A9B5-DA17-875C-170D-0C71E33C4FFE}"/>
          </ac:spMkLst>
        </pc:spChg>
        <pc:spChg chg="add mod or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9" creationId="{3296E80A-CA2E-67FB-3C5D-64AF7C197291}"/>
          </ac:spMkLst>
        </pc:spChg>
        <pc:spChg chg="add mod or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12" creationId="{0E7D52BE-2467-7D21-88E8-99797BC8E9C9}"/>
          </ac:spMkLst>
        </pc:spChg>
        <pc:spChg chg="add mod ord">
          <ac:chgData name="SAM WALLIS" userId="44530289-ccc7-4160-8871-34129518c892" providerId="ADAL" clId="{5396E9AE-3D8C-5B31-976A-641E45F1AB4B}" dt="2025-12-01T17:07:55.161" v="313" actId="6264"/>
          <ac:spMkLst>
            <pc:docMk/>
            <pc:sldMk cId="1136138370" sldId="275"/>
            <ac:spMk id="21" creationId="{D1F50844-A5DC-0E25-94F0-56A2345D0B35}"/>
          </ac:spMkLst>
        </pc:spChg>
        <pc:spChg chg="del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22" creationId="{597D0119-9909-0E2A-76DC-B0A773A1C652}"/>
          </ac:spMkLst>
        </pc:spChg>
        <pc:spChg chg="add del mod or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23" creationId="{13A118C4-1101-3287-F6EC-5403A0B5459A}"/>
          </ac:spMkLst>
        </pc:spChg>
        <pc:spChg chg="del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25" creationId="{2CAC7D44-DDE6-0952-E3B3-5B3E8A11A9C3}"/>
          </ac:spMkLst>
        </pc:spChg>
        <pc:spChg chg="add del mod ord">
          <ac:chgData name="SAM WALLIS" userId="44530289-ccc7-4160-8871-34129518c892" providerId="ADAL" clId="{5396E9AE-3D8C-5B31-976A-641E45F1AB4B}" dt="2025-12-16T15:11:43.810" v="414" actId="6264"/>
          <ac:spMkLst>
            <pc:docMk/>
            <pc:sldMk cId="1136138370" sldId="275"/>
            <ac:spMk id="26" creationId="{A59B0A9B-D3B9-51FA-0EE1-4750ACA9A2FF}"/>
          </ac:spMkLst>
        </pc:spChg>
        <pc:spChg chg="add mod ord">
          <ac:chgData name="SAM WALLIS" userId="44530289-ccc7-4160-8871-34129518c892" providerId="ADAL" clId="{5396E9AE-3D8C-5B31-976A-641E45F1AB4B}" dt="2025-12-01T17:07:55.161" v="313" actId="6264"/>
          <ac:spMkLst>
            <pc:docMk/>
            <pc:sldMk cId="1136138370" sldId="275"/>
            <ac:spMk id="27" creationId="{EF2E4FA4-09D3-469B-8D76-A7C58EDC0536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1:46.206" v="415" actId="6264"/>
        <pc:sldMkLst>
          <pc:docMk/>
          <pc:sldMk cId="4000887319" sldId="276"/>
        </pc:sldMkLst>
        <pc:spChg chg="add del mo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2" creationId="{A66BABDE-B29A-E555-2A19-BC87B52E3179}"/>
          </ac:spMkLst>
        </pc:spChg>
        <pc:spChg chg="add mod or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3" creationId="{6FC85B35-9ADD-2A31-D40C-32E8FAAE75CE}"/>
          </ac:spMkLst>
        </pc:spChg>
        <pc:spChg chg="mod or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4" creationId="{00000000-0000-0000-0000-000000000000}"/>
          </ac:spMkLst>
        </pc:spChg>
        <pc:spChg chg="add mod or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5" creationId="{EF8B6EC7-814B-13CB-5764-C5195825F111}"/>
          </ac:spMkLst>
        </pc:spChg>
        <pc:spChg chg="add mod or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6" creationId="{9E8ACA69-4015-AB0B-DDC3-5E81BFDA53A5}"/>
          </ac:spMkLst>
        </pc:spChg>
        <pc:spChg chg="add mod or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10" creationId="{D264262D-691B-FBC5-63C7-B844A3DF416D}"/>
          </ac:spMkLst>
        </pc:spChg>
        <pc:spChg chg="add mod ord">
          <ac:chgData name="SAM WALLIS" userId="44530289-ccc7-4160-8871-34129518c892" providerId="ADAL" clId="{5396E9AE-3D8C-5B31-976A-641E45F1AB4B}" dt="2025-12-01T17:07:47.739" v="312" actId="6264"/>
          <ac:spMkLst>
            <pc:docMk/>
            <pc:sldMk cId="4000887319" sldId="276"/>
            <ac:spMk id="17" creationId="{41384FC1-7CE4-B8EF-DDB4-1684D517DF01}"/>
          </ac:spMkLst>
        </pc:spChg>
        <pc:spChg chg="add mod ord">
          <ac:chgData name="SAM WALLIS" userId="44530289-ccc7-4160-8871-34129518c892" providerId="ADAL" clId="{5396E9AE-3D8C-5B31-976A-641E45F1AB4B}" dt="2025-12-01T17:07:47.739" v="312" actId="6264"/>
          <ac:spMkLst>
            <pc:docMk/>
            <pc:sldMk cId="4000887319" sldId="276"/>
            <ac:spMk id="19" creationId="{03DA658F-6E69-6C25-8982-2CEF11438A71}"/>
          </ac:spMkLst>
        </pc:spChg>
        <pc:spChg chg="add mod ord">
          <ac:chgData name="SAM WALLIS" userId="44530289-ccc7-4160-8871-34129518c892" providerId="ADAL" clId="{5396E9AE-3D8C-5B31-976A-641E45F1AB4B}" dt="2025-12-01T17:07:47.739" v="312" actId="6264"/>
          <ac:spMkLst>
            <pc:docMk/>
            <pc:sldMk cId="4000887319" sldId="276"/>
            <ac:spMk id="20" creationId="{F877E91A-7BFC-718C-8F2A-0A6E11DAA1A2}"/>
          </ac:spMkLst>
        </pc:spChg>
        <pc:spChg chg="del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21" creationId="{EA7F7CC8-9CE3-675B-18AF-FC35ABA28FAC}"/>
          </ac:spMkLst>
        </pc:spChg>
        <pc:spChg chg="del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22" creationId="{235FA948-A704-2B1E-81F0-F68B11184E61}"/>
          </ac:spMkLst>
        </pc:spChg>
        <pc:spChg chg="add del mod or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23" creationId="{935C3A84-8C3D-A2FA-9DB2-EF93C64FE62E}"/>
          </ac:spMkLst>
        </pc:spChg>
        <pc:spChg chg="add del mod ord">
          <ac:chgData name="SAM WALLIS" userId="44530289-ccc7-4160-8871-34129518c892" providerId="ADAL" clId="{5396E9AE-3D8C-5B31-976A-641E45F1AB4B}" dt="2025-12-16T15:11:46.206" v="415" actId="6264"/>
          <ac:spMkLst>
            <pc:docMk/>
            <pc:sldMk cId="4000887319" sldId="276"/>
            <ac:spMk id="28" creationId="{02AD9D77-F644-2B5D-1CAD-32B03AEAC011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1:49.293" v="416" actId="6264"/>
        <pc:sldMkLst>
          <pc:docMk/>
          <pc:sldMk cId="2277485084" sldId="278"/>
        </pc:sldMkLst>
        <pc:spChg chg="add del mo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2" creationId="{FDCAE4CE-AEB3-7B5F-4F37-5FFF6F63B4DA}"/>
          </ac:spMkLst>
        </pc:spChg>
        <pc:spChg chg="mod ord">
          <ac:chgData name="SAM WALLIS" userId="44530289-ccc7-4160-8871-34129518c892" providerId="ADAL" clId="{5396E9AE-3D8C-5B31-976A-641E45F1AB4B}" dt="2025-12-01T17:07:40.208" v="311" actId="6264"/>
          <ac:spMkLst>
            <pc:docMk/>
            <pc:sldMk cId="2277485084" sldId="278"/>
            <ac:spMk id="4" creationId="{00000000-0000-0000-0000-000000000000}"/>
          </ac:spMkLst>
        </pc:spChg>
        <pc:spChg chg="add mod or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5" creationId="{EB8863B3-042C-73E2-1DA3-C3336EBBF3A0}"/>
          </ac:spMkLst>
        </pc:spChg>
        <pc:spChg chg="add mod or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8" creationId="{8BBE237F-A0C6-3785-4BB5-1CBEB6E77AD2}"/>
          </ac:spMkLst>
        </pc:spChg>
        <pc:spChg chg="add mod or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10" creationId="{145DB69B-DFAD-6420-009F-78282E38D33D}"/>
          </ac:spMkLst>
        </pc:spChg>
        <pc:spChg chg="add mod or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11" creationId="{01EE8844-E3C6-BD39-24BB-93E3401C2DB7}"/>
          </ac:spMkLst>
        </pc:spChg>
        <pc:spChg chg="add del mod or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15" creationId="{30EB8C27-4E79-67E1-BA5C-91B542363AB0}"/>
          </ac:spMkLst>
        </pc:spChg>
        <pc:spChg chg="add del mod or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16" creationId="{06A31DB9-3C07-8BD2-15A9-41252C8101D8}"/>
          </ac:spMkLst>
        </pc:spChg>
        <pc:spChg chg="del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17" creationId="{46EEF740-C7AF-4A09-9CEC-F82B8189E91F}"/>
          </ac:spMkLst>
        </pc:spChg>
        <pc:spChg chg="add mod ord">
          <ac:chgData name="SAM WALLIS" userId="44530289-ccc7-4160-8871-34129518c892" providerId="ADAL" clId="{5396E9AE-3D8C-5B31-976A-641E45F1AB4B}" dt="2025-12-01T17:07:40.208" v="311" actId="6264"/>
          <ac:spMkLst>
            <pc:docMk/>
            <pc:sldMk cId="2277485084" sldId="278"/>
            <ac:spMk id="18" creationId="{765B6F52-7577-33E4-00B4-9FF68150A2C9}"/>
          </ac:spMkLst>
        </pc:spChg>
        <pc:spChg chg="add del mod ord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19" creationId="{D85686B1-F57C-8D50-9A46-7696E8F057FC}"/>
          </ac:spMkLst>
        </pc:spChg>
        <pc:spChg chg="add mod ord">
          <ac:chgData name="SAM WALLIS" userId="44530289-ccc7-4160-8871-34129518c892" providerId="ADAL" clId="{5396E9AE-3D8C-5B31-976A-641E45F1AB4B}" dt="2025-12-01T17:07:40.208" v="311" actId="6264"/>
          <ac:spMkLst>
            <pc:docMk/>
            <pc:sldMk cId="2277485084" sldId="278"/>
            <ac:spMk id="22" creationId="{2DDA5E14-84D1-E27F-BF9E-D52AD4078091}"/>
          </ac:spMkLst>
        </pc:spChg>
        <pc:spChg chg="add mod ord">
          <ac:chgData name="SAM WALLIS" userId="44530289-ccc7-4160-8871-34129518c892" providerId="ADAL" clId="{5396E9AE-3D8C-5B31-976A-641E45F1AB4B}" dt="2025-12-01T17:07:40.208" v="311" actId="6264"/>
          <ac:spMkLst>
            <pc:docMk/>
            <pc:sldMk cId="2277485084" sldId="278"/>
            <ac:spMk id="23" creationId="{EDDD7243-AD23-F47F-1C8A-4A48E09957A5}"/>
          </ac:spMkLst>
        </pc:spChg>
        <pc:spChg chg="del">
          <ac:chgData name="SAM WALLIS" userId="44530289-ccc7-4160-8871-34129518c892" providerId="ADAL" clId="{5396E9AE-3D8C-5B31-976A-641E45F1AB4B}" dt="2025-12-16T15:11:49.293" v="416" actId="6264"/>
          <ac:spMkLst>
            <pc:docMk/>
            <pc:sldMk cId="2277485084" sldId="278"/>
            <ac:spMk id="24" creationId="{0CC4DE92-54F1-4C0A-67BB-D422F05F4E34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1:51.451" v="417" actId="6264"/>
        <pc:sldMkLst>
          <pc:docMk/>
          <pc:sldMk cId="3628843900" sldId="279"/>
        </pc:sldMkLst>
        <pc:spChg chg="mod or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3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01T16:51:17.020" v="143" actId="6264"/>
          <ac:spMkLst>
            <pc:docMk/>
            <pc:sldMk cId="3628843900" sldId="279"/>
            <ac:spMk id="6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7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01T16:51:17.020" v="143" actId="6264"/>
          <ac:spMkLst>
            <pc:docMk/>
            <pc:sldMk cId="3628843900" sldId="279"/>
            <ac:spMk id="9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10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01T16:51:17.020" v="143" actId="6264"/>
          <ac:spMkLst>
            <pc:docMk/>
            <pc:sldMk cId="3628843900" sldId="279"/>
            <ac:spMk id="11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12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01T16:51:17.020" v="143" actId="6264"/>
          <ac:spMkLst>
            <pc:docMk/>
            <pc:sldMk cId="3628843900" sldId="279"/>
            <ac:spMk id="13" creationId="{00000000-0000-0000-0000-000000000000}"/>
          </ac:spMkLst>
        </pc:spChg>
        <pc:spChg chg="add del mo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18" creationId="{7A76C086-99AC-70C8-350B-8BDD2507EE68}"/>
          </ac:spMkLst>
        </pc:spChg>
        <pc:spChg chg="add del mo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28" creationId="{17218BD2-53DD-0F67-9A3C-6CCB511C060F}"/>
          </ac:spMkLst>
        </pc:spChg>
        <pc:spChg chg="add del mo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29" creationId="{DAE2857B-9F1C-B390-2DC4-7E270D3512B0}"/>
          </ac:spMkLst>
        </pc:spChg>
        <pc:spChg chg="add del mo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30" creationId="{1FD0CADB-6601-DA9F-89A1-1BAF027E96E4}"/>
          </ac:spMkLst>
        </pc:spChg>
        <pc:spChg chg="add del mo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32" creationId="{A9FD22A4-D3E3-0566-C56F-C434DB060D97}"/>
          </ac:spMkLst>
        </pc:spChg>
        <pc:spChg chg="add del mod">
          <ac:chgData name="SAM WALLIS" userId="44530289-ccc7-4160-8871-34129518c892" providerId="ADAL" clId="{5396E9AE-3D8C-5B31-976A-641E45F1AB4B}" dt="2025-12-16T15:11:51.451" v="417" actId="6264"/>
          <ac:spMkLst>
            <pc:docMk/>
            <pc:sldMk cId="3628843900" sldId="279"/>
            <ac:spMk id="33" creationId="{62AF71DD-31D9-B57B-654F-B38DFD060D96}"/>
          </ac:spMkLst>
        </pc:spChg>
        <pc:picChg chg="mod">
          <ac:chgData name="SAM WALLIS" userId="44530289-ccc7-4160-8871-34129518c892" providerId="ADAL" clId="{5396E9AE-3D8C-5B31-976A-641E45F1AB4B}" dt="2025-12-01T17:00:25.976" v="270" actId="962"/>
          <ac:picMkLst>
            <pc:docMk/>
            <pc:sldMk cId="3628843900" sldId="279"/>
            <ac:picMk id="16" creationId="{3DDF1C91-1EEA-FB66-A2F8-BB1A711D32A3}"/>
          </ac:picMkLst>
        </pc:picChg>
        <pc:picChg chg="mod">
          <ac:chgData name="SAM WALLIS" userId="44530289-ccc7-4160-8871-34129518c892" providerId="ADAL" clId="{5396E9AE-3D8C-5B31-976A-641E45F1AB4B}" dt="2025-12-01T17:00:10.400" v="264" actId="962"/>
          <ac:picMkLst>
            <pc:docMk/>
            <pc:sldMk cId="3628843900" sldId="279"/>
            <ac:picMk id="21" creationId="{00000000-0000-0000-0000-000000000000}"/>
          </ac:picMkLst>
        </pc:picChg>
        <pc:picChg chg="mod">
          <ac:chgData name="SAM WALLIS" userId="44530289-ccc7-4160-8871-34129518c892" providerId="ADAL" clId="{5396E9AE-3D8C-5B31-976A-641E45F1AB4B}" dt="2025-12-01T17:00:14.558" v="266" actId="962"/>
          <ac:picMkLst>
            <pc:docMk/>
            <pc:sldMk cId="3628843900" sldId="279"/>
            <ac:picMk id="23" creationId="{00000000-0000-0000-0000-000000000000}"/>
          </ac:picMkLst>
        </pc:picChg>
        <pc:picChg chg="mod">
          <ac:chgData name="SAM WALLIS" userId="44530289-ccc7-4160-8871-34129518c892" providerId="ADAL" clId="{5396E9AE-3D8C-5B31-976A-641E45F1AB4B}" dt="2025-12-01T17:00:22.366" v="268" actId="962"/>
          <ac:picMkLst>
            <pc:docMk/>
            <pc:sldMk cId="3628843900" sldId="279"/>
            <ac:picMk id="24" creationId="{00000000-0000-0000-0000-000000000000}"/>
          </ac:picMkLst>
        </pc:picChg>
      </pc:sldChg>
      <pc:sldChg chg="addSp delSp modSp mod chgLayout">
        <pc:chgData name="SAM WALLIS" userId="44530289-ccc7-4160-8871-34129518c892" providerId="ADAL" clId="{5396E9AE-3D8C-5B31-976A-641E45F1AB4B}" dt="2025-12-16T15:12:10.206" v="425" actId="6264"/>
        <pc:sldMkLst>
          <pc:docMk/>
          <pc:sldMk cId="3014684161" sldId="280"/>
        </pc:sldMkLst>
        <pc:spChg chg="add del mod">
          <ac:chgData name="SAM WALLIS" userId="44530289-ccc7-4160-8871-34129518c892" providerId="ADAL" clId="{5396E9AE-3D8C-5B31-976A-641E45F1AB4B}" dt="2025-12-16T15:11:53.610" v="418" actId="6264"/>
          <ac:spMkLst>
            <pc:docMk/>
            <pc:sldMk cId="3014684161" sldId="280"/>
            <ac:spMk id="2" creationId="{A131DFE4-1ED2-B266-03DD-03470E134644}"/>
          </ac:spMkLst>
        </pc:spChg>
        <pc:spChg chg="mod ord">
          <ac:chgData name="SAM WALLIS" userId="44530289-ccc7-4160-8871-34129518c892" providerId="ADAL" clId="{5396E9AE-3D8C-5B31-976A-641E45F1AB4B}" dt="2025-12-16T15:12:10.206" v="425" actId="6264"/>
          <ac:spMkLst>
            <pc:docMk/>
            <pc:sldMk cId="3014684161" sldId="280"/>
            <ac:spMk id="3" creationId="{00000000-0000-0000-0000-000000000000}"/>
          </ac:spMkLst>
        </pc:spChg>
        <pc:spChg chg="add del mod ord">
          <ac:chgData name="SAM WALLIS" userId="44530289-ccc7-4160-8871-34129518c892" providerId="ADAL" clId="{5396E9AE-3D8C-5B31-976A-641E45F1AB4B}" dt="2025-12-16T15:12:10.206" v="425" actId="6264"/>
          <ac:spMkLst>
            <pc:docMk/>
            <pc:sldMk cId="3014684161" sldId="280"/>
            <ac:spMk id="18" creationId="{65CDB9E5-3FD3-3D5C-8588-517EEA3BADA5}"/>
          </ac:spMkLst>
        </pc:spChg>
        <pc:spChg chg="add del mod">
          <ac:chgData name="SAM WALLIS" userId="44530289-ccc7-4160-8871-34129518c892" providerId="ADAL" clId="{5396E9AE-3D8C-5B31-976A-641E45F1AB4B}" dt="2025-12-16T15:12:10.206" v="425" actId="6264"/>
          <ac:spMkLst>
            <pc:docMk/>
            <pc:sldMk cId="3014684161" sldId="280"/>
            <ac:spMk id="19" creationId="{E15F0CC2-D94C-41C5-27FB-39148FADDD9A}"/>
          </ac:spMkLst>
        </pc:spChg>
        <pc:spChg chg="add mod ord">
          <ac:chgData name="SAM WALLIS" userId="44530289-ccc7-4160-8871-34129518c892" providerId="ADAL" clId="{5396E9AE-3D8C-5B31-976A-641E45F1AB4B}" dt="2025-12-16T15:12:10.206" v="425" actId="6264"/>
          <ac:spMkLst>
            <pc:docMk/>
            <pc:sldMk cId="3014684161" sldId="280"/>
            <ac:spMk id="20" creationId="{54C1866D-6C68-5B93-9914-2C2D5B872CB8}"/>
          </ac:spMkLst>
        </pc:spChg>
        <pc:spChg chg="add del mod ord">
          <ac:chgData name="SAM WALLIS" userId="44530289-ccc7-4160-8871-34129518c892" providerId="ADAL" clId="{5396E9AE-3D8C-5B31-976A-641E45F1AB4B}" dt="2025-12-16T15:11:53.610" v="418" actId="6264"/>
          <ac:spMkLst>
            <pc:docMk/>
            <pc:sldMk cId="3014684161" sldId="280"/>
            <ac:spMk id="23" creationId="{84026E9E-60B6-8487-2C51-D02AA94F87D2}"/>
          </ac:spMkLst>
        </pc:spChg>
        <pc:spChg chg="add del mod ord">
          <ac:chgData name="SAM WALLIS" userId="44530289-ccc7-4160-8871-34129518c892" providerId="ADAL" clId="{5396E9AE-3D8C-5B31-976A-641E45F1AB4B}" dt="2025-12-16T15:11:53.610" v="418" actId="6264"/>
          <ac:spMkLst>
            <pc:docMk/>
            <pc:sldMk cId="3014684161" sldId="280"/>
            <ac:spMk id="24" creationId="{8A70682E-D8D7-FC47-0AC3-0C64A83120C9}"/>
          </ac:spMkLst>
        </pc:spChg>
        <pc:grpChg chg="mod">
          <ac:chgData name="SAM WALLIS" userId="44530289-ccc7-4160-8871-34129518c892" providerId="ADAL" clId="{5396E9AE-3D8C-5B31-976A-641E45F1AB4B}" dt="2025-12-01T17:00:33.949" v="272" actId="962"/>
          <ac:grpSpMkLst>
            <pc:docMk/>
            <pc:sldMk cId="3014684161" sldId="280"/>
            <ac:grpSpMk id="4" creationId="{00000000-0000-0000-0000-000000000000}"/>
          </ac:grpSpMkLst>
        </pc:grpChg>
      </pc:sldChg>
      <pc:sldChg chg="addSp delSp modSp mod chgLayout">
        <pc:chgData name="SAM WALLIS" userId="44530289-ccc7-4160-8871-34129518c892" providerId="ADAL" clId="{5396E9AE-3D8C-5B31-976A-641E45F1AB4B}" dt="2025-12-16T15:12:08.527" v="424" actId="6264"/>
        <pc:sldMkLst>
          <pc:docMk/>
          <pc:sldMk cId="102347723" sldId="281"/>
        </pc:sldMkLst>
        <pc:spChg chg="mod ord">
          <ac:chgData name="SAM WALLIS" userId="44530289-ccc7-4160-8871-34129518c892" providerId="ADAL" clId="{5396E9AE-3D8C-5B31-976A-641E45F1AB4B}" dt="2025-12-16T15:12:08.527" v="424" actId="6264"/>
          <ac:spMkLst>
            <pc:docMk/>
            <pc:sldMk cId="102347723" sldId="281"/>
            <ac:spMk id="2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2:08.527" v="424" actId="6264"/>
          <ac:spMkLst>
            <pc:docMk/>
            <pc:sldMk cId="102347723" sldId="281"/>
            <ac:spMk id="3" creationId="{00000000-0000-0000-0000-000000000000}"/>
          </ac:spMkLst>
        </pc:spChg>
        <pc:spChg chg="add del mod">
          <ac:chgData name="SAM WALLIS" userId="44530289-ccc7-4160-8871-34129518c892" providerId="ADAL" clId="{5396E9AE-3D8C-5B31-976A-641E45F1AB4B}" dt="2025-12-16T15:11:56.062" v="419" actId="6264"/>
          <ac:spMkLst>
            <pc:docMk/>
            <pc:sldMk cId="102347723" sldId="281"/>
            <ac:spMk id="4" creationId="{8F52AD1C-A313-B49E-717A-5A30F3A33DC4}"/>
          </ac:spMkLst>
        </pc:spChg>
        <pc:spChg chg="add del mod">
          <ac:chgData name="SAM WALLIS" userId="44530289-ccc7-4160-8871-34129518c892" providerId="ADAL" clId="{5396E9AE-3D8C-5B31-976A-641E45F1AB4B}" dt="2025-12-16T15:11:56.062" v="419" actId="6264"/>
          <ac:spMkLst>
            <pc:docMk/>
            <pc:sldMk cId="102347723" sldId="281"/>
            <ac:spMk id="6" creationId="{EEA5A670-0679-B46C-6863-0F6ED574345A}"/>
          </ac:spMkLst>
        </pc:spChg>
        <pc:spChg chg="add del mod">
          <ac:chgData name="SAM WALLIS" userId="44530289-ccc7-4160-8871-34129518c892" providerId="ADAL" clId="{5396E9AE-3D8C-5B31-976A-641E45F1AB4B}" dt="2025-12-16T15:12:08.527" v="424" actId="6264"/>
          <ac:spMkLst>
            <pc:docMk/>
            <pc:sldMk cId="102347723" sldId="281"/>
            <ac:spMk id="7" creationId="{6E2AEB26-0220-2132-5935-6D9FFC82EDD0}"/>
          </ac:spMkLst>
        </pc:spChg>
        <pc:spChg chg="add del mod">
          <ac:chgData name="SAM WALLIS" userId="44530289-ccc7-4160-8871-34129518c892" providerId="ADAL" clId="{5396E9AE-3D8C-5B31-976A-641E45F1AB4B}" dt="2025-12-16T15:12:08.527" v="424" actId="6264"/>
          <ac:spMkLst>
            <pc:docMk/>
            <pc:sldMk cId="102347723" sldId="281"/>
            <ac:spMk id="8" creationId="{C7E3E2E2-0F7A-7CF1-DEF9-3EA3D567576F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2:00.570" v="420" actId="6264"/>
        <pc:sldMkLst>
          <pc:docMk/>
          <pc:sldMk cId="2111551417" sldId="285"/>
        </pc:sldMkLst>
        <pc:spChg chg="mod ord">
          <ac:chgData name="SAM WALLIS" userId="44530289-ccc7-4160-8871-34129518c892" providerId="ADAL" clId="{5396E9AE-3D8C-5B31-976A-641E45F1AB4B}" dt="2025-12-16T15:12:00.570" v="420" actId="6264"/>
          <ac:spMkLst>
            <pc:docMk/>
            <pc:sldMk cId="2111551417" sldId="285"/>
            <ac:spMk id="2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2:00.570" v="420" actId="6264"/>
          <ac:spMkLst>
            <pc:docMk/>
            <pc:sldMk cId="2111551417" sldId="285"/>
            <ac:spMk id="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67" v="173" actId="962"/>
          <ac:spMkLst>
            <pc:docMk/>
            <pc:sldMk cId="2111551417" sldId="285"/>
            <ac:spMk id="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75" v="176" actId="962"/>
          <ac:spMkLst>
            <pc:docMk/>
            <pc:sldMk cId="2111551417" sldId="285"/>
            <ac:spMk id="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77" v="177" actId="962"/>
          <ac:spMkLst>
            <pc:docMk/>
            <pc:sldMk cId="2111551417" sldId="285"/>
            <ac:spMk id="8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79" v="178" actId="962"/>
          <ac:spMkLst>
            <pc:docMk/>
            <pc:sldMk cId="2111551417" sldId="285"/>
            <ac:spMk id="9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80" v="179" actId="962"/>
          <ac:spMkLst>
            <pc:docMk/>
            <pc:sldMk cId="2111551417" sldId="285"/>
            <ac:spMk id="1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82" v="180" actId="962"/>
          <ac:spMkLst>
            <pc:docMk/>
            <pc:sldMk cId="2111551417" sldId="285"/>
            <ac:spMk id="11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85" v="181" actId="962"/>
          <ac:spMkLst>
            <pc:docMk/>
            <pc:sldMk cId="2111551417" sldId="285"/>
            <ac:spMk id="12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87" v="182" actId="962"/>
          <ac:spMkLst>
            <pc:docMk/>
            <pc:sldMk cId="2111551417" sldId="285"/>
            <ac:spMk id="1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90" v="183" actId="962"/>
          <ac:spMkLst>
            <pc:docMk/>
            <pc:sldMk cId="2111551417" sldId="285"/>
            <ac:spMk id="1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96" v="186" actId="962"/>
          <ac:spMkLst>
            <pc:docMk/>
            <pc:sldMk cId="2111551417" sldId="285"/>
            <ac:spMk id="2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2.998" v="187" actId="962"/>
          <ac:spMkLst>
            <pc:docMk/>
            <pc:sldMk cId="2111551417" sldId="285"/>
            <ac:spMk id="21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" v="188" actId="962"/>
          <ac:spMkLst>
            <pc:docMk/>
            <pc:sldMk cId="2111551417" sldId="285"/>
            <ac:spMk id="22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02" v="189" actId="962"/>
          <ac:spMkLst>
            <pc:docMk/>
            <pc:sldMk cId="2111551417" sldId="285"/>
            <ac:spMk id="2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04" v="190" actId="962"/>
          <ac:spMkLst>
            <pc:docMk/>
            <pc:sldMk cId="2111551417" sldId="285"/>
            <ac:spMk id="2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05" v="191" actId="962"/>
          <ac:spMkLst>
            <pc:docMk/>
            <pc:sldMk cId="2111551417" sldId="285"/>
            <ac:spMk id="2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07" v="192" actId="962"/>
          <ac:spMkLst>
            <pc:docMk/>
            <pc:sldMk cId="2111551417" sldId="285"/>
            <ac:spMk id="2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09" v="193" actId="962"/>
          <ac:spMkLst>
            <pc:docMk/>
            <pc:sldMk cId="2111551417" sldId="285"/>
            <ac:spMk id="3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14" v="196" actId="962"/>
          <ac:spMkLst>
            <pc:docMk/>
            <pc:sldMk cId="2111551417" sldId="285"/>
            <ac:spMk id="3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15" v="197" actId="962"/>
          <ac:spMkLst>
            <pc:docMk/>
            <pc:sldMk cId="2111551417" sldId="285"/>
            <ac:spMk id="3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17" v="198" actId="962"/>
          <ac:spMkLst>
            <pc:docMk/>
            <pc:sldMk cId="2111551417" sldId="285"/>
            <ac:spMk id="3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19" v="199" actId="962"/>
          <ac:spMkLst>
            <pc:docMk/>
            <pc:sldMk cId="2111551417" sldId="285"/>
            <ac:spMk id="3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20" v="200" actId="962"/>
          <ac:spMkLst>
            <pc:docMk/>
            <pc:sldMk cId="2111551417" sldId="285"/>
            <ac:spMk id="3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22" v="201" actId="962"/>
          <ac:spMkLst>
            <pc:docMk/>
            <pc:sldMk cId="2111551417" sldId="285"/>
            <ac:spMk id="38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23" v="202" actId="962"/>
          <ac:spMkLst>
            <pc:docMk/>
            <pc:sldMk cId="2111551417" sldId="285"/>
            <ac:spMk id="39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25" v="203" actId="962"/>
          <ac:spMkLst>
            <pc:docMk/>
            <pc:sldMk cId="2111551417" sldId="285"/>
            <ac:spMk id="4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29" v="206" actId="962"/>
          <ac:spMkLst>
            <pc:docMk/>
            <pc:sldMk cId="2111551417" sldId="285"/>
            <ac:spMk id="4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31" v="207" actId="962"/>
          <ac:spMkLst>
            <pc:docMk/>
            <pc:sldMk cId="2111551417" sldId="285"/>
            <ac:spMk id="4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32" v="208" actId="962"/>
          <ac:spMkLst>
            <pc:docMk/>
            <pc:sldMk cId="2111551417" sldId="285"/>
            <ac:spMk id="48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34" v="209" actId="962"/>
          <ac:spMkLst>
            <pc:docMk/>
            <pc:sldMk cId="2111551417" sldId="285"/>
            <ac:spMk id="49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36" v="210" actId="962"/>
          <ac:spMkLst>
            <pc:docMk/>
            <pc:sldMk cId="2111551417" sldId="285"/>
            <ac:spMk id="5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37" v="211" actId="962"/>
          <ac:spMkLst>
            <pc:docMk/>
            <pc:sldMk cId="2111551417" sldId="285"/>
            <ac:spMk id="51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39" v="212" actId="962"/>
          <ac:spMkLst>
            <pc:docMk/>
            <pc:sldMk cId="2111551417" sldId="285"/>
            <ac:spMk id="52" creationId="{00000000-0000-0000-0000-000000000000}"/>
          </ac:spMkLst>
        </pc:spChg>
        <pc:spChg chg="add del mod">
          <ac:chgData name="SAM WALLIS" userId="44530289-ccc7-4160-8871-34129518c892" providerId="ADAL" clId="{5396E9AE-3D8C-5B31-976A-641E45F1AB4B}" dt="2025-12-16T15:12:00.570" v="420" actId="6264"/>
          <ac:spMkLst>
            <pc:docMk/>
            <pc:sldMk cId="2111551417" sldId="285"/>
            <ac:spMk id="56" creationId="{CEBBD9E8-460F-0E81-D868-F1E964969A4E}"/>
          </ac:spMkLst>
        </pc:spChg>
        <pc:spChg chg="add del mod">
          <ac:chgData name="SAM WALLIS" userId="44530289-ccc7-4160-8871-34129518c892" providerId="ADAL" clId="{5396E9AE-3D8C-5B31-976A-641E45F1AB4B}" dt="2025-12-16T15:12:00.570" v="420" actId="6264"/>
          <ac:spMkLst>
            <pc:docMk/>
            <pc:sldMk cId="2111551417" sldId="285"/>
            <ac:spMk id="57" creationId="{76E1CAFE-ED2D-9A58-1533-600678C6B141}"/>
          </ac:spMkLst>
        </pc:spChg>
        <pc:grpChg chg="mod">
          <ac:chgData name="SAM WALLIS" userId="44530289-ccc7-4160-8871-34129518c892" providerId="ADAL" clId="{5396E9AE-3D8C-5B31-976A-641E45F1AB4B}" dt="2025-12-01T17:00:37.127" v="273" actId="962"/>
          <ac:grpSpMkLst>
            <pc:docMk/>
            <pc:sldMk cId="2111551417" sldId="285"/>
            <ac:grpSpMk id="14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37.958" v="274" actId="962"/>
          <ac:grpSpMkLst>
            <pc:docMk/>
            <pc:sldMk cId="2111551417" sldId="285"/>
            <ac:grpSpMk id="27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38.790" v="275" actId="962"/>
          <ac:grpSpMkLst>
            <pc:docMk/>
            <pc:sldMk cId="2111551417" sldId="285"/>
            <ac:grpSpMk id="40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0.090" v="276" actId="962"/>
          <ac:grpSpMkLst>
            <pc:docMk/>
            <pc:sldMk cId="2111551417" sldId="285"/>
            <ac:grpSpMk id="53" creationId="{00000000-0000-0000-0000-000000000000}"/>
          </ac:grpSpMkLst>
        </pc:grpChg>
        <pc:cxnChg chg="mod">
          <ac:chgData name="SAM WALLIS" userId="44530289-ccc7-4160-8871-34129518c892" providerId="ADAL" clId="{5396E9AE-3D8C-5B31-976A-641E45F1AB4B}" dt="2025-12-01T16:59:32.971" v="174" actId="962"/>
          <ac:cxnSpMkLst>
            <pc:docMk/>
            <pc:sldMk cId="2111551417" sldId="285"/>
            <ac:cxnSpMk id="5" creationId="{00000000-0000-0000-0000-000000000000}"/>
          </ac:cxnSpMkLst>
        </pc:cxnChg>
        <pc:cxnChg chg="mod">
          <ac:chgData name="SAM WALLIS" userId="44530289-ccc7-4160-8871-34129518c892" providerId="ADAL" clId="{5396E9AE-3D8C-5B31-976A-641E45F1AB4B}" dt="2025-12-01T16:59:32.973" v="175" actId="962"/>
          <ac:cxnSpMkLst>
            <pc:docMk/>
            <pc:sldMk cId="2111551417" sldId="285"/>
            <ac:cxnSpMk id="6" creationId="{00000000-0000-0000-0000-000000000000}"/>
          </ac:cxnSpMkLst>
        </pc:cxnChg>
        <pc:cxnChg chg="mod">
          <ac:chgData name="SAM WALLIS" userId="44530289-ccc7-4160-8871-34129518c892" providerId="ADAL" clId="{5396E9AE-3D8C-5B31-976A-641E45F1AB4B}" dt="2025-12-01T16:59:32.992" v="184" actId="962"/>
          <ac:cxnSpMkLst>
            <pc:docMk/>
            <pc:sldMk cId="2111551417" sldId="285"/>
            <ac:cxnSpMk id="18" creationId="{00000000-0000-0000-0000-000000000000}"/>
          </ac:cxnSpMkLst>
        </pc:cxnChg>
        <pc:cxnChg chg="mod">
          <ac:chgData name="SAM WALLIS" userId="44530289-ccc7-4160-8871-34129518c892" providerId="ADAL" clId="{5396E9AE-3D8C-5B31-976A-641E45F1AB4B}" dt="2025-12-01T16:59:32.994" v="185" actId="962"/>
          <ac:cxnSpMkLst>
            <pc:docMk/>
            <pc:sldMk cId="2111551417" sldId="285"/>
            <ac:cxnSpMk id="19" creationId="{00000000-0000-0000-0000-000000000000}"/>
          </ac:cxnSpMkLst>
        </pc:cxnChg>
        <pc:cxnChg chg="mod">
          <ac:chgData name="SAM WALLIS" userId="44530289-ccc7-4160-8871-34129518c892" providerId="ADAL" clId="{5396E9AE-3D8C-5B31-976A-641E45F1AB4B}" dt="2025-12-01T16:59:33.010" v="194" actId="962"/>
          <ac:cxnSpMkLst>
            <pc:docMk/>
            <pc:sldMk cId="2111551417" sldId="285"/>
            <ac:cxnSpMk id="31" creationId="{00000000-0000-0000-0000-000000000000}"/>
          </ac:cxnSpMkLst>
        </pc:cxnChg>
        <pc:cxnChg chg="mod">
          <ac:chgData name="SAM WALLIS" userId="44530289-ccc7-4160-8871-34129518c892" providerId="ADAL" clId="{5396E9AE-3D8C-5B31-976A-641E45F1AB4B}" dt="2025-12-01T16:59:33.012" v="195" actId="962"/>
          <ac:cxnSpMkLst>
            <pc:docMk/>
            <pc:sldMk cId="2111551417" sldId="285"/>
            <ac:cxnSpMk id="32" creationId="{00000000-0000-0000-0000-000000000000}"/>
          </ac:cxnSpMkLst>
        </pc:cxnChg>
        <pc:cxnChg chg="mod">
          <ac:chgData name="SAM WALLIS" userId="44530289-ccc7-4160-8871-34129518c892" providerId="ADAL" clId="{5396E9AE-3D8C-5B31-976A-641E45F1AB4B}" dt="2025-12-01T16:59:33.026" v="204" actId="962"/>
          <ac:cxnSpMkLst>
            <pc:docMk/>
            <pc:sldMk cId="2111551417" sldId="285"/>
            <ac:cxnSpMk id="44" creationId="{00000000-0000-0000-0000-000000000000}"/>
          </ac:cxnSpMkLst>
        </pc:cxnChg>
        <pc:cxnChg chg="mod">
          <ac:chgData name="SAM WALLIS" userId="44530289-ccc7-4160-8871-34129518c892" providerId="ADAL" clId="{5396E9AE-3D8C-5B31-976A-641E45F1AB4B}" dt="2025-12-01T16:59:33.028" v="205" actId="962"/>
          <ac:cxnSpMkLst>
            <pc:docMk/>
            <pc:sldMk cId="2111551417" sldId="285"/>
            <ac:cxnSpMk id="45" creationId="{00000000-0000-0000-0000-000000000000}"/>
          </ac:cxnSpMkLst>
        </pc:cxnChg>
      </pc:sldChg>
      <pc:sldChg chg="addSp delSp modSp mod chgLayout">
        <pc:chgData name="SAM WALLIS" userId="44530289-ccc7-4160-8871-34129518c892" providerId="ADAL" clId="{5396E9AE-3D8C-5B31-976A-641E45F1AB4B}" dt="2025-12-16T15:12:06.204" v="423" actId="6264"/>
        <pc:sldMkLst>
          <pc:docMk/>
          <pc:sldMk cId="3548863977" sldId="286"/>
        </pc:sldMkLst>
        <pc:spChg chg="mod ord">
          <ac:chgData name="SAM WALLIS" userId="44530289-ccc7-4160-8871-34129518c892" providerId="ADAL" clId="{5396E9AE-3D8C-5B31-976A-641E45F1AB4B}" dt="2025-12-16T15:12:06.204" v="423" actId="6264"/>
          <ac:spMkLst>
            <pc:docMk/>
            <pc:sldMk cId="3548863977" sldId="286"/>
            <ac:spMk id="2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2:06.204" v="423" actId="6264"/>
          <ac:spMkLst>
            <pc:docMk/>
            <pc:sldMk cId="3548863977" sldId="286"/>
            <ac:spMk id="3" creationId="{00000000-0000-0000-0000-000000000000}"/>
          </ac:spMkLst>
        </pc:spChg>
        <pc:spChg chg="add del mod">
          <ac:chgData name="SAM WALLIS" userId="44530289-ccc7-4160-8871-34129518c892" providerId="ADAL" clId="{5396E9AE-3D8C-5B31-976A-641E45F1AB4B}" dt="2025-12-16T15:12:06.204" v="423" actId="6264"/>
          <ac:spMkLst>
            <pc:docMk/>
            <pc:sldMk cId="3548863977" sldId="286"/>
            <ac:spMk id="4" creationId="{2052813B-87CF-5F49-11C1-5E7A62CCC944}"/>
          </ac:spMkLst>
        </pc:spChg>
        <pc:spChg chg="add del mod">
          <ac:chgData name="SAM WALLIS" userId="44530289-ccc7-4160-8871-34129518c892" providerId="ADAL" clId="{5396E9AE-3D8C-5B31-976A-641E45F1AB4B}" dt="2025-12-16T15:12:06.204" v="423" actId="6264"/>
          <ac:spMkLst>
            <pc:docMk/>
            <pc:sldMk cId="3548863977" sldId="286"/>
            <ac:spMk id="6" creationId="{A8356B9C-6FDB-3857-0296-19B81DC1CB6D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16T15:12:02.417" v="421" actId="6264"/>
        <pc:sldMkLst>
          <pc:docMk/>
          <pc:sldMk cId="2513386491" sldId="287"/>
        </pc:sldMkLst>
        <pc:spChg chg="mod ord">
          <ac:chgData name="SAM WALLIS" userId="44530289-ccc7-4160-8871-34129518c892" providerId="ADAL" clId="{5396E9AE-3D8C-5B31-976A-641E45F1AB4B}" dt="2025-12-16T15:12:02.417" v="421" actId="6264"/>
          <ac:spMkLst>
            <pc:docMk/>
            <pc:sldMk cId="2513386491" sldId="287"/>
            <ac:spMk id="2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2:02.417" v="421" actId="6264"/>
          <ac:spMkLst>
            <pc:docMk/>
            <pc:sldMk cId="2513386491" sldId="287"/>
            <ac:spMk id="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44" v="213" actId="962"/>
          <ac:spMkLst>
            <pc:docMk/>
            <pc:sldMk cId="2513386491" sldId="287"/>
            <ac:spMk id="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46" v="214" actId="962"/>
          <ac:spMkLst>
            <pc:docMk/>
            <pc:sldMk cId="2513386491" sldId="287"/>
            <ac:spMk id="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47" v="215" actId="962"/>
          <ac:spMkLst>
            <pc:docMk/>
            <pc:sldMk cId="2513386491" sldId="287"/>
            <ac:spMk id="1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49" v="216" actId="962"/>
          <ac:spMkLst>
            <pc:docMk/>
            <pc:sldMk cId="2513386491" sldId="287"/>
            <ac:spMk id="18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50" v="217" actId="962"/>
          <ac:spMkLst>
            <pc:docMk/>
            <pc:sldMk cId="2513386491" sldId="287"/>
            <ac:spMk id="3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52" v="218" actId="962"/>
          <ac:spMkLst>
            <pc:docMk/>
            <pc:sldMk cId="2513386491" sldId="287"/>
            <ac:spMk id="31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53" v="219" actId="962"/>
          <ac:spMkLst>
            <pc:docMk/>
            <pc:sldMk cId="2513386491" sldId="287"/>
            <ac:spMk id="4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54" v="220" actId="962"/>
          <ac:spMkLst>
            <pc:docMk/>
            <pc:sldMk cId="2513386491" sldId="287"/>
            <ac:spMk id="4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7:01:03.263" v="294" actId="1035"/>
          <ac:spMkLst>
            <pc:docMk/>
            <pc:sldMk cId="2513386491" sldId="287"/>
            <ac:spMk id="5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7:01:09.034" v="296" actId="1035"/>
          <ac:spMkLst>
            <pc:docMk/>
            <pc:sldMk cId="2513386491" sldId="287"/>
            <ac:spMk id="5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56" v="221" actId="962"/>
          <ac:spMkLst>
            <pc:docMk/>
            <pc:sldMk cId="2513386491" sldId="287"/>
            <ac:spMk id="5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57" v="222" actId="962"/>
          <ac:spMkLst>
            <pc:docMk/>
            <pc:sldMk cId="2513386491" sldId="287"/>
            <ac:spMk id="5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58" v="223" actId="962"/>
          <ac:spMkLst>
            <pc:docMk/>
            <pc:sldMk cId="2513386491" sldId="287"/>
            <ac:spMk id="58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0" v="224" actId="962"/>
          <ac:spMkLst>
            <pc:docMk/>
            <pc:sldMk cId="2513386491" sldId="287"/>
            <ac:spMk id="59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1" v="225" actId="962"/>
          <ac:spMkLst>
            <pc:docMk/>
            <pc:sldMk cId="2513386491" sldId="287"/>
            <ac:spMk id="6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3" v="226" actId="962"/>
          <ac:spMkLst>
            <pc:docMk/>
            <pc:sldMk cId="2513386491" sldId="287"/>
            <ac:spMk id="61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4" v="227" actId="962"/>
          <ac:spMkLst>
            <pc:docMk/>
            <pc:sldMk cId="2513386491" sldId="287"/>
            <ac:spMk id="62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5" v="228" actId="962"/>
          <ac:spMkLst>
            <pc:docMk/>
            <pc:sldMk cId="2513386491" sldId="287"/>
            <ac:spMk id="6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6" v="229" actId="962"/>
          <ac:spMkLst>
            <pc:docMk/>
            <pc:sldMk cId="2513386491" sldId="287"/>
            <ac:spMk id="6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8" v="230" actId="962"/>
          <ac:spMkLst>
            <pc:docMk/>
            <pc:sldMk cId="2513386491" sldId="287"/>
            <ac:spMk id="6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69" v="231" actId="962"/>
          <ac:spMkLst>
            <pc:docMk/>
            <pc:sldMk cId="2513386491" sldId="287"/>
            <ac:spMk id="6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71" v="232" actId="962"/>
          <ac:spMkLst>
            <pc:docMk/>
            <pc:sldMk cId="2513386491" sldId="287"/>
            <ac:spMk id="67" creationId="{00000000-0000-0000-0000-000000000000}"/>
          </ac:spMkLst>
        </pc:spChg>
        <pc:spChg chg="add del mod">
          <ac:chgData name="SAM WALLIS" userId="44530289-ccc7-4160-8871-34129518c892" providerId="ADAL" clId="{5396E9AE-3D8C-5B31-976A-641E45F1AB4B}" dt="2025-12-16T15:12:02.417" v="421" actId="6264"/>
          <ac:spMkLst>
            <pc:docMk/>
            <pc:sldMk cId="2513386491" sldId="287"/>
            <ac:spMk id="68" creationId="{EA811464-5D90-343C-809E-8B26E8C50E2D}"/>
          </ac:spMkLst>
        </pc:spChg>
        <pc:spChg chg="add del mod">
          <ac:chgData name="SAM WALLIS" userId="44530289-ccc7-4160-8871-34129518c892" providerId="ADAL" clId="{5396E9AE-3D8C-5B31-976A-641E45F1AB4B}" dt="2025-12-16T15:12:02.417" v="421" actId="6264"/>
          <ac:spMkLst>
            <pc:docMk/>
            <pc:sldMk cId="2513386491" sldId="287"/>
            <ac:spMk id="69" creationId="{C2185043-674A-439F-F654-A31BC67D211B}"/>
          </ac:spMkLst>
        </pc:spChg>
        <pc:grpChg chg="mod">
          <ac:chgData name="SAM WALLIS" userId="44530289-ccc7-4160-8871-34129518c892" providerId="ADAL" clId="{5396E9AE-3D8C-5B31-976A-641E45F1AB4B}" dt="2025-12-01T17:00:41.366" v="277" actId="962"/>
          <ac:grpSpMkLst>
            <pc:docMk/>
            <pc:sldMk cId="2513386491" sldId="287"/>
            <ac:grpSpMk id="6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2.434" v="278" actId="962"/>
          <ac:grpSpMkLst>
            <pc:docMk/>
            <pc:sldMk cId="2513386491" sldId="287"/>
            <ac:grpSpMk id="9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4.396" v="284" actId="962"/>
          <ac:grpSpMkLst>
            <pc:docMk/>
            <pc:sldMk cId="2513386491" sldId="287"/>
            <ac:grpSpMk id="12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3.628" v="281" actId="962"/>
          <ac:grpSpMkLst>
            <pc:docMk/>
            <pc:sldMk cId="2513386491" sldId="287"/>
            <ac:grpSpMk id="19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4.613" v="285" actId="962"/>
          <ac:grpSpMkLst>
            <pc:docMk/>
            <pc:sldMk cId="2513386491" sldId="287"/>
            <ac:grpSpMk id="22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5.661" v="286" actId="962"/>
          <ac:grpSpMkLst>
            <pc:docMk/>
            <pc:sldMk cId="2513386491" sldId="287"/>
            <ac:grpSpMk id="25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6.468" v="287" actId="962"/>
          <ac:grpSpMkLst>
            <pc:docMk/>
            <pc:sldMk cId="2513386491" sldId="287"/>
            <ac:grpSpMk id="32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6.991" v="288" actId="962"/>
          <ac:grpSpMkLst>
            <pc:docMk/>
            <pc:sldMk cId="2513386491" sldId="287"/>
            <ac:grpSpMk id="35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7.473" v="289" actId="962"/>
          <ac:grpSpMkLst>
            <pc:docMk/>
            <pc:sldMk cId="2513386491" sldId="287"/>
            <ac:grpSpMk id="38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8.244" v="290" actId="962"/>
          <ac:grpSpMkLst>
            <pc:docMk/>
            <pc:sldMk cId="2513386491" sldId="287"/>
            <ac:grpSpMk id="45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8.879" v="291" actId="962"/>
          <ac:grpSpMkLst>
            <pc:docMk/>
            <pc:sldMk cId="2513386491" sldId="287"/>
            <ac:grpSpMk id="48" creationId="{00000000-0000-0000-0000-000000000000}"/>
          </ac:grpSpMkLst>
        </pc:grpChg>
        <pc:grpChg chg="mod">
          <ac:chgData name="SAM WALLIS" userId="44530289-ccc7-4160-8871-34129518c892" providerId="ADAL" clId="{5396E9AE-3D8C-5B31-976A-641E45F1AB4B}" dt="2025-12-01T17:00:49.633" v="292" actId="962"/>
          <ac:grpSpMkLst>
            <pc:docMk/>
            <pc:sldMk cId="2513386491" sldId="287"/>
            <ac:grpSpMk id="51" creationId="{00000000-0000-0000-0000-000000000000}"/>
          </ac:grpSpMkLst>
        </pc:grpChg>
      </pc:sldChg>
      <pc:sldChg chg="addSp delSp modSp mod chgLayout">
        <pc:chgData name="SAM WALLIS" userId="44530289-ccc7-4160-8871-34129518c892" providerId="ADAL" clId="{5396E9AE-3D8C-5B31-976A-641E45F1AB4B}" dt="2025-12-16T15:12:04.468" v="422" actId="6264"/>
        <pc:sldMkLst>
          <pc:docMk/>
          <pc:sldMk cId="715112026" sldId="288"/>
        </pc:sldMkLst>
        <pc:spChg chg="mod ord">
          <ac:chgData name="SAM WALLIS" userId="44530289-ccc7-4160-8871-34129518c892" providerId="ADAL" clId="{5396E9AE-3D8C-5B31-976A-641E45F1AB4B}" dt="2025-12-16T15:12:04.468" v="422" actId="6264"/>
          <ac:spMkLst>
            <pc:docMk/>
            <pc:sldMk cId="715112026" sldId="288"/>
            <ac:spMk id="2" creationId="{00000000-0000-0000-0000-000000000000}"/>
          </ac:spMkLst>
        </pc:spChg>
        <pc:spChg chg="mod ord">
          <ac:chgData name="SAM WALLIS" userId="44530289-ccc7-4160-8871-34129518c892" providerId="ADAL" clId="{5396E9AE-3D8C-5B31-976A-641E45F1AB4B}" dt="2025-12-16T15:12:04.468" v="422" actId="6264"/>
          <ac:spMkLst>
            <pc:docMk/>
            <pc:sldMk cId="715112026" sldId="288"/>
            <ac:spMk id="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77" v="233" actId="962"/>
          <ac:spMkLst>
            <pc:docMk/>
            <pc:sldMk cId="715112026" sldId="288"/>
            <ac:spMk id="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79" v="234" actId="962"/>
          <ac:spMkLst>
            <pc:docMk/>
            <pc:sldMk cId="715112026" sldId="288"/>
            <ac:spMk id="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0" v="235" actId="962"/>
          <ac:spMkLst>
            <pc:docMk/>
            <pc:sldMk cId="715112026" sldId="288"/>
            <ac:spMk id="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1" v="236" actId="962"/>
          <ac:spMkLst>
            <pc:docMk/>
            <pc:sldMk cId="715112026" sldId="288"/>
            <ac:spMk id="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2" v="237" actId="962"/>
          <ac:spMkLst>
            <pc:docMk/>
            <pc:sldMk cId="715112026" sldId="288"/>
            <ac:spMk id="8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4" v="238" actId="962"/>
          <ac:spMkLst>
            <pc:docMk/>
            <pc:sldMk cId="715112026" sldId="288"/>
            <ac:spMk id="9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5" v="239" actId="962"/>
          <ac:spMkLst>
            <pc:docMk/>
            <pc:sldMk cId="715112026" sldId="288"/>
            <ac:spMk id="1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107" v="256" actId="962"/>
          <ac:spMkLst>
            <pc:docMk/>
            <pc:sldMk cId="715112026" sldId="288"/>
            <ac:spMk id="11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6" v="240" actId="962"/>
          <ac:spMkLst>
            <pc:docMk/>
            <pc:sldMk cId="715112026" sldId="288"/>
            <ac:spMk id="12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8" v="241" actId="962"/>
          <ac:spMkLst>
            <pc:docMk/>
            <pc:sldMk cId="715112026" sldId="288"/>
            <ac:spMk id="1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89" v="242" actId="962"/>
          <ac:spMkLst>
            <pc:docMk/>
            <pc:sldMk cId="715112026" sldId="288"/>
            <ac:spMk id="1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0" v="243" actId="962"/>
          <ac:spMkLst>
            <pc:docMk/>
            <pc:sldMk cId="715112026" sldId="288"/>
            <ac:spMk id="1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2" v="244" actId="962"/>
          <ac:spMkLst>
            <pc:docMk/>
            <pc:sldMk cId="715112026" sldId="288"/>
            <ac:spMk id="1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3" v="245" actId="962"/>
          <ac:spMkLst>
            <pc:docMk/>
            <pc:sldMk cId="715112026" sldId="288"/>
            <ac:spMk id="17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4" v="246" actId="962"/>
          <ac:spMkLst>
            <pc:docMk/>
            <pc:sldMk cId="715112026" sldId="288"/>
            <ac:spMk id="18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5" v="247" actId="962"/>
          <ac:spMkLst>
            <pc:docMk/>
            <pc:sldMk cId="715112026" sldId="288"/>
            <ac:spMk id="19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7" v="248" actId="962"/>
          <ac:spMkLst>
            <pc:docMk/>
            <pc:sldMk cId="715112026" sldId="288"/>
            <ac:spMk id="20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8" v="249" actId="962"/>
          <ac:spMkLst>
            <pc:docMk/>
            <pc:sldMk cId="715112026" sldId="288"/>
            <ac:spMk id="21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099" v="250" actId="962"/>
          <ac:spMkLst>
            <pc:docMk/>
            <pc:sldMk cId="715112026" sldId="288"/>
            <ac:spMk id="22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101" v="251" actId="962"/>
          <ac:spMkLst>
            <pc:docMk/>
            <pc:sldMk cId="715112026" sldId="288"/>
            <ac:spMk id="23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102" v="252" actId="962"/>
          <ac:spMkLst>
            <pc:docMk/>
            <pc:sldMk cId="715112026" sldId="288"/>
            <ac:spMk id="24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103" v="253" actId="962"/>
          <ac:spMkLst>
            <pc:docMk/>
            <pc:sldMk cId="715112026" sldId="288"/>
            <ac:spMk id="25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104" v="254" actId="962"/>
          <ac:spMkLst>
            <pc:docMk/>
            <pc:sldMk cId="715112026" sldId="288"/>
            <ac:spMk id="26" creationId="{00000000-0000-0000-0000-000000000000}"/>
          </ac:spMkLst>
        </pc:spChg>
        <pc:spChg chg="mod">
          <ac:chgData name="SAM WALLIS" userId="44530289-ccc7-4160-8871-34129518c892" providerId="ADAL" clId="{5396E9AE-3D8C-5B31-976A-641E45F1AB4B}" dt="2025-12-01T16:59:33.105" v="255" actId="962"/>
          <ac:spMkLst>
            <pc:docMk/>
            <pc:sldMk cId="715112026" sldId="288"/>
            <ac:spMk id="27" creationId="{00000000-0000-0000-0000-000000000000}"/>
          </ac:spMkLst>
        </pc:spChg>
        <pc:spChg chg="add del mod">
          <ac:chgData name="SAM WALLIS" userId="44530289-ccc7-4160-8871-34129518c892" providerId="ADAL" clId="{5396E9AE-3D8C-5B31-976A-641E45F1AB4B}" dt="2025-12-16T15:12:04.468" v="422" actId="6264"/>
          <ac:spMkLst>
            <pc:docMk/>
            <pc:sldMk cId="715112026" sldId="288"/>
            <ac:spMk id="52" creationId="{95711C62-B923-0296-3C56-0BC4F088E08D}"/>
          </ac:spMkLst>
        </pc:spChg>
        <pc:spChg chg="add del mod">
          <ac:chgData name="SAM WALLIS" userId="44530289-ccc7-4160-8871-34129518c892" providerId="ADAL" clId="{5396E9AE-3D8C-5B31-976A-641E45F1AB4B}" dt="2025-12-16T15:12:04.468" v="422" actId="6264"/>
          <ac:spMkLst>
            <pc:docMk/>
            <pc:sldMk cId="715112026" sldId="288"/>
            <ac:spMk id="53" creationId="{888552AF-23F5-796A-D397-C644C07EE52B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4:48.952" v="309" actId="6264"/>
        <pc:sldMkLst>
          <pc:docMk/>
          <pc:sldMk cId="3769201998" sldId="354"/>
        </pc:sldMkLst>
        <pc:spChg chg="add mod ord">
          <ac:chgData name="SAM WALLIS" userId="44530289-ccc7-4160-8871-34129518c892" providerId="ADAL" clId="{5396E9AE-3D8C-5B31-976A-641E45F1AB4B}" dt="2025-12-01T17:04:48.952" v="309" actId="6264"/>
          <ac:spMkLst>
            <pc:docMk/>
            <pc:sldMk cId="3769201998" sldId="354"/>
            <ac:spMk id="3" creationId="{84989535-C1F4-DD11-8C0C-91C895178742}"/>
          </ac:spMkLst>
        </pc:spChg>
        <pc:spChg chg="mod ord">
          <ac:chgData name="SAM WALLIS" userId="44530289-ccc7-4160-8871-34129518c892" providerId="ADAL" clId="{5396E9AE-3D8C-5B31-976A-641E45F1AB4B}" dt="2025-12-01T17:04:48.952" v="309" actId="6264"/>
          <ac:spMkLst>
            <pc:docMk/>
            <pc:sldMk cId="3769201998" sldId="354"/>
            <ac:spMk id="4" creationId="{84523BFC-B8EE-E8C7-D02E-8835E9499947}"/>
          </ac:spMkLst>
        </pc:spChg>
        <pc:spChg chg="add mod ord">
          <ac:chgData name="SAM WALLIS" userId="44530289-ccc7-4160-8871-34129518c892" providerId="ADAL" clId="{5396E9AE-3D8C-5B31-976A-641E45F1AB4B}" dt="2025-12-01T17:04:48.952" v="309" actId="6264"/>
          <ac:spMkLst>
            <pc:docMk/>
            <pc:sldMk cId="3769201998" sldId="354"/>
            <ac:spMk id="5" creationId="{E49FF1A0-CEFC-3116-DB25-F07E7E98918F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4:42.649" v="308" actId="6264"/>
        <pc:sldMkLst>
          <pc:docMk/>
          <pc:sldMk cId="2229858713" sldId="355"/>
        </pc:sldMkLst>
        <pc:spChg chg="add mod ord">
          <ac:chgData name="SAM WALLIS" userId="44530289-ccc7-4160-8871-34129518c892" providerId="ADAL" clId="{5396E9AE-3D8C-5B31-976A-641E45F1AB4B}" dt="2025-12-01T17:04:42.649" v="308" actId="6264"/>
          <ac:spMkLst>
            <pc:docMk/>
            <pc:sldMk cId="2229858713" sldId="355"/>
            <ac:spMk id="3" creationId="{FB769F60-D7DF-F297-C620-826F4C38CBFD}"/>
          </ac:spMkLst>
        </pc:spChg>
        <pc:spChg chg="mod ord">
          <ac:chgData name="SAM WALLIS" userId="44530289-ccc7-4160-8871-34129518c892" providerId="ADAL" clId="{5396E9AE-3D8C-5B31-976A-641E45F1AB4B}" dt="2025-12-01T17:04:42.649" v="308" actId="6264"/>
          <ac:spMkLst>
            <pc:docMk/>
            <pc:sldMk cId="2229858713" sldId="355"/>
            <ac:spMk id="4" creationId="{0A9D7B40-25FA-7767-3866-CA3004FE4BDA}"/>
          </ac:spMkLst>
        </pc:spChg>
        <pc:spChg chg="add mod ord">
          <ac:chgData name="SAM WALLIS" userId="44530289-ccc7-4160-8871-34129518c892" providerId="ADAL" clId="{5396E9AE-3D8C-5B31-976A-641E45F1AB4B}" dt="2025-12-01T17:04:42.649" v="308" actId="6264"/>
          <ac:spMkLst>
            <pc:docMk/>
            <pc:sldMk cId="2229858713" sldId="355"/>
            <ac:spMk id="5" creationId="{655BCF43-4BA6-7149-0CCE-86280517C5B5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4:37.192" v="307" actId="6264"/>
        <pc:sldMkLst>
          <pc:docMk/>
          <pc:sldMk cId="3541187210" sldId="356"/>
        </pc:sldMkLst>
        <pc:spChg chg="add mod ord">
          <ac:chgData name="SAM WALLIS" userId="44530289-ccc7-4160-8871-34129518c892" providerId="ADAL" clId="{5396E9AE-3D8C-5B31-976A-641E45F1AB4B}" dt="2025-12-01T17:04:37.192" v="307" actId="6264"/>
          <ac:spMkLst>
            <pc:docMk/>
            <pc:sldMk cId="3541187210" sldId="356"/>
            <ac:spMk id="3" creationId="{D3F8317B-1A20-675F-7D98-F97CCDF5F21B}"/>
          </ac:spMkLst>
        </pc:spChg>
        <pc:spChg chg="mod ord">
          <ac:chgData name="SAM WALLIS" userId="44530289-ccc7-4160-8871-34129518c892" providerId="ADAL" clId="{5396E9AE-3D8C-5B31-976A-641E45F1AB4B}" dt="2025-12-01T17:04:37.192" v="307" actId="6264"/>
          <ac:spMkLst>
            <pc:docMk/>
            <pc:sldMk cId="3541187210" sldId="356"/>
            <ac:spMk id="4" creationId="{8EE1254C-A36B-CD98-1E12-81B637B0E3DC}"/>
          </ac:spMkLst>
        </pc:spChg>
        <pc:spChg chg="add mod ord">
          <ac:chgData name="SAM WALLIS" userId="44530289-ccc7-4160-8871-34129518c892" providerId="ADAL" clId="{5396E9AE-3D8C-5B31-976A-641E45F1AB4B}" dt="2025-12-01T17:04:37.192" v="307" actId="6264"/>
          <ac:spMkLst>
            <pc:docMk/>
            <pc:sldMk cId="3541187210" sldId="356"/>
            <ac:spMk id="5" creationId="{4F02A31F-9B7B-966F-E86B-06DA7A48AD78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9:33.753" v="322" actId="6264"/>
        <pc:sldMkLst>
          <pc:docMk/>
          <pc:sldMk cId="1489441942" sldId="357"/>
        </pc:sldMkLst>
        <pc:spChg chg="add mod ord">
          <ac:chgData name="SAM WALLIS" userId="44530289-ccc7-4160-8871-34129518c892" providerId="ADAL" clId="{5396E9AE-3D8C-5B31-976A-641E45F1AB4B}" dt="2025-12-01T17:09:33.753" v="322" actId="6264"/>
          <ac:spMkLst>
            <pc:docMk/>
            <pc:sldMk cId="1489441942" sldId="357"/>
            <ac:spMk id="2" creationId="{0D3403AD-C9FF-1B2F-92AF-93DCF8FF6549}"/>
          </ac:spMkLst>
        </pc:spChg>
        <pc:spChg chg="add mod ord">
          <ac:chgData name="SAM WALLIS" userId="44530289-ccc7-4160-8871-34129518c892" providerId="ADAL" clId="{5396E9AE-3D8C-5B31-976A-641E45F1AB4B}" dt="2025-12-01T17:09:33.753" v="322" actId="6264"/>
          <ac:spMkLst>
            <pc:docMk/>
            <pc:sldMk cId="1489441942" sldId="357"/>
            <ac:spMk id="3" creationId="{64266CA8-F64C-A897-19B5-AC351EC76AA6}"/>
          </ac:spMkLst>
        </pc:spChg>
        <pc:spChg chg="add mod ord">
          <ac:chgData name="SAM WALLIS" userId="44530289-ccc7-4160-8871-34129518c892" providerId="ADAL" clId="{5396E9AE-3D8C-5B31-976A-641E45F1AB4B}" dt="2025-12-01T17:09:33.753" v="322" actId="6264"/>
          <ac:spMkLst>
            <pc:docMk/>
            <pc:sldMk cId="1489441942" sldId="357"/>
            <ac:spMk id="4" creationId="{ADBEE146-739D-ABE2-2CAB-2902C4D861A2}"/>
          </ac:spMkLst>
        </pc:spChg>
        <pc:spChg chg="add mod ord">
          <ac:chgData name="SAM WALLIS" userId="44530289-ccc7-4160-8871-34129518c892" providerId="ADAL" clId="{5396E9AE-3D8C-5B31-976A-641E45F1AB4B}" dt="2025-12-01T17:09:33.753" v="322" actId="6264"/>
          <ac:spMkLst>
            <pc:docMk/>
            <pc:sldMk cId="1489441942" sldId="357"/>
            <ac:spMk id="5" creationId="{CC90B424-AF3F-A253-3B0C-9FECB69F2F90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0:37.042" v="327" actId="6264"/>
        <pc:sldMkLst>
          <pc:docMk/>
          <pc:sldMk cId="370037977" sldId="362"/>
        </pc:sldMkLst>
        <pc:spChg chg="add mod ord">
          <ac:chgData name="SAM WALLIS" userId="44530289-ccc7-4160-8871-34129518c892" providerId="ADAL" clId="{5396E9AE-3D8C-5B31-976A-641E45F1AB4B}" dt="2025-12-01T17:10:37.042" v="327" actId="6264"/>
          <ac:spMkLst>
            <pc:docMk/>
            <pc:sldMk cId="370037977" sldId="362"/>
            <ac:spMk id="2" creationId="{8D703666-FF3E-C640-F07E-27C729E29827}"/>
          </ac:spMkLst>
        </pc:spChg>
        <pc:spChg chg="add mod ord">
          <ac:chgData name="SAM WALLIS" userId="44530289-ccc7-4160-8871-34129518c892" providerId="ADAL" clId="{5396E9AE-3D8C-5B31-976A-641E45F1AB4B}" dt="2025-12-01T17:10:37.042" v="327" actId="6264"/>
          <ac:spMkLst>
            <pc:docMk/>
            <pc:sldMk cId="370037977" sldId="362"/>
            <ac:spMk id="3" creationId="{CEB1882A-7E24-ED02-F621-B0C93909AA4C}"/>
          </ac:spMkLst>
        </pc:spChg>
        <pc:spChg chg="add mod ord">
          <ac:chgData name="SAM WALLIS" userId="44530289-ccc7-4160-8871-34129518c892" providerId="ADAL" clId="{5396E9AE-3D8C-5B31-976A-641E45F1AB4B}" dt="2025-12-01T17:10:37.042" v="327" actId="6264"/>
          <ac:spMkLst>
            <pc:docMk/>
            <pc:sldMk cId="370037977" sldId="362"/>
            <ac:spMk id="4" creationId="{D16C6047-7A19-4DA8-CF36-090F034FE9A5}"/>
          </ac:spMkLst>
        </pc:spChg>
        <pc:spChg chg="add mod ord">
          <ac:chgData name="SAM WALLIS" userId="44530289-ccc7-4160-8871-34129518c892" providerId="ADAL" clId="{5396E9AE-3D8C-5B31-976A-641E45F1AB4B}" dt="2025-12-01T17:10:37.042" v="327" actId="6264"/>
          <ac:spMkLst>
            <pc:docMk/>
            <pc:sldMk cId="370037977" sldId="362"/>
            <ac:spMk id="5" creationId="{9A8FC65A-793A-A1BE-9703-52C2B7890D56}"/>
          </ac:spMkLst>
        </pc:spChg>
        <pc:spChg chg="add mod ord">
          <ac:chgData name="SAM WALLIS" userId="44530289-ccc7-4160-8871-34129518c892" providerId="ADAL" clId="{5396E9AE-3D8C-5B31-976A-641E45F1AB4B}" dt="2025-12-01T17:10:37.042" v="327" actId="6264"/>
          <ac:spMkLst>
            <pc:docMk/>
            <pc:sldMk cId="370037977" sldId="362"/>
            <ac:spMk id="6" creationId="{B12F1A01-71E7-A38E-D896-4493001EBFF9}"/>
          </ac:spMkLst>
        </pc:spChg>
      </pc:sldChg>
      <pc:sldChg chg="modSp mod">
        <pc:chgData name="SAM WALLIS" userId="44530289-ccc7-4160-8871-34129518c892" providerId="ADAL" clId="{5396E9AE-3D8C-5B31-976A-641E45F1AB4B}" dt="2025-12-01T16:59:59.904" v="260" actId="962"/>
        <pc:sldMkLst>
          <pc:docMk/>
          <pc:sldMk cId="2918260432" sldId="365"/>
        </pc:sldMkLst>
        <pc:spChg chg="mod">
          <ac:chgData name="SAM WALLIS" userId="44530289-ccc7-4160-8871-34129518c892" providerId="ADAL" clId="{5396E9AE-3D8C-5B31-976A-641E45F1AB4B}" dt="2025-12-01T16:43:32.611" v="85" actId="20577"/>
          <ac:spMkLst>
            <pc:docMk/>
            <pc:sldMk cId="2918260432" sldId="365"/>
            <ac:spMk id="2" creationId="{FED23DE0-B094-CD0A-BA3C-721BA5A87E65}"/>
          </ac:spMkLst>
        </pc:spChg>
        <pc:grpChg chg="mod">
          <ac:chgData name="SAM WALLIS" userId="44530289-ccc7-4160-8871-34129518c892" providerId="ADAL" clId="{5396E9AE-3D8C-5B31-976A-641E45F1AB4B}" dt="2025-12-01T16:59:56.408" v="258" actId="962"/>
          <ac:grpSpMkLst>
            <pc:docMk/>
            <pc:sldMk cId="2918260432" sldId="365"/>
            <ac:grpSpMk id="7" creationId="{8B49792B-3323-DF41-EB22-13EE59B94C49}"/>
          </ac:grpSpMkLst>
        </pc:grpChg>
        <pc:grpChg chg="mod">
          <ac:chgData name="SAM WALLIS" userId="44530289-ccc7-4160-8871-34129518c892" providerId="ADAL" clId="{5396E9AE-3D8C-5B31-976A-641E45F1AB4B}" dt="2025-12-01T16:59:59.904" v="260" actId="962"/>
          <ac:grpSpMkLst>
            <pc:docMk/>
            <pc:sldMk cId="2918260432" sldId="365"/>
            <ac:grpSpMk id="19" creationId="{6289F190-45E4-EAB8-242F-8E0D7AF0D3A9}"/>
          </ac:grpSpMkLst>
        </pc:grpChg>
      </pc:sldChg>
      <pc:sldChg chg="modSp mod">
        <pc:chgData name="SAM WALLIS" userId="44530289-ccc7-4160-8871-34129518c892" providerId="ADAL" clId="{5396E9AE-3D8C-5B31-976A-641E45F1AB4B}" dt="2025-12-01T17:02:12.821" v="298" actId="790"/>
        <pc:sldMkLst>
          <pc:docMk/>
          <pc:sldMk cId="972048633" sldId="366"/>
        </pc:sldMkLst>
        <pc:spChg chg="mod">
          <ac:chgData name="SAM WALLIS" userId="44530289-ccc7-4160-8871-34129518c892" providerId="ADAL" clId="{5396E9AE-3D8C-5B31-976A-641E45F1AB4B}" dt="2025-12-01T17:02:12.821" v="298" actId="790"/>
          <ac:spMkLst>
            <pc:docMk/>
            <pc:sldMk cId="972048633" sldId="366"/>
            <ac:spMk id="3" creationId="{CDBC4505-5D04-0723-D07F-EE08492F0904}"/>
          </ac:spMkLst>
        </pc:spChg>
        <pc:spChg chg="mod">
          <ac:chgData name="SAM WALLIS" userId="44530289-ccc7-4160-8871-34129518c892" providerId="ADAL" clId="{5396E9AE-3D8C-5B31-976A-641E45F1AB4B}" dt="2025-12-01T17:02:12.821" v="298" actId="790"/>
          <ac:spMkLst>
            <pc:docMk/>
            <pc:sldMk cId="972048633" sldId="366"/>
            <ac:spMk id="4" creationId="{A0D07194-815C-2144-1BA6-B9C4C3640CD6}"/>
          </ac:spMkLst>
        </pc:spChg>
        <pc:spChg chg="mod">
          <ac:chgData name="SAM WALLIS" userId="44530289-ccc7-4160-8871-34129518c892" providerId="ADAL" clId="{5396E9AE-3D8C-5B31-976A-641E45F1AB4B}" dt="2025-12-01T17:02:12.821" v="298" actId="790"/>
          <ac:spMkLst>
            <pc:docMk/>
            <pc:sldMk cId="972048633" sldId="366"/>
            <ac:spMk id="5" creationId="{91800E5B-E135-955C-B312-83200CDA7926}"/>
          </ac:spMkLst>
        </pc:spChg>
        <pc:grpChg chg="mod">
          <ac:chgData name="SAM WALLIS" userId="44530289-ccc7-4160-8871-34129518c892" providerId="ADAL" clId="{5396E9AE-3D8C-5B31-976A-641E45F1AB4B}" dt="2025-12-01T17:00:05.629" v="262" actId="962"/>
          <ac:grpSpMkLst>
            <pc:docMk/>
            <pc:sldMk cId="972048633" sldId="366"/>
            <ac:grpSpMk id="6" creationId="{8F6C878A-9A7D-A10A-7899-C647373C7F5B}"/>
          </ac:grpSpMkLst>
        </pc:grpChg>
      </pc:sldChg>
      <pc:sldChg chg="addSp delSp modSp mod chgLayout">
        <pc:chgData name="SAM WALLIS" userId="44530289-ccc7-4160-8871-34129518c892" providerId="ADAL" clId="{5396E9AE-3D8C-5B31-976A-641E45F1AB4B}" dt="2025-12-01T17:04:31.869" v="306" actId="6264"/>
        <pc:sldMkLst>
          <pc:docMk/>
          <pc:sldMk cId="3464190915" sldId="367"/>
        </pc:sldMkLst>
        <pc:spChg chg="mod ord">
          <ac:chgData name="SAM WALLIS" userId="44530289-ccc7-4160-8871-34129518c892" providerId="ADAL" clId="{5396E9AE-3D8C-5B31-976A-641E45F1AB4B}" dt="2025-12-01T17:04:31.869" v="306" actId="6264"/>
          <ac:spMkLst>
            <pc:docMk/>
            <pc:sldMk cId="3464190915" sldId="367"/>
            <ac:spMk id="2" creationId="{8EDD084F-B057-8A7A-FB22-ACA3427E78F2}"/>
          </ac:spMkLst>
        </pc:spChg>
        <pc:spChg chg="add mod ord">
          <ac:chgData name="SAM WALLIS" userId="44530289-ccc7-4160-8871-34129518c892" providerId="ADAL" clId="{5396E9AE-3D8C-5B31-976A-641E45F1AB4B}" dt="2025-12-01T17:04:31.869" v="306" actId="6264"/>
          <ac:spMkLst>
            <pc:docMk/>
            <pc:sldMk cId="3464190915" sldId="367"/>
            <ac:spMk id="4" creationId="{1E539975-3B0D-4905-B7EE-6E3CD84AEF92}"/>
          </ac:spMkLst>
        </pc:spChg>
        <pc:spChg chg="add mod ord">
          <ac:chgData name="SAM WALLIS" userId="44530289-ccc7-4160-8871-34129518c892" providerId="ADAL" clId="{5396E9AE-3D8C-5B31-976A-641E45F1AB4B}" dt="2025-12-01T17:04:31.869" v="306" actId="6264"/>
          <ac:spMkLst>
            <pc:docMk/>
            <pc:sldMk cId="3464190915" sldId="367"/>
            <ac:spMk id="5" creationId="{3EFF4AF4-BD86-4CA6-2FD5-37589968DA1F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4:27.306" v="305" actId="6264"/>
        <pc:sldMkLst>
          <pc:docMk/>
          <pc:sldMk cId="981609150" sldId="368"/>
        </pc:sldMkLst>
        <pc:spChg chg="mod ord">
          <ac:chgData name="SAM WALLIS" userId="44530289-ccc7-4160-8871-34129518c892" providerId="ADAL" clId="{5396E9AE-3D8C-5B31-976A-641E45F1AB4B}" dt="2025-12-01T17:04:27.306" v="305" actId="6264"/>
          <ac:spMkLst>
            <pc:docMk/>
            <pc:sldMk cId="981609150" sldId="368"/>
            <ac:spMk id="2" creationId="{A92726EF-8E4D-2077-9B3A-0B8C56E4E2AE}"/>
          </ac:spMkLst>
        </pc:spChg>
        <pc:spChg chg="add mod ord">
          <ac:chgData name="SAM WALLIS" userId="44530289-ccc7-4160-8871-34129518c892" providerId="ADAL" clId="{5396E9AE-3D8C-5B31-976A-641E45F1AB4B}" dt="2025-12-01T17:04:27.306" v="305" actId="6264"/>
          <ac:spMkLst>
            <pc:docMk/>
            <pc:sldMk cId="981609150" sldId="368"/>
            <ac:spMk id="4" creationId="{CB9FC69A-2717-7A60-FBD0-7CDC774AA5D3}"/>
          </ac:spMkLst>
        </pc:spChg>
        <pc:spChg chg="add mod ord">
          <ac:chgData name="SAM WALLIS" userId="44530289-ccc7-4160-8871-34129518c892" providerId="ADAL" clId="{5396E9AE-3D8C-5B31-976A-641E45F1AB4B}" dt="2025-12-01T17:04:27.306" v="305" actId="6264"/>
          <ac:spMkLst>
            <pc:docMk/>
            <pc:sldMk cId="981609150" sldId="368"/>
            <ac:spMk id="5" creationId="{D0B6A32D-6941-58B3-F831-0D2D74BA9404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4:21.454" v="304" actId="6264"/>
        <pc:sldMkLst>
          <pc:docMk/>
          <pc:sldMk cId="1735654846" sldId="369"/>
        </pc:sldMkLst>
        <pc:spChg chg="mod ord">
          <ac:chgData name="SAM WALLIS" userId="44530289-ccc7-4160-8871-34129518c892" providerId="ADAL" clId="{5396E9AE-3D8C-5B31-976A-641E45F1AB4B}" dt="2025-12-01T17:04:21.454" v="304" actId="6264"/>
          <ac:spMkLst>
            <pc:docMk/>
            <pc:sldMk cId="1735654846" sldId="369"/>
            <ac:spMk id="2" creationId="{63A2319D-A1CB-E885-71B4-AAF5D0905DE5}"/>
          </ac:spMkLst>
        </pc:spChg>
        <pc:spChg chg="add mod ord">
          <ac:chgData name="SAM WALLIS" userId="44530289-ccc7-4160-8871-34129518c892" providerId="ADAL" clId="{5396E9AE-3D8C-5B31-976A-641E45F1AB4B}" dt="2025-12-01T17:04:21.454" v="304" actId="6264"/>
          <ac:spMkLst>
            <pc:docMk/>
            <pc:sldMk cId="1735654846" sldId="369"/>
            <ac:spMk id="4" creationId="{7AF4AE3D-3288-A220-097C-85595168EB46}"/>
          </ac:spMkLst>
        </pc:spChg>
        <pc:spChg chg="add mod ord">
          <ac:chgData name="SAM WALLIS" userId="44530289-ccc7-4160-8871-34129518c892" providerId="ADAL" clId="{5396E9AE-3D8C-5B31-976A-641E45F1AB4B}" dt="2025-12-01T17:04:21.454" v="304" actId="6264"/>
          <ac:spMkLst>
            <pc:docMk/>
            <pc:sldMk cId="1735654846" sldId="369"/>
            <ac:spMk id="5" creationId="{97A09A76-F40A-2023-607A-D10DCBAC0246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4:12.846" v="303" actId="6264"/>
        <pc:sldMkLst>
          <pc:docMk/>
          <pc:sldMk cId="2452016111" sldId="370"/>
        </pc:sldMkLst>
        <pc:spChg chg="mod ord">
          <ac:chgData name="SAM WALLIS" userId="44530289-ccc7-4160-8871-34129518c892" providerId="ADAL" clId="{5396E9AE-3D8C-5B31-976A-641E45F1AB4B}" dt="2025-12-01T17:04:12.846" v="303" actId="6264"/>
          <ac:spMkLst>
            <pc:docMk/>
            <pc:sldMk cId="2452016111" sldId="370"/>
            <ac:spMk id="2" creationId="{4D27D506-E443-767D-C4D2-EA7BFFCDC445}"/>
          </ac:spMkLst>
        </pc:spChg>
        <pc:spChg chg="add mod ord">
          <ac:chgData name="SAM WALLIS" userId="44530289-ccc7-4160-8871-34129518c892" providerId="ADAL" clId="{5396E9AE-3D8C-5B31-976A-641E45F1AB4B}" dt="2025-12-01T17:04:12.846" v="303" actId="6264"/>
          <ac:spMkLst>
            <pc:docMk/>
            <pc:sldMk cId="2452016111" sldId="370"/>
            <ac:spMk id="4" creationId="{7BE90A0A-3885-5409-E03B-48B3B8DB2D78}"/>
          </ac:spMkLst>
        </pc:spChg>
        <pc:spChg chg="add mod ord">
          <ac:chgData name="SAM WALLIS" userId="44530289-ccc7-4160-8871-34129518c892" providerId="ADAL" clId="{5396E9AE-3D8C-5B31-976A-641E45F1AB4B}" dt="2025-12-01T17:04:12.846" v="303" actId="6264"/>
          <ac:spMkLst>
            <pc:docMk/>
            <pc:sldMk cId="2452016111" sldId="370"/>
            <ac:spMk id="5" creationId="{BC0027EA-EE90-8457-826D-CC55AB506C9D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4:03.884" v="302" actId="6264"/>
        <pc:sldMkLst>
          <pc:docMk/>
          <pc:sldMk cId="139648978" sldId="371"/>
        </pc:sldMkLst>
        <pc:spChg chg="mod ord">
          <ac:chgData name="SAM WALLIS" userId="44530289-ccc7-4160-8871-34129518c892" providerId="ADAL" clId="{5396E9AE-3D8C-5B31-976A-641E45F1AB4B}" dt="2025-12-01T17:04:03.884" v="302" actId="6264"/>
          <ac:spMkLst>
            <pc:docMk/>
            <pc:sldMk cId="139648978" sldId="371"/>
            <ac:spMk id="2" creationId="{D3D11F72-3382-D5DA-AA56-F18468E86B62}"/>
          </ac:spMkLst>
        </pc:spChg>
        <pc:spChg chg="add mod ord">
          <ac:chgData name="SAM WALLIS" userId="44530289-ccc7-4160-8871-34129518c892" providerId="ADAL" clId="{5396E9AE-3D8C-5B31-976A-641E45F1AB4B}" dt="2025-12-01T17:04:03.884" v="302" actId="6264"/>
          <ac:spMkLst>
            <pc:docMk/>
            <pc:sldMk cId="139648978" sldId="371"/>
            <ac:spMk id="4" creationId="{E7535CB1-AE00-137B-60C4-941DFCF75888}"/>
          </ac:spMkLst>
        </pc:spChg>
        <pc:spChg chg="add mod ord">
          <ac:chgData name="SAM WALLIS" userId="44530289-ccc7-4160-8871-34129518c892" providerId="ADAL" clId="{5396E9AE-3D8C-5B31-976A-641E45F1AB4B}" dt="2025-12-01T17:04:03.884" v="302" actId="6264"/>
          <ac:spMkLst>
            <pc:docMk/>
            <pc:sldMk cId="139648978" sldId="371"/>
            <ac:spMk id="5" creationId="{74F05F87-66D4-6AE9-0138-50F151B3BC8C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3:50.460" v="301" actId="6264"/>
        <pc:sldMkLst>
          <pc:docMk/>
          <pc:sldMk cId="1544880426" sldId="372"/>
        </pc:sldMkLst>
        <pc:spChg chg="mod ord">
          <ac:chgData name="SAM WALLIS" userId="44530289-ccc7-4160-8871-34129518c892" providerId="ADAL" clId="{5396E9AE-3D8C-5B31-976A-641E45F1AB4B}" dt="2025-12-01T17:03:50.460" v="301" actId="6264"/>
          <ac:spMkLst>
            <pc:docMk/>
            <pc:sldMk cId="1544880426" sldId="372"/>
            <ac:spMk id="2" creationId="{3CFE1DCA-49C4-04B3-1806-CE35C5CCA225}"/>
          </ac:spMkLst>
        </pc:spChg>
        <pc:spChg chg="add mod ord">
          <ac:chgData name="SAM WALLIS" userId="44530289-ccc7-4160-8871-34129518c892" providerId="ADAL" clId="{5396E9AE-3D8C-5B31-976A-641E45F1AB4B}" dt="2025-12-01T17:03:50.460" v="301" actId="6264"/>
          <ac:spMkLst>
            <pc:docMk/>
            <pc:sldMk cId="1544880426" sldId="372"/>
            <ac:spMk id="4" creationId="{944AEF55-88CD-0C17-793D-3DA7FC956E44}"/>
          </ac:spMkLst>
        </pc:spChg>
        <pc:spChg chg="add mod ord">
          <ac:chgData name="SAM WALLIS" userId="44530289-ccc7-4160-8871-34129518c892" providerId="ADAL" clId="{5396E9AE-3D8C-5B31-976A-641E45F1AB4B}" dt="2025-12-01T17:03:50.460" v="301" actId="6264"/>
          <ac:spMkLst>
            <pc:docMk/>
            <pc:sldMk cId="1544880426" sldId="372"/>
            <ac:spMk id="5" creationId="{BF208B27-5FD8-96C2-26A6-771093E78A61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1:12.968" v="333" actId="6264"/>
        <pc:sldMkLst>
          <pc:docMk/>
          <pc:sldMk cId="2430303432" sldId="373"/>
        </pc:sldMkLst>
        <pc:spChg chg="add mod ord">
          <ac:chgData name="SAM WALLIS" userId="44530289-ccc7-4160-8871-34129518c892" providerId="ADAL" clId="{5396E9AE-3D8C-5B31-976A-641E45F1AB4B}" dt="2025-12-01T17:11:12.968" v="333" actId="6264"/>
          <ac:spMkLst>
            <pc:docMk/>
            <pc:sldMk cId="2430303432" sldId="373"/>
            <ac:spMk id="2" creationId="{DC150C69-BFF8-EC90-DCD5-40A82318D7CD}"/>
          </ac:spMkLst>
        </pc:spChg>
        <pc:spChg chg="add mod ord">
          <ac:chgData name="SAM WALLIS" userId="44530289-ccc7-4160-8871-34129518c892" providerId="ADAL" clId="{5396E9AE-3D8C-5B31-976A-641E45F1AB4B}" dt="2025-12-01T17:11:12.968" v="333" actId="6264"/>
          <ac:spMkLst>
            <pc:docMk/>
            <pc:sldMk cId="2430303432" sldId="373"/>
            <ac:spMk id="3" creationId="{AC7C4A72-1FF5-EA3B-2A28-EADAACA2B59F}"/>
          </ac:spMkLst>
        </pc:spChg>
        <pc:spChg chg="add mod ord">
          <ac:chgData name="SAM WALLIS" userId="44530289-ccc7-4160-8871-34129518c892" providerId="ADAL" clId="{5396E9AE-3D8C-5B31-976A-641E45F1AB4B}" dt="2025-12-01T17:11:12.968" v="333" actId="6264"/>
          <ac:spMkLst>
            <pc:docMk/>
            <pc:sldMk cId="2430303432" sldId="373"/>
            <ac:spMk id="4" creationId="{F859B3CE-E4FE-1CCB-6C3E-3A74F6CDDE26}"/>
          </ac:spMkLst>
        </pc:spChg>
        <pc:spChg chg="add mod ord">
          <ac:chgData name="SAM WALLIS" userId="44530289-ccc7-4160-8871-34129518c892" providerId="ADAL" clId="{5396E9AE-3D8C-5B31-976A-641E45F1AB4B}" dt="2025-12-01T17:11:12.968" v="333" actId="6264"/>
          <ac:spMkLst>
            <pc:docMk/>
            <pc:sldMk cId="2430303432" sldId="373"/>
            <ac:spMk id="5" creationId="{89836A50-6EFA-1750-6FBC-E16BEAD8AE77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1:07.502" v="332" actId="6264"/>
        <pc:sldMkLst>
          <pc:docMk/>
          <pc:sldMk cId="3637913929" sldId="374"/>
        </pc:sldMkLst>
        <pc:spChg chg="add mod ord">
          <ac:chgData name="SAM WALLIS" userId="44530289-ccc7-4160-8871-34129518c892" providerId="ADAL" clId="{5396E9AE-3D8C-5B31-976A-641E45F1AB4B}" dt="2025-12-01T17:11:07.502" v="332" actId="6264"/>
          <ac:spMkLst>
            <pc:docMk/>
            <pc:sldMk cId="3637913929" sldId="374"/>
            <ac:spMk id="6" creationId="{4BF5F550-FD6F-AF00-8559-5B3D7E13C6F5}"/>
          </ac:spMkLst>
        </pc:spChg>
        <pc:spChg chg="add mod ord">
          <ac:chgData name="SAM WALLIS" userId="44530289-ccc7-4160-8871-34129518c892" providerId="ADAL" clId="{5396E9AE-3D8C-5B31-976A-641E45F1AB4B}" dt="2025-12-01T17:11:07.502" v="332" actId="6264"/>
          <ac:spMkLst>
            <pc:docMk/>
            <pc:sldMk cId="3637913929" sldId="374"/>
            <ac:spMk id="7" creationId="{69988EF1-6865-99B8-26B5-68B8F457E317}"/>
          </ac:spMkLst>
        </pc:spChg>
        <pc:spChg chg="add mod ord">
          <ac:chgData name="SAM WALLIS" userId="44530289-ccc7-4160-8871-34129518c892" providerId="ADAL" clId="{5396E9AE-3D8C-5B31-976A-641E45F1AB4B}" dt="2025-12-01T17:11:07.502" v="332" actId="6264"/>
          <ac:spMkLst>
            <pc:docMk/>
            <pc:sldMk cId="3637913929" sldId="374"/>
            <ac:spMk id="8" creationId="{FE996857-47C4-B1FC-C0EE-2048AEB4300B}"/>
          </ac:spMkLst>
        </pc:spChg>
        <pc:spChg chg="add mod ord">
          <ac:chgData name="SAM WALLIS" userId="44530289-ccc7-4160-8871-34129518c892" providerId="ADAL" clId="{5396E9AE-3D8C-5B31-976A-641E45F1AB4B}" dt="2025-12-01T17:11:07.502" v="332" actId="6264"/>
          <ac:spMkLst>
            <pc:docMk/>
            <pc:sldMk cId="3637913929" sldId="374"/>
            <ac:spMk id="9" creationId="{EB30E33D-0705-2E24-F2C2-3507063179E2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1:00.702" v="331" actId="6264"/>
        <pc:sldMkLst>
          <pc:docMk/>
          <pc:sldMk cId="1274128499" sldId="375"/>
        </pc:sldMkLst>
        <pc:spChg chg="add mod ord">
          <ac:chgData name="SAM WALLIS" userId="44530289-ccc7-4160-8871-34129518c892" providerId="ADAL" clId="{5396E9AE-3D8C-5B31-976A-641E45F1AB4B}" dt="2025-12-01T17:11:00.702" v="331" actId="6264"/>
          <ac:spMkLst>
            <pc:docMk/>
            <pc:sldMk cId="1274128499" sldId="375"/>
            <ac:spMk id="6" creationId="{BA9C9D59-5473-EE48-325B-D2B73104DC21}"/>
          </ac:spMkLst>
        </pc:spChg>
        <pc:spChg chg="add mod ord">
          <ac:chgData name="SAM WALLIS" userId="44530289-ccc7-4160-8871-34129518c892" providerId="ADAL" clId="{5396E9AE-3D8C-5B31-976A-641E45F1AB4B}" dt="2025-12-01T17:11:00.702" v="331" actId="6264"/>
          <ac:spMkLst>
            <pc:docMk/>
            <pc:sldMk cId="1274128499" sldId="375"/>
            <ac:spMk id="7" creationId="{003D19FD-69EA-258B-FDF8-0D2F033E845B}"/>
          </ac:spMkLst>
        </pc:spChg>
        <pc:spChg chg="add mod ord">
          <ac:chgData name="SAM WALLIS" userId="44530289-ccc7-4160-8871-34129518c892" providerId="ADAL" clId="{5396E9AE-3D8C-5B31-976A-641E45F1AB4B}" dt="2025-12-01T17:11:00.702" v="331" actId="6264"/>
          <ac:spMkLst>
            <pc:docMk/>
            <pc:sldMk cId="1274128499" sldId="375"/>
            <ac:spMk id="8" creationId="{FD99F028-0297-EAE1-616F-6E895FCCD034}"/>
          </ac:spMkLst>
        </pc:spChg>
        <pc:spChg chg="add mod ord">
          <ac:chgData name="SAM WALLIS" userId="44530289-ccc7-4160-8871-34129518c892" providerId="ADAL" clId="{5396E9AE-3D8C-5B31-976A-641E45F1AB4B}" dt="2025-12-01T17:11:00.702" v="331" actId="6264"/>
          <ac:spMkLst>
            <pc:docMk/>
            <pc:sldMk cId="1274128499" sldId="375"/>
            <ac:spMk id="9" creationId="{9F194E5E-0B84-3186-831A-7C3FB582013C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0:54.355" v="330" actId="6264"/>
        <pc:sldMkLst>
          <pc:docMk/>
          <pc:sldMk cId="4264350297" sldId="376"/>
        </pc:sldMkLst>
        <pc:spChg chg="add mod ord">
          <ac:chgData name="SAM WALLIS" userId="44530289-ccc7-4160-8871-34129518c892" providerId="ADAL" clId="{5396E9AE-3D8C-5B31-976A-641E45F1AB4B}" dt="2025-12-01T17:10:54.355" v="330" actId="6264"/>
          <ac:spMkLst>
            <pc:docMk/>
            <pc:sldMk cId="4264350297" sldId="376"/>
            <ac:spMk id="6" creationId="{EE585094-A60F-C595-CF03-0929D1984009}"/>
          </ac:spMkLst>
        </pc:spChg>
        <pc:spChg chg="add mod ord">
          <ac:chgData name="SAM WALLIS" userId="44530289-ccc7-4160-8871-34129518c892" providerId="ADAL" clId="{5396E9AE-3D8C-5B31-976A-641E45F1AB4B}" dt="2025-12-01T17:10:54.355" v="330" actId="6264"/>
          <ac:spMkLst>
            <pc:docMk/>
            <pc:sldMk cId="4264350297" sldId="376"/>
            <ac:spMk id="7" creationId="{97EF4380-6A6D-CB1B-F75C-B5C3886D4EE7}"/>
          </ac:spMkLst>
        </pc:spChg>
        <pc:spChg chg="add mod ord">
          <ac:chgData name="SAM WALLIS" userId="44530289-ccc7-4160-8871-34129518c892" providerId="ADAL" clId="{5396E9AE-3D8C-5B31-976A-641E45F1AB4B}" dt="2025-12-01T17:10:54.355" v="330" actId="6264"/>
          <ac:spMkLst>
            <pc:docMk/>
            <pc:sldMk cId="4264350297" sldId="376"/>
            <ac:spMk id="8" creationId="{90947C53-6D74-67E8-AA5D-825BF1E444EC}"/>
          </ac:spMkLst>
        </pc:spChg>
        <pc:spChg chg="add mod ord">
          <ac:chgData name="SAM WALLIS" userId="44530289-ccc7-4160-8871-34129518c892" providerId="ADAL" clId="{5396E9AE-3D8C-5B31-976A-641E45F1AB4B}" dt="2025-12-01T17:10:54.355" v="330" actId="6264"/>
          <ac:spMkLst>
            <pc:docMk/>
            <pc:sldMk cId="4264350297" sldId="376"/>
            <ac:spMk id="9" creationId="{AB4797DB-2D93-D0B8-A99C-A8E70006B215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0:15.278" v="325" actId="790"/>
        <pc:sldMkLst>
          <pc:docMk/>
          <pc:sldMk cId="23704330" sldId="377"/>
        </pc:sldMkLst>
        <pc:spChg chg="add mod ord">
          <ac:chgData name="SAM WALLIS" userId="44530289-ccc7-4160-8871-34129518c892" providerId="ADAL" clId="{5396E9AE-3D8C-5B31-976A-641E45F1AB4B}" dt="2025-12-01T17:09:48.187" v="324" actId="6264"/>
          <ac:spMkLst>
            <pc:docMk/>
            <pc:sldMk cId="23704330" sldId="377"/>
            <ac:spMk id="20" creationId="{41AF750C-0929-61A8-7C49-9D0361389D95}"/>
          </ac:spMkLst>
        </pc:spChg>
        <pc:spChg chg="add mod ord">
          <ac:chgData name="SAM WALLIS" userId="44530289-ccc7-4160-8871-34129518c892" providerId="ADAL" clId="{5396E9AE-3D8C-5B31-976A-641E45F1AB4B}" dt="2025-12-01T17:09:48.187" v="324" actId="6264"/>
          <ac:spMkLst>
            <pc:docMk/>
            <pc:sldMk cId="23704330" sldId="377"/>
            <ac:spMk id="22" creationId="{F20C49AE-32E5-A2C4-230C-04C6747DDC1C}"/>
          </ac:spMkLst>
        </pc:spChg>
        <pc:spChg chg="mod ord">
          <ac:chgData name="SAM WALLIS" userId="44530289-ccc7-4160-8871-34129518c892" providerId="ADAL" clId="{5396E9AE-3D8C-5B31-976A-641E45F1AB4B}" dt="2025-12-01T17:10:15.278" v="325" actId="790"/>
          <ac:spMkLst>
            <pc:docMk/>
            <pc:sldMk cId="23704330" sldId="377"/>
            <ac:spMk id="24" creationId="{F3AAF54E-B963-7D63-0F28-25B1B8149C10}"/>
          </ac:spMkLst>
        </pc:spChg>
        <pc:spChg chg="mod ord">
          <ac:chgData name="SAM WALLIS" userId="44530289-ccc7-4160-8871-34129518c892" providerId="ADAL" clId="{5396E9AE-3D8C-5B31-976A-641E45F1AB4B}" dt="2025-12-01T17:10:15.278" v="325" actId="790"/>
          <ac:spMkLst>
            <pc:docMk/>
            <pc:sldMk cId="23704330" sldId="377"/>
            <ac:spMk id="25" creationId="{6D2FB9D2-76CF-E494-EEBC-1E5C50EA2639}"/>
          </ac:spMkLst>
        </pc:spChg>
        <pc:picChg chg="mod">
          <ac:chgData name="SAM WALLIS" userId="44530289-ccc7-4160-8871-34129518c892" providerId="ADAL" clId="{5396E9AE-3D8C-5B31-976A-641E45F1AB4B}" dt="2025-12-01T16:59:08.851" v="168" actId="962"/>
          <ac:picMkLst>
            <pc:docMk/>
            <pc:sldMk cId="23704330" sldId="377"/>
            <ac:picMk id="15" creationId="{B481AF4E-5AC1-09E5-3C56-7E89C59BD11C}"/>
          </ac:picMkLst>
        </pc:picChg>
        <pc:picChg chg="mod">
          <ac:chgData name="SAM WALLIS" userId="44530289-ccc7-4160-8871-34129518c892" providerId="ADAL" clId="{5396E9AE-3D8C-5B31-976A-641E45F1AB4B}" dt="2025-12-01T16:59:08.855" v="170" actId="962"/>
          <ac:picMkLst>
            <pc:docMk/>
            <pc:sldMk cId="23704330" sldId="377"/>
            <ac:picMk id="21" creationId="{C1C6CED4-8C1C-36F8-E7D9-0C2B9472C67E}"/>
          </ac:picMkLst>
        </pc:picChg>
      </pc:sldChg>
      <pc:sldChg chg="addSp delSp modSp mod chgLayout">
        <pc:chgData name="SAM WALLIS" userId="44530289-ccc7-4160-8871-34129518c892" providerId="ADAL" clId="{5396E9AE-3D8C-5B31-976A-641E45F1AB4B}" dt="2025-12-01T17:09:26.619" v="321" actId="6264"/>
        <pc:sldMkLst>
          <pc:docMk/>
          <pc:sldMk cId="2868193430" sldId="378"/>
        </pc:sldMkLst>
        <pc:spChg chg="add mod ord">
          <ac:chgData name="SAM WALLIS" userId="44530289-ccc7-4160-8871-34129518c892" providerId="ADAL" clId="{5396E9AE-3D8C-5B31-976A-641E45F1AB4B}" dt="2025-12-01T17:09:26.619" v="321" actId="6264"/>
          <ac:spMkLst>
            <pc:docMk/>
            <pc:sldMk cId="2868193430" sldId="378"/>
            <ac:spMk id="12" creationId="{D12C94E0-4223-B42D-513C-08AC503F0E14}"/>
          </ac:spMkLst>
        </pc:spChg>
        <pc:spChg chg="add mod ord">
          <ac:chgData name="SAM WALLIS" userId="44530289-ccc7-4160-8871-34129518c892" providerId="ADAL" clId="{5396E9AE-3D8C-5B31-976A-641E45F1AB4B}" dt="2025-12-01T17:09:26.619" v="321" actId="6264"/>
          <ac:spMkLst>
            <pc:docMk/>
            <pc:sldMk cId="2868193430" sldId="378"/>
            <ac:spMk id="13" creationId="{9BDD6DE8-9FEB-52B5-CD6E-448371DDB29A}"/>
          </ac:spMkLst>
        </pc:spChg>
        <pc:spChg chg="add mod ord">
          <ac:chgData name="SAM WALLIS" userId="44530289-ccc7-4160-8871-34129518c892" providerId="ADAL" clId="{5396E9AE-3D8C-5B31-976A-641E45F1AB4B}" dt="2025-12-01T17:09:26.619" v="321" actId="6264"/>
          <ac:spMkLst>
            <pc:docMk/>
            <pc:sldMk cId="2868193430" sldId="378"/>
            <ac:spMk id="14" creationId="{2E785822-B5B8-9078-2844-AA929678E370}"/>
          </ac:spMkLst>
        </pc:spChg>
        <pc:spChg chg="add mod ord">
          <ac:chgData name="SAM WALLIS" userId="44530289-ccc7-4160-8871-34129518c892" providerId="ADAL" clId="{5396E9AE-3D8C-5B31-976A-641E45F1AB4B}" dt="2025-12-01T17:09:26.619" v="321" actId="6264"/>
          <ac:spMkLst>
            <pc:docMk/>
            <pc:sldMk cId="2868193430" sldId="378"/>
            <ac:spMk id="15" creationId="{4C440C8E-2649-42E4-3827-8A7B484B579D}"/>
          </ac:spMkLst>
        </pc:spChg>
        <pc:spChg chg="add mod ord">
          <ac:chgData name="SAM WALLIS" userId="44530289-ccc7-4160-8871-34129518c892" providerId="ADAL" clId="{5396E9AE-3D8C-5B31-976A-641E45F1AB4B}" dt="2025-12-01T17:09:26.619" v="321" actId="6264"/>
          <ac:spMkLst>
            <pc:docMk/>
            <pc:sldMk cId="2868193430" sldId="378"/>
            <ac:spMk id="16" creationId="{00915C5F-A3F9-C952-60A2-6014C5D27263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0:42.577" v="328" actId="6264"/>
        <pc:sldMkLst>
          <pc:docMk/>
          <pc:sldMk cId="4048295844" sldId="380"/>
        </pc:sldMkLst>
        <pc:spChg chg="add mod ord">
          <ac:chgData name="SAM WALLIS" userId="44530289-ccc7-4160-8871-34129518c892" providerId="ADAL" clId="{5396E9AE-3D8C-5B31-976A-641E45F1AB4B}" dt="2025-12-01T17:10:42.577" v="328" actId="6264"/>
          <ac:spMkLst>
            <pc:docMk/>
            <pc:sldMk cId="4048295844" sldId="380"/>
            <ac:spMk id="2" creationId="{08353F7C-CBFC-2897-43DE-297982D31DAE}"/>
          </ac:spMkLst>
        </pc:spChg>
        <pc:spChg chg="add mod ord">
          <ac:chgData name="SAM WALLIS" userId="44530289-ccc7-4160-8871-34129518c892" providerId="ADAL" clId="{5396E9AE-3D8C-5B31-976A-641E45F1AB4B}" dt="2025-12-01T17:10:42.577" v="328" actId="6264"/>
          <ac:spMkLst>
            <pc:docMk/>
            <pc:sldMk cId="4048295844" sldId="380"/>
            <ac:spMk id="3" creationId="{88AFDDAC-97CF-AE5E-F4DF-C88E155812B7}"/>
          </ac:spMkLst>
        </pc:spChg>
        <pc:spChg chg="add mod ord">
          <ac:chgData name="SAM WALLIS" userId="44530289-ccc7-4160-8871-34129518c892" providerId="ADAL" clId="{5396E9AE-3D8C-5B31-976A-641E45F1AB4B}" dt="2025-12-01T17:10:42.577" v="328" actId="6264"/>
          <ac:spMkLst>
            <pc:docMk/>
            <pc:sldMk cId="4048295844" sldId="380"/>
            <ac:spMk id="4" creationId="{EF12A354-8453-0E39-015A-96B7176E829E}"/>
          </ac:spMkLst>
        </pc:spChg>
        <pc:spChg chg="add mod ord">
          <ac:chgData name="SAM WALLIS" userId="44530289-ccc7-4160-8871-34129518c892" providerId="ADAL" clId="{5396E9AE-3D8C-5B31-976A-641E45F1AB4B}" dt="2025-12-01T17:10:42.577" v="328" actId="6264"/>
          <ac:spMkLst>
            <pc:docMk/>
            <pc:sldMk cId="4048295844" sldId="380"/>
            <ac:spMk id="5" creationId="{F3B410DF-A458-DC12-9CC5-CBE87752C370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10:48.671" v="329" actId="6264"/>
        <pc:sldMkLst>
          <pc:docMk/>
          <pc:sldMk cId="48974275" sldId="381"/>
        </pc:sldMkLst>
        <pc:spChg chg="add mod ord">
          <ac:chgData name="SAM WALLIS" userId="44530289-ccc7-4160-8871-34129518c892" providerId="ADAL" clId="{5396E9AE-3D8C-5B31-976A-641E45F1AB4B}" dt="2025-12-01T17:10:48.671" v="329" actId="6264"/>
          <ac:spMkLst>
            <pc:docMk/>
            <pc:sldMk cId="48974275" sldId="381"/>
            <ac:spMk id="2" creationId="{BCF28FF9-BACA-E7D5-F2D2-32F7F0020F6A}"/>
          </ac:spMkLst>
        </pc:spChg>
        <pc:spChg chg="add mod ord">
          <ac:chgData name="SAM WALLIS" userId="44530289-ccc7-4160-8871-34129518c892" providerId="ADAL" clId="{5396E9AE-3D8C-5B31-976A-641E45F1AB4B}" dt="2025-12-01T17:10:48.671" v="329" actId="6264"/>
          <ac:spMkLst>
            <pc:docMk/>
            <pc:sldMk cId="48974275" sldId="381"/>
            <ac:spMk id="3" creationId="{26F7196B-203C-CBC6-E9C4-234BA991A3E5}"/>
          </ac:spMkLst>
        </pc:spChg>
        <pc:spChg chg="add mod ord">
          <ac:chgData name="SAM WALLIS" userId="44530289-ccc7-4160-8871-34129518c892" providerId="ADAL" clId="{5396E9AE-3D8C-5B31-976A-641E45F1AB4B}" dt="2025-12-01T17:10:48.671" v="329" actId="6264"/>
          <ac:spMkLst>
            <pc:docMk/>
            <pc:sldMk cId="48974275" sldId="381"/>
            <ac:spMk id="4" creationId="{66626577-2BC1-F940-5BDF-E740C4E88E4D}"/>
          </ac:spMkLst>
        </pc:spChg>
        <pc:spChg chg="add mod ord">
          <ac:chgData name="SAM WALLIS" userId="44530289-ccc7-4160-8871-34129518c892" providerId="ADAL" clId="{5396E9AE-3D8C-5B31-976A-641E45F1AB4B}" dt="2025-12-01T17:10:48.671" v="329" actId="6264"/>
          <ac:spMkLst>
            <pc:docMk/>
            <pc:sldMk cId="48974275" sldId="381"/>
            <ac:spMk id="5" creationId="{B023A911-7F6E-0CFB-CBFD-57F7EEDD7691}"/>
          </ac:spMkLst>
        </pc:spChg>
      </pc:sldChg>
      <pc:sldChg chg="addSp delSp modSp mod chgLayout">
        <pc:chgData name="SAM WALLIS" userId="44530289-ccc7-4160-8871-34129518c892" providerId="ADAL" clId="{5396E9AE-3D8C-5B31-976A-641E45F1AB4B}" dt="2025-12-01T17:09:17.944" v="320" actId="790"/>
        <pc:sldMkLst>
          <pc:docMk/>
          <pc:sldMk cId="4057567667" sldId="382"/>
        </pc:sldMkLst>
        <pc:spChg chg="add mod ord">
          <ac:chgData name="SAM WALLIS" userId="44530289-ccc7-4160-8871-34129518c892" providerId="ADAL" clId="{5396E9AE-3D8C-5B31-976A-641E45F1AB4B}" dt="2025-12-01T17:09:04.399" v="319" actId="6264"/>
          <ac:spMkLst>
            <pc:docMk/>
            <pc:sldMk cId="4057567667" sldId="382"/>
            <ac:spMk id="15" creationId="{053569EA-79E5-9671-1597-276F6C2A08D0}"/>
          </ac:spMkLst>
        </pc:spChg>
        <pc:spChg chg="add mod ord">
          <ac:chgData name="SAM WALLIS" userId="44530289-ccc7-4160-8871-34129518c892" providerId="ADAL" clId="{5396E9AE-3D8C-5B31-976A-641E45F1AB4B}" dt="2025-12-01T17:09:04.399" v="319" actId="6264"/>
          <ac:spMkLst>
            <pc:docMk/>
            <pc:sldMk cId="4057567667" sldId="382"/>
            <ac:spMk id="16" creationId="{2402B39A-9759-C3EA-1ED6-349EE0208B23}"/>
          </ac:spMkLst>
        </pc:spChg>
        <pc:spChg chg="mod ord">
          <ac:chgData name="SAM WALLIS" userId="44530289-ccc7-4160-8871-34129518c892" providerId="ADAL" clId="{5396E9AE-3D8C-5B31-976A-641E45F1AB4B}" dt="2025-12-01T17:09:17.944" v="320" actId="790"/>
          <ac:spMkLst>
            <pc:docMk/>
            <pc:sldMk cId="4057567667" sldId="382"/>
            <ac:spMk id="19" creationId="{371869F7-446D-B7B4-8AB9-A049B148C6E0}"/>
          </ac:spMkLst>
        </pc:spChg>
        <pc:spChg chg="mod ord">
          <ac:chgData name="SAM WALLIS" userId="44530289-ccc7-4160-8871-34129518c892" providerId="ADAL" clId="{5396E9AE-3D8C-5B31-976A-641E45F1AB4B}" dt="2025-12-01T17:09:17.944" v="320" actId="790"/>
          <ac:spMkLst>
            <pc:docMk/>
            <pc:sldMk cId="4057567667" sldId="382"/>
            <ac:spMk id="20" creationId="{B98650C4-3336-D7A2-5532-EE131E284F28}"/>
          </ac:spMkLst>
        </pc:spChg>
        <pc:picChg chg="add mod ord">
          <ac:chgData name="SAM WALLIS" userId="44530289-ccc7-4160-8871-34129518c892" providerId="ADAL" clId="{5396E9AE-3D8C-5B31-976A-641E45F1AB4B}" dt="2025-12-01T17:09:04.399" v="319" actId="6264"/>
          <ac:picMkLst>
            <pc:docMk/>
            <pc:sldMk cId="4057567667" sldId="382"/>
            <ac:picMk id="5" creationId="{7AA656B9-2779-7910-729B-6341C4C167DB}"/>
          </ac:picMkLst>
        </pc:picChg>
      </pc:sldChg>
      <pc:sldChg chg="addSp delSp modSp mod chgLayout">
        <pc:chgData name="SAM WALLIS" userId="44530289-ccc7-4160-8871-34129518c892" providerId="ADAL" clId="{5396E9AE-3D8C-5B31-976A-641E45F1AB4B}" dt="2025-12-01T17:10:31.286" v="326" actId="6264"/>
        <pc:sldMkLst>
          <pc:docMk/>
          <pc:sldMk cId="905198343" sldId="383"/>
        </pc:sldMkLst>
        <pc:spChg chg="add mod ord">
          <ac:chgData name="SAM WALLIS" userId="44530289-ccc7-4160-8871-34129518c892" providerId="ADAL" clId="{5396E9AE-3D8C-5B31-976A-641E45F1AB4B}" dt="2025-12-01T17:10:31.286" v="326" actId="6264"/>
          <ac:spMkLst>
            <pc:docMk/>
            <pc:sldMk cId="905198343" sldId="383"/>
            <ac:spMk id="22" creationId="{9A26DC53-CC1C-9D7C-C367-4F070ECC56B0}"/>
          </ac:spMkLst>
        </pc:spChg>
        <pc:spChg chg="add mod ord">
          <ac:chgData name="SAM WALLIS" userId="44530289-ccc7-4160-8871-34129518c892" providerId="ADAL" clId="{5396E9AE-3D8C-5B31-976A-641E45F1AB4B}" dt="2025-12-01T17:10:31.286" v="326" actId="6264"/>
          <ac:spMkLst>
            <pc:docMk/>
            <pc:sldMk cId="905198343" sldId="383"/>
            <ac:spMk id="23" creationId="{0F233B41-1CA1-CB7C-C7CD-F67131FF7FE9}"/>
          </ac:spMkLst>
        </pc:spChg>
        <pc:spChg chg="add mod ord">
          <ac:chgData name="SAM WALLIS" userId="44530289-ccc7-4160-8871-34129518c892" providerId="ADAL" clId="{5396E9AE-3D8C-5B31-976A-641E45F1AB4B}" dt="2025-12-01T17:10:31.286" v="326" actId="6264"/>
          <ac:spMkLst>
            <pc:docMk/>
            <pc:sldMk cId="905198343" sldId="383"/>
            <ac:spMk id="24" creationId="{069E4DBB-06A8-D536-F717-8EE7413B1B37}"/>
          </ac:spMkLst>
        </pc:spChg>
        <pc:spChg chg="add mod ord">
          <ac:chgData name="SAM WALLIS" userId="44530289-ccc7-4160-8871-34129518c892" providerId="ADAL" clId="{5396E9AE-3D8C-5B31-976A-641E45F1AB4B}" dt="2025-12-01T17:10:31.286" v="326" actId="6264"/>
          <ac:spMkLst>
            <pc:docMk/>
            <pc:sldMk cId="905198343" sldId="383"/>
            <ac:spMk id="25" creationId="{FD2CD472-70E0-A890-71CD-1C8D20E22190}"/>
          </ac:spMkLst>
        </pc:spChg>
        <pc:spChg chg="add mod ord">
          <ac:chgData name="SAM WALLIS" userId="44530289-ccc7-4160-8871-34129518c892" providerId="ADAL" clId="{5396E9AE-3D8C-5B31-976A-641E45F1AB4B}" dt="2025-12-01T17:10:31.286" v="326" actId="6264"/>
          <ac:spMkLst>
            <pc:docMk/>
            <pc:sldMk cId="905198343" sldId="383"/>
            <ac:spMk id="26" creationId="{DCB13AF1-4936-8740-8511-954084983401}"/>
          </ac:spMkLst>
        </pc:spChg>
      </pc:sldChg>
      <pc:sldChg chg="new">
        <pc:chgData name="SAM WALLIS" userId="44530289-ccc7-4160-8871-34129518c892" providerId="ADAL" clId="{5396E9AE-3D8C-5B31-976A-641E45F1AB4B}" dt="2025-12-16T15:12:19.730" v="426" actId="680"/>
        <pc:sldMkLst>
          <pc:docMk/>
          <pc:sldMk cId="3414265154" sldId="384"/>
        </pc:sldMkLst>
      </pc:sldChg>
      <pc:sldChg chg="new">
        <pc:chgData name="SAM WALLIS" userId="44530289-ccc7-4160-8871-34129518c892" providerId="ADAL" clId="{5396E9AE-3D8C-5B31-976A-641E45F1AB4B}" dt="2025-12-16T15:12:24.779" v="427" actId="680"/>
        <pc:sldMkLst>
          <pc:docMk/>
          <pc:sldMk cId="1102060772" sldId="385"/>
        </pc:sldMkLst>
      </pc:sldChg>
      <pc:sldChg chg="new">
        <pc:chgData name="SAM WALLIS" userId="44530289-ccc7-4160-8871-34129518c892" providerId="ADAL" clId="{5396E9AE-3D8C-5B31-976A-641E45F1AB4B}" dt="2025-12-16T15:12:26.163" v="428" actId="680"/>
        <pc:sldMkLst>
          <pc:docMk/>
          <pc:sldMk cId="3068558641" sldId="386"/>
        </pc:sldMkLst>
      </pc:sldChg>
      <pc:sldChg chg="new">
        <pc:chgData name="SAM WALLIS" userId="44530289-ccc7-4160-8871-34129518c892" providerId="ADAL" clId="{5396E9AE-3D8C-5B31-976A-641E45F1AB4B}" dt="2025-12-16T15:12:27.564" v="429" actId="680"/>
        <pc:sldMkLst>
          <pc:docMk/>
          <pc:sldMk cId="3035406145" sldId="387"/>
        </pc:sldMkLst>
      </pc:sldChg>
      <pc:sldChg chg="new">
        <pc:chgData name="SAM WALLIS" userId="44530289-ccc7-4160-8871-34129518c892" providerId="ADAL" clId="{5396E9AE-3D8C-5B31-976A-641E45F1AB4B}" dt="2025-12-16T15:12:29.132" v="430" actId="680"/>
        <pc:sldMkLst>
          <pc:docMk/>
          <pc:sldMk cId="3516281733" sldId="388"/>
        </pc:sldMkLst>
      </pc:sldChg>
      <pc:sldChg chg="new">
        <pc:chgData name="SAM WALLIS" userId="44530289-ccc7-4160-8871-34129518c892" providerId="ADAL" clId="{5396E9AE-3D8C-5B31-976A-641E45F1AB4B}" dt="2025-12-16T15:12:30.934" v="431" actId="680"/>
        <pc:sldMkLst>
          <pc:docMk/>
          <pc:sldMk cId="3009134052" sldId="389"/>
        </pc:sldMkLst>
      </pc:sldChg>
      <pc:sldChg chg="new">
        <pc:chgData name="SAM WALLIS" userId="44530289-ccc7-4160-8871-34129518c892" providerId="ADAL" clId="{5396E9AE-3D8C-5B31-976A-641E45F1AB4B}" dt="2025-12-16T15:12:32.270" v="432" actId="680"/>
        <pc:sldMkLst>
          <pc:docMk/>
          <pc:sldMk cId="2083161394" sldId="390"/>
        </pc:sldMkLst>
      </pc:sldChg>
      <pc:sldChg chg="new">
        <pc:chgData name="SAM WALLIS" userId="44530289-ccc7-4160-8871-34129518c892" providerId="ADAL" clId="{5396E9AE-3D8C-5B31-976A-641E45F1AB4B}" dt="2025-12-16T15:12:33.661" v="433" actId="680"/>
        <pc:sldMkLst>
          <pc:docMk/>
          <pc:sldMk cId="259091018" sldId="391"/>
        </pc:sldMkLst>
      </pc:sldChg>
      <pc:sldChg chg="new">
        <pc:chgData name="SAM WALLIS" userId="44530289-ccc7-4160-8871-34129518c892" providerId="ADAL" clId="{5396E9AE-3D8C-5B31-976A-641E45F1AB4B}" dt="2025-12-16T15:12:35.054" v="434" actId="680"/>
        <pc:sldMkLst>
          <pc:docMk/>
          <pc:sldMk cId="2824436028" sldId="392"/>
        </pc:sldMkLst>
      </pc:sldChg>
      <pc:sldChg chg="new">
        <pc:chgData name="SAM WALLIS" userId="44530289-ccc7-4160-8871-34129518c892" providerId="ADAL" clId="{5396E9AE-3D8C-5B31-976A-641E45F1AB4B}" dt="2025-12-16T15:12:36.747" v="435" actId="680"/>
        <pc:sldMkLst>
          <pc:docMk/>
          <pc:sldMk cId="2292822173" sldId="393"/>
        </pc:sldMkLst>
      </pc:sldChg>
      <pc:sldMasterChg chg="modSldLayout">
        <pc:chgData name="SAM WALLIS" userId="44530289-ccc7-4160-8871-34129518c892" providerId="ADAL" clId="{5396E9AE-3D8C-5B31-976A-641E45F1AB4B}" dt="2025-12-01T16:37:05.248" v="22" actId="14100"/>
        <pc:sldMasterMkLst>
          <pc:docMk/>
          <pc:sldMasterMk cId="3524010020" sldId="2147483749"/>
        </pc:sldMasterMkLst>
        <pc:sldLayoutChg chg="modSp">
          <pc:chgData name="SAM WALLIS" userId="44530289-ccc7-4160-8871-34129518c892" providerId="ADAL" clId="{5396E9AE-3D8C-5B31-976A-641E45F1AB4B}" dt="2025-12-01T16:26:23.282" v="1" actId="14826"/>
          <pc:sldLayoutMkLst>
            <pc:docMk/>
            <pc:sldMasterMk cId="3524010020" sldId="2147483749"/>
            <pc:sldLayoutMk cId="2623940899" sldId="2147483683"/>
          </pc:sldLayoutMkLst>
          <pc:picChg chg="mod">
            <ac:chgData name="SAM WALLIS" userId="44530289-ccc7-4160-8871-34129518c892" providerId="ADAL" clId="{5396E9AE-3D8C-5B31-976A-641E45F1AB4B}" dt="2025-12-01T16:26:23.282" v="1" actId="14826"/>
            <ac:picMkLst>
              <pc:docMk/>
              <pc:sldMasterMk cId="3524010020" sldId="2147483749"/>
              <pc:sldLayoutMk cId="2623940899" sldId="2147483683"/>
              <ac:picMk id="3" creationId="{742738C1-054C-39F1-9C4E-05BF9C433190}"/>
            </ac:picMkLst>
          </pc:picChg>
        </pc:sldLayoutChg>
        <pc:sldLayoutChg chg="addSp delSp modSp mod">
          <pc:chgData name="SAM WALLIS" userId="44530289-ccc7-4160-8871-34129518c892" providerId="ADAL" clId="{5396E9AE-3D8C-5B31-976A-641E45F1AB4B}" dt="2025-12-01T16:36:51.638" v="21" actId="14100"/>
          <pc:sldLayoutMkLst>
            <pc:docMk/>
            <pc:sldMasterMk cId="3524010020" sldId="2147483749"/>
            <pc:sldLayoutMk cId="3348167597" sldId="2147483859"/>
          </pc:sldLayoutMkLst>
          <pc:spChg chg="mod">
            <ac:chgData name="SAM WALLIS" userId="44530289-ccc7-4160-8871-34129518c892" providerId="ADAL" clId="{5396E9AE-3D8C-5B31-976A-641E45F1AB4B}" dt="2025-12-01T16:36:51.638" v="21" actId="14100"/>
            <ac:spMkLst>
              <pc:docMk/>
              <pc:sldMasterMk cId="3524010020" sldId="2147483749"/>
              <pc:sldLayoutMk cId="3348167597" sldId="2147483859"/>
              <ac:spMk id="6" creationId="{5897305B-ACAD-C9B2-86D8-F53C5F632660}"/>
            </ac:spMkLst>
          </pc:spChg>
        </pc:sldLayoutChg>
        <pc:sldLayoutChg chg="modSp mod">
          <pc:chgData name="SAM WALLIS" userId="44530289-ccc7-4160-8871-34129518c892" providerId="ADAL" clId="{5396E9AE-3D8C-5B31-976A-641E45F1AB4B}" dt="2025-12-01T16:37:05.248" v="22" actId="14100"/>
          <pc:sldLayoutMkLst>
            <pc:docMk/>
            <pc:sldMasterMk cId="3524010020" sldId="2147483749"/>
            <pc:sldLayoutMk cId="3740982591" sldId="2147483862"/>
          </pc:sldLayoutMkLst>
          <pc:spChg chg="mod">
            <ac:chgData name="SAM WALLIS" userId="44530289-ccc7-4160-8871-34129518c892" providerId="ADAL" clId="{5396E9AE-3D8C-5B31-976A-641E45F1AB4B}" dt="2025-12-01T16:37:05.248" v="22" actId="14100"/>
            <ac:spMkLst>
              <pc:docMk/>
              <pc:sldMasterMk cId="3524010020" sldId="2147483749"/>
              <pc:sldLayoutMk cId="3740982591" sldId="2147483862"/>
              <ac:spMk id="2" creationId="{661A24C4-2B99-EA17-EE50-A2591276F2E9}"/>
            </ac:spMkLst>
          </pc:spChg>
        </pc:sldLayoutChg>
      </pc:sldMasterChg>
      <pc:sldMasterChg chg="modSldLayout">
        <pc:chgData name="SAM WALLIS" userId="44530289-ccc7-4160-8871-34129518c892" providerId="ADAL" clId="{5396E9AE-3D8C-5B31-976A-641E45F1AB4B}" dt="2025-12-01T17:03:18.472" v="300" actId="790"/>
        <pc:sldMasterMkLst>
          <pc:docMk/>
          <pc:sldMasterMk cId="4211020604" sldId="2147483750"/>
        </pc:sldMasterMkLst>
        <pc:sldLayoutChg chg="modSp mod">
          <pc:chgData name="SAM WALLIS" userId="44530289-ccc7-4160-8871-34129518c892" providerId="ADAL" clId="{5396E9AE-3D8C-5B31-976A-641E45F1AB4B}" dt="2025-12-01T17:03:18.472" v="300" actId="790"/>
          <pc:sldLayoutMkLst>
            <pc:docMk/>
            <pc:sldMasterMk cId="4211020604" sldId="2147483750"/>
            <pc:sldLayoutMk cId="106152730" sldId="2147483729"/>
          </pc:sldLayoutMkLst>
          <pc:spChg chg="mod">
            <ac:chgData name="SAM WALLIS" userId="44530289-ccc7-4160-8871-34129518c892" providerId="ADAL" clId="{5396E9AE-3D8C-5B31-976A-641E45F1AB4B}" dt="2025-12-01T17:03:18.472" v="300" actId="790"/>
            <ac:spMkLst>
              <pc:docMk/>
              <pc:sldMasterMk cId="4211020604" sldId="2147483750"/>
              <pc:sldLayoutMk cId="106152730" sldId="2147483729"/>
              <ac:spMk id="3" creationId="{7AF1671B-C1E6-64DE-7837-ECBD7EDB10F1}"/>
            </ac:spMkLst>
          </pc:spChg>
          <pc:spChg chg="mod">
            <ac:chgData name="SAM WALLIS" userId="44530289-ccc7-4160-8871-34129518c892" providerId="ADAL" clId="{5396E9AE-3D8C-5B31-976A-641E45F1AB4B}" dt="2025-12-01T17:03:18.472" v="300" actId="790"/>
            <ac:spMkLst>
              <pc:docMk/>
              <pc:sldMasterMk cId="4211020604" sldId="2147483750"/>
              <pc:sldLayoutMk cId="106152730" sldId="2147483729"/>
              <ac:spMk id="4" creationId="{74F80FB6-B03E-0053-B026-D8678D347D76}"/>
            </ac:spMkLst>
          </pc:spChg>
        </pc:sldLayoutChg>
      </pc:sldMasterChg>
      <pc:sldMasterChg chg="mod modSldLayout sldLayoutOrd">
        <pc:chgData name="SAM WALLIS" userId="44530289-ccc7-4160-8871-34129518c892" providerId="ADAL" clId="{5396E9AE-3D8C-5B31-976A-641E45F1AB4B}" dt="2025-12-16T15:11:23.990" v="408" actId="6014"/>
        <pc:sldMasterMkLst>
          <pc:docMk/>
          <pc:sldMasterMk cId="2454644457" sldId="2147483810"/>
        </pc:sldMasterMkLst>
        <pc:sldLayoutChg chg="addSp delSp modSp mod">
          <pc:chgData name="SAM WALLIS" userId="44530289-ccc7-4160-8871-34129518c892" providerId="ADAL" clId="{5396E9AE-3D8C-5B31-976A-641E45F1AB4B}" dt="2025-12-16T15:10:24.397" v="388"/>
          <pc:sldLayoutMkLst>
            <pc:docMk/>
            <pc:sldMasterMk cId="2454644457" sldId="2147483810"/>
            <pc:sldLayoutMk cId="1730711262" sldId="2147483813"/>
          </pc:sldLayoutMkLst>
          <pc:spChg chg="add mod">
            <ac:chgData name="SAM WALLIS" userId="44530289-ccc7-4160-8871-34129518c892" providerId="ADAL" clId="{5396E9AE-3D8C-5B31-976A-641E45F1AB4B}" dt="2025-12-16T15:10:24.397" v="388"/>
            <ac:spMkLst>
              <pc:docMk/>
              <pc:sldMasterMk cId="2454644457" sldId="2147483810"/>
              <pc:sldLayoutMk cId="1730711262" sldId="2147483813"/>
              <ac:spMk id="2" creationId="{1CAA0944-3549-B1C6-0EAD-0D224BCF0C9E}"/>
            </ac:spMkLst>
          </pc:spChg>
          <pc:spChg chg="del">
            <ac:chgData name="SAM WALLIS" userId="44530289-ccc7-4160-8871-34129518c892" providerId="ADAL" clId="{5396E9AE-3D8C-5B31-976A-641E45F1AB4B}" dt="2025-12-16T15:10:23.923" v="387" actId="478"/>
            <ac:spMkLst>
              <pc:docMk/>
              <pc:sldMasterMk cId="2454644457" sldId="2147483810"/>
              <pc:sldLayoutMk cId="1730711262" sldId="2147483813"/>
              <ac:spMk id="3" creationId="{D55E6861-44C5-6EA1-003C-60778A929DB1}"/>
            </ac:spMkLst>
          </pc:spChg>
          <pc:spChg chg="add del mod">
            <ac:chgData name="SAM WALLIS" userId="44530289-ccc7-4160-8871-34129518c892" providerId="ADAL" clId="{5396E9AE-3D8C-5B31-976A-641E45F1AB4B}" dt="2025-12-16T15:10:23.923" v="387" actId="478"/>
            <ac:spMkLst>
              <pc:docMk/>
              <pc:sldMasterMk cId="2454644457" sldId="2147483810"/>
              <pc:sldLayoutMk cId="1730711262" sldId="2147483813"/>
              <ac:spMk id="4" creationId="{CE93EF48-AD62-1E3C-BCA4-8E948EB93956}"/>
            </ac:spMkLst>
          </pc:spChg>
        </pc:sldLayoutChg>
        <pc:sldLayoutChg chg="addSp delSp modSp mod">
          <pc:chgData name="SAM WALLIS" userId="44530289-ccc7-4160-8871-34129518c892" providerId="ADAL" clId="{5396E9AE-3D8C-5B31-976A-641E45F1AB4B}" dt="2025-12-16T15:10:52.138" v="397"/>
          <pc:sldLayoutMkLst>
            <pc:docMk/>
            <pc:sldMasterMk cId="2454644457" sldId="2147483810"/>
            <pc:sldLayoutMk cId="1409359912" sldId="2147483816"/>
          </pc:sldLayoutMkLst>
          <pc:spChg chg="add del mod">
            <ac:chgData name="SAM WALLIS" userId="44530289-ccc7-4160-8871-34129518c892" providerId="ADAL" clId="{5396E9AE-3D8C-5B31-976A-641E45F1AB4B}" dt="2025-12-16T15:10:33.837" v="392" actId="21"/>
            <ac:spMkLst>
              <pc:docMk/>
              <pc:sldMasterMk cId="2454644457" sldId="2147483810"/>
              <pc:sldLayoutMk cId="1409359912" sldId="2147483816"/>
              <ac:spMk id="2" creationId="{C3ADBB0F-96F2-F40A-9FCD-45D7A4D0E424}"/>
            </ac:spMkLst>
          </pc:spChg>
          <pc:spChg chg="add del mod">
            <ac:chgData name="SAM WALLIS" userId="44530289-ccc7-4160-8871-34129518c892" providerId="ADAL" clId="{5396E9AE-3D8C-5B31-976A-641E45F1AB4B}" dt="2025-12-16T15:10:37.194" v="393" actId="478"/>
            <ac:spMkLst>
              <pc:docMk/>
              <pc:sldMasterMk cId="2454644457" sldId="2147483810"/>
              <pc:sldLayoutMk cId="1409359912" sldId="2147483816"/>
              <ac:spMk id="3" creationId="{95D72972-C95D-E6A3-D1CA-5EF951DB8356}"/>
            </ac:spMkLst>
          </pc:spChg>
          <pc:spChg chg="del">
            <ac:chgData name="SAM WALLIS" userId="44530289-ccc7-4160-8871-34129518c892" providerId="ADAL" clId="{5396E9AE-3D8C-5B31-976A-641E45F1AB4B}" dt="2025-12-16T15:10:37.194" v="393" actId="478"/>
            <ac:spMkLst>
              <pc:docMk/>
              <pc:sldMasterMk cId="2454644457" sldId="2147483810"/>
              <pc:sldLayoutMk cId="1409359912" sldId="2147483816"/>
              <ac:spMk id="4" creationId="{36833B18-0D83-B931-4970-C7F3BEC00157}"/>
            </ac:spMkLst>
          </pc:spChg>
          <pc:spChg chg="add del mod">
            <ac:chgData name="SAM WALLIS" userId="44530289-ccc7-4160-8871-34129518c892" providerId="ADAL" clId="{5396E9AE-3D8C-5B31-976A-641E45F1AB4B}" dt="2025-12-16T15:10:44.045" v="396" actId="478"/>
            <ac:spMkLst>
              <pc:docMk/>
              <pc:sldMasterMk cId="2454644457" sldId="2147483810"/>
              <pc:sldLayoutMk cId="1409359912" sldId="2147483816"/>
              <ac:spMk id="5" creationId="{9E0790BE-1B8F-CCAC-F1CC-455F0428C547}"/>
            </ac:spMkLst>
          </pc:spChg>
          <pc:spChg chg="add mod">
            <ac:chgData name="SAM WALLIS" userId="44530289-ccc7-4160-8871-34129518c892" providerId="ADAL" clId="{5396E9AE-3D8C-5B31-976A-641E45F1AB4B}" dt="2025-12-16T15:10:52.138" v="397"/>
            <ac:spMkLst>
              <pc:docMk/>
              <pc:sldMasterMk cId="2454644457" sldId="2147483810"/>
              <pc:sldLayoutMk cId="1409359912" sldId="2147483816"/>
              <ac:spMk id="6" creationId="{7D635CB3-3F2F-D6AC-41DC-EB5A9F2D72EA}"/>
            </ac:spMkLst>
          </pc:spChg>
        </pc:sldLayoutChg>
        <pc:sldLayoutChg chg="addSp delSp modSp mod">
          <pc:chgData name="SAM WALLIS" userId="44530289-ccc7-4160-8871-34129518c892" providerId="ADAL" clId="{5396E9AE-3D8C-5B31-976A-641E45F1AB4B}" dt="2025-12-16T15:10:56.989" v="399"/>
          <pc:sldLayoutMkLst>
            <pc:docMk/>
            <pc:sldMasterMk cId="2454644457" sldId="2147483810"/>
            <pc:sldLayoutMk cId="690638185" sldId="2147483817"/>
          </pc:sldLayoutMkLst>
          <pc:spChg chg="add mod">
            <ac:chgData name="SAM WALLIS" userId="44530289-ccc7-4160-8871-34129518c892" providerId="ADAL" clId="{5396E9AE-3D8C-5B31-976A-641E45F1AB4B}" dt="2025-12-16T15:10:56.989" v="399"/>
            <ac:spMkLst>
              <pc:docMk/>
              <pc:sldMasterMk cId="2454644457" sldId="2147483810"/>
              <pc:sldLayoutMk cId="690638185" sldId="2147483817"/>
              <ac:spMk id="2" creationId="{8C9B8150-B41F-B5CB-5437-B201BAC0D043}"/>
            </ac:spMkLst>
          </pc:spChg>
          <pc:spChg chg="add del mod">
            <ac:chgData name="SAM WALLIS" userId="44530289-ccc7-4160-8871-34129518c892" providerId="ADAL" clId="{5396E9AE-3D8C-5B31-976A-641E45F1AB4B}" dt="2025-12-16T15:10:56.625" v="398" actId="478"/>
            <ac:spMkLst>
              <pc:docMk/>
              <pc:sldMasterMk cId="2454644457" sldId="2147483810"/>
              <pc:sldLayoutMk cId="690638185" sldId="2147483817"/>
              <ac:spMk id="3" creationId="{7059EFD3-BBD2-3A1A-24BC-B8D1BA3B0499}"/>
            </ac:spMkLst>
          </pc:spChg>
          <pc:spChg chg="del">
            <ac:chgData name="SAM WALLIS" userId="44530289-ccc7-4160-8871-34129518c892" providerId="ADAL" clId="{5396E9AE-3D8C-5B31-976A-641E45F1AB4B}" dt="2025-12-16T15:10:56.625" v="398" actId="478"/>
            <ac:spMkLst>
              <pc:docMk/>
              <pc:sldMasterMk cId="2454644457" sldId="2147483810"/>
              <pc:sldLayoutMk cId="690638185" sldId="2147483817"/>
              <ac:spMk id="5" creationId="{70C7E013-5772-0A41-15A2-A8C815F18265}"/>
            </ac:spMkLst>
          </pc:spChg>
        </pc:sldLayoutChg>
        <pc:sldLayoutChg chg="addSp delSp modSp mod">
          <pc:chgData name="SAM WALLIS" userId="44530289-ccc7-4160-8871-34129518c892" providerId="ADAL" clId="{5396E9AE-3D8C-5B31-976A-641E45F1AB4B}" dt="2025-12-16T15:11:01.454" v="401"/>
          <pc:sldLayoutMkLst>
            <pc:docMk/>
            <pc:sldMasterMk cId="2454644457" sldId="2147483810"/>
            <pc:sldLayoutMk cId="2088636446" sldId="2147483824"/>
          </pc:sldLayoutMkLst>
          <pc:spChg chg="add mod">
            <ac:chgData name="SAM WALLIS" userId="44530289-ccc7-4160-8871-34129518c892" providerId="ADAL" clId="{5396E9AE-3D8C-5B31-976A-641E45F1AB4B}" dt="2025-12-16T15:11:01.454" v="401"/>
            <ac:spMkLst>
              <pc:docMk/>
              <pc:sldMasterMk cId="2454644457" sldId="2147483810"/>
              <pc:sldLayoutMk cId="2088636446" sldId="2147483824"/>
              <ac:spMk id="2" creationId="{17F94DC0-3150-F406-9CB1-3925ACFA6DD8}"/>
            </ac:spMkLst>
          </pc:spChg>
          <pc:spChg chg="del">
            <ac:chgData name="SAM WALLIS" userId="44530289-ccc7-4160-8871-34129518c892" providerId="ADAL" clId="{5396E9AE-3D8C-5B31-976A-641E45F1AB4B}" dt="2025-12-16T15:11:00.828" v="400" actId="478"/>
            <ac:spMkLst>
              <pc:docMk/>
              <pc:sldMasterMk cId="2454644457" sldId="2147483810"/>
              <pc:sldLayoutMk cId="2088636446" sldId="2147483824"/>
              <ac:spMk id="3" creationId="{E44C4FDE-AE4A-CC32-0704-1EFD61BF3351}"/>
            </ac:spMkLst>
          </pc:spChg>
          <pc:spChg chg="add del mod">
            <ac:chgData name="SAM WALLIS" userId="44530289-ccc7-4160-8871-34129518c892" providerId="ADAL" clId="{5396E9AE-3D8C-5B31-976A-641E45F1AB4B}" dt="2025-12-16T15:11:00.828" v="400" actId="478"/>
            <ac:spMkLst>
              <pc:docMk/>
              <pc:sldMasterMk cId="2454644457" sldId="2147483810"/>
              <pc:sldLayoutMk cId="2088636446" sldId="2147483824"/>
              <ac:spMk id="7" creationId="{75177B05-3FFB-EE23-94CC-3E3768E01861}"/>
            </ac:spMkLst>
          </pc:spChg>
        </pc:sldLayoutChg>
        <pc:sldLayoutChg chg="addSp delSp modSp mod">
          <pc:chgData name="SAM WALLIS" userId="44530289-ccc7-4160-8871-34129518c892" providerId="ADAL" clId="{5396E9AE-3D8C-5B31-976A-641E45F1AB4B}" dt="2025-12-16T15:11:05.650" v="403"/>
          <pc:sldLayoutMkLst>
            <pc:docMk/>
            <pc:sldMasterMk cId="2454644457" sldId="2147483810"/>
            <pc:sldLayoutMk cId="4000445472" sldId="2147483826"/>
          </pc:sldLayoutMkLst>
          <pc:spChg chg="add del mod">
            <ac:chgData name="SAM WALLIS" userId="44530289-ccc7-4160-8871-34129518c892" providerId="ADAL" clId="{5396E9AE-3D8C-5B31-976A-641E45F1AB4B}" dt="2025-12-16T15:11:05.236" v="402" actId="478"/>
            <ac:spMkLst>
              <pc:docMk/>
              <pc:sldMasterMk cId="2454644457" sldId="2147483810"/>
              <pc:sldLayoutMk cId="4000445472" sldId="2147483826"/>
              <ac:spMk id="2" creationId="{8F0EB152-2324-DA59-039E-2CB45127B182}"/>
            </ac:spMkLst>
          </pc:spChg>
          <pc:spChg chg="add mod">
            <ac:chgData name="SAM WALLIS" userId="44530289-ccc7-4160-8871-34129518c892" providerId="ADAL" clId="{5396E9AE-3D8C-5B31-976A-641E45F1AB4B}" dt="2025-12-16T15:11:05.650" v="403"/>
            <ac:spMkLst>
              <pc:docMk/>
              <pc:sldMasterMk cId="2454644457" sldId="2147483810"/>
              <pc:sldLayoutMk cId="4000445472" sldId="2147483826"/>
              <ac:spMk id="3" creationId="{52E3EE2F-F0BD-EFAD-12D3-A2F63E7ECF8D}"/>
            </ac:spMkLst>
          </pc:spChg>
          <pc:spChg chg="del">
            <ac:chgData name="SAM WALLIS" userId="44530289-ccc7-4160-8871-34129518c892" providerId="ADAL" clId="{5396E9AE-3D8C-5B31-976A-641E45F1AB4B}" dt="2025-12-16T15:11:05.236" v="402" actId="478"/>
            <ac:spMkLst>
              <pc:docMk/>
              <pc:sldMasterMk cId="2454644457" sldId="2147483810"/>
              <pc:sldLayoutMk cId="4000445472" sldId="2147483826"/>
              <ac:spMk id="5" creationId="{7DB0E6D4-40A6-7A6F-BEBF-EF6D1DFC2CE3}"/>
            </ac:spMkLst>
          </pc:spChg>
        </pc:sldLayoutChg>
        <pc:sldLayoutChg chg="addSp delSp modSp mod">
          <pc:chgData name="SAM WALLIS" userId="44530289-ccc7-4160-8871-34129518c892" providerId="ADAL" clId="{5396E9AE-3D8C-5B31-976A-641E45F1AB4B}" dt="2025-12-16T15:11:10.128" v="405"/>
          <pc:sldLayoutMkLst>
            <pc:docMk/>
            <pc:sldMasterMk cId="2454644457" sldId="2147483810"/>
            <pc:sldLayoutMk cId="2225387905" sldId="2147483828"/>
          </pc:sldLayoutMkLst>
          <pc:spChg chg="add mod">
            <ac:chgData name="SAM WALLIS" userId="44530289-ccc7-4160-8871-34129518c892" providerId="ADAL" clId="{5396E9AE-3D8C-5B31-976A-641E45F1AB4B}" dt="2025-12-16T15:11:10.128" v="405"/>
            <ac:spMkLst>
              <pc:docMk/>
              <pc:sldMasterMk cId="2454644457" sldId="2147483810"/>
              <pc:sldLayoutMk cId="2225387905" sldId="2147483828"/>
              <ac:spMk id="2" creationId="{A2CCC0B1-E722-204C-55D2-AEF076200688}"/>
            </ac:spMkLst>
          </pc:spChg>
          <pc:spChg chg="del">
            <ac:chgData name="SAM WALLIS" userId="44530289-ccc7-4160-8871-34129518c892" providerId="ADAL" clId="{5396E9AE-3D8C-5B31-976A-641E45F1AB4B}" dt="2025-12-16T15:11:09.626" v="404" actId="478"/>
            <ac:spMkLst>
              <pc:docMk/>
              <pc:sldMasterMk cId="2454644457" sldId="2147483810"/>
              <pc:sldLayoutMk cId="2225387905" sldId="2147483828"/>
              <ac:spMk id="3" creationId="{E206CF06-1E95-5600-AAC4-607331F2E1EB}"/>
            </ac:spMkLst>
          </pc:spChg>
          <pc:spChg chg="add del mod">
            <ac:chgData name="SAM WALLIS" userId="44530289-ccc7-4160-8871-34129518c892" providerId="ADAL" clId="{5396E9AE-3D8C-5B31-976A-641E45F1AB4B}" dt="2025-12-16T15:11:09.626" v="404" actId="478"/>
            <ac:spMkLst>
              <pc:docMk/>
              <pc:sldMasterMk cId="2454644457" sldId="2147483810"/>
              <pc:sldLayoutMk cId="2225387905" sldId="2147483828"/>
              <ac:spMk id="5" creationId="{02978CFC-E16F-459A-CEF6-AA515CF80C01}"/>
            </ac:spMkLst>
          </pc:spChg>
        </pc:sldLayoutChg>
        <pc:sldLayoutChg chg="delSp modSp mod">
          <pc:chgData name="SAM WALLIS" userId="44530289-ccc7-4160-8871-34129518c892" providerId="ADAL" clId="{5396E9AE-3D8C-5B31-976A-641E45F1AB4B}" dt="2025-12-16T15:10:15.412" v="384" actId="14100"/>
          <pc:sldLayoutMkLst>
            <pc:docMk/>
            <pc:sldMasterMk cId="2454644457" sldId="2147483810"/>
            <pc:sldLayoutMk cId="97265101" sldId="2147483855"/>
          </pc:sldLayoutMkLst>
          <pc:spChg chg="mod">
            <ac:chgData name="SAM WALLIS" userId="44530289-ccc7-4160-8871-34129518c892" providerId="ADAL" clId="{5396E9AE-3D8C-5B31-976A-641E45F1AB4B}" dt="2025-12-16T15:10:15.412" v="384" actId="14100"/>
            <ac:spMkLst>
              <pc:docMk/>
              <pc:sldMasterMk cId="2454644457" sldId="2147483810"/>
              <pc:sldLayoutMk cId="97265101" sldId="2147483855"/>
              <ac:spMk id="2" creationId="{FDF2FBDC-CCA1-5626-CC79-517AC87142C8}"/>
            </ac:spMkLst>
          </pc:spChg>
          <pc:spChg chg="del mod">
            <ac:chgData name="SAM WALLIS" userId="44530289-ccc7-4160-8871-34129518c892" providerId="ADAL" clId="{5396E9AE-3D8C-5B31-976A-641E45F1AB4B}" dt="2025-12-16T15:10:10.433" v="383" actId="478"/>
            <ac:spMkLst>
              <pc:docMk/>
              <pc:sldMasterMk cId="2454644457" sldId="2147483810"/>
              <pc:sldLayoutMk cId="97265101" sldId="2147483855"/>
              <ac:spMk id="3" creationId="{060D6891-4C88-5687-76E7-DB694E9E33E6}"/>
            </ac:spMkLst>
          </pc:spChg>
        </pc:sldLayoutChg>
        <pc:sldLayoutChg chg="addSp delSp modSp mod">
          <pc:chgData name="SAM WALLIS" userId="44530289-ccc7-4160-8871-34129518c892" providerId="ADAL" clId="{5396E9AE-3D8C-5B31-976A-641E45F1AB4B}" dt="2025-12-16T15:11:14.658" v="407"/>
          <pc:sldLayoutMkLst>
            <pc:docMk/>
            <pc:sldMasterMk cId="2454644457" sldId="2147483810"/>
            <pc:sldLayoutMk cId="2822969894" sldId="2147483858"/>
          </pc:sldLayoutMkLst>
          <pc:spChg chg="add del mod">
            <ac:chgData name="SAM WALLIS" userId="44530289-ccc7-4160-8871-34129518c892" providerId="ADAL" clId="{5396E9AE-3D8C-5B31-976A-641E45F1AB4B}" dt="2025-12-16T15:11:14.081" v="406" actId="478"/>
            <ac:spMkLst>
              <pc:docMk/>
              <pc:sldMasterMk cId="2454644457" sldId="2147483810"/>
              <pc:sldLayoutMk cId="2822969894" sldId="2147483858"/>
              <ac:spMk id="2" creationId="{1BD42B97-99FF-87B2-E75A-4C95210B01EB}"/>
            </ac:spMkLst>
          </pc:spChg>
          <pc:spChg chg="add mod">
            <ac:chgData name="SAM WALLIS" userId="44530289-ccc7-4160-8871-34129518c892" providerId="ADAL" clId="{5396E9AE-3D8C-5B31-976A-641E45F1AB4B}" dt="2025-12-16T15:11:14.658" v="407"/>
            <ac:spMkLst>
              <pc:docMk/>
              <pc:sldMasterMk cId="2454644457" sldId="2147483810"/>
              <pc:sldLayoutMk cId="2822969894" sldId="2147483858"/>
              <ac:spMk id="3" creationId="{A0045E11-BD82-2A81-8831-050E7A494308}"/>
            </ac:spMkLst>
          </pc:spChg>
          <pc:spChg chg="del">
            <ac:chgData name="SAM WALLIS" userId="44530289-ccc7-4160-8871-34129518c892" providerId="ADAL" clId="{5396E9AE-3D8C-5B31-976A-641E45F1AB4B}" dt="2025-12-16T15:11:14.081" v="406" actId="478"/>
            <ac:spMkLst>
              <pc:docMk/>
              <pc:sldMasterMk cId="2454644457" sldId="2147483810"/>
              <pc:sldLayoutMk cId="2822969894" sldId="2147483858"/>
              <ac:spMk id="4" creationId="{38C4C62C-92C4-2D15-AEEB-E3F4E98B74BC}"/>
            </ac:spMkLst>
          </pc:spChg>
        </pc:sldLayoutChg>
        <pc:sldLayoutChg chg="addSp delSp modSp mod ord">
          <pc:chgData name="SAM WALLIS" userId="44530289-ccc7-4160-8871-34129518c892" providerId="ADAL" clId="{5396E9AE-3D8C-5B31-976A-641E45F1AB4B}" dt="2025-12-16T15:10:19.485" v="386"/>
          <pc:sldLayoutMkLst>
            <pc:docMk/>
            <pc:sldMasterMk cId="2454644457" sldId="2147483810"/>
            <pc:sldLayoutMk cId="3944962461" sldId="2147483863"/>
          </pc:sldLayoutMkLst>
          <pc:spChg chg="add del mod">
            <ac:chgData name="SAM WALLIS" userId="44530289-ccc7-4160-8871-34129518c892" providerId="ADAL" clId="{5396E9AE-3D8C-5B31-976A-641E45F1AB4B}" dt="2025-12-16T15:10:19.122" v="385" actId="478"/>
            <ac:spMkLst>
              <pc:docMk/>
              <pc:sldMasterMk cId="2454644457" sldId="2147483810"/>
              <pc:sldLayoutMk cId="3944962461" sldId="2147483863"/>
              <ac:spMk id="2" creationId="{9E7D8CB2-2B19-EFA3-C45E-6C54F1026532}"/>
            </ac:spMkLst>
          </pc:spChg>
          <pc:spChg chg="del mod">
            <ac:chgData name="SAM WALLIS" userId="44530289-ccc7-4160-8871-34129518c892" providerId="ADAL" clId="{5396E9AE-3D8C-5B31-976A-641E45F1AB4B}" dt="2025-12-16T15:09:16.523" v="377" actId="478"/>
            <ac:spMkLst>
              <pc:docMk/>
              <pc:sldMasterMk cId="2454644457" sldId="2147483810"/>
              <pc:sldLayoutMk cId="3944962461" sldId="2147483863"/>
              <ac:spMk id="3" creationId="{AF26BE69-88EE-8427-B11E-269109F3FA2F}"/>
            </ac:spMkLst>
          </pc:spChg>
          <pc:spChg chg="add del mod">
            <ac:chgData name="SAM WALLIS" userId="44530289-ccc7-4160-8871-34129518c892" providerId="ADAL" clId="{5396E9AE-3D8C-5B31-976A-641E45F1AB4B}" dt="2025-12-16T15:10:19.122" v="385" actId="478"/>
            <ac:spMkLst>
              <pc:docMk/>
              <pc:sldMasterMk cId="2454644457" sldId="2147483810"/>
              <pc:sldLayoutMk cId="3944962461" sldId="2147483863"/>
              <ac:spMk id="5" creationId="{FCE06A4D-E5BE-DAEF-8578-EAE52D097AD4}"/>
            </ac:spMkLst>
          </pc:spChg>
          <pc:spChg chg="add mod">
            <ac:chgData name="SAM WALLIS" userId="44530289-ccc7-4160-8871-34129518c892" providerId="ADAL" clId="{5396E9AE-3D8C-5B31-976A-641E45F1AB4B}" dt="2025-12-16T15:10:19.485" v="386"/>
            <ac:spMkLst>
              <pc:docMk/>
              <pc:sldMasterMk cId="2454644457" sldId="2147483810"/>
              <pc:sldLayoutMk cId="3944962461" sldId="2147483863"/>
              <ac:spMk id="6" creationId="{80A0D6D9-E9B3-C22A-3DB1-BF8F1D96C50F}"/>
            </ac:spMkLst>
          </pc:spChg>
        </pc:sldLayoutChg>
        <pc:sldLayoutChg chg="addSp delSp modSp mod">
          <pc:chgData name="SAM WALLIS" userId="44530289-ccc7-4160-8871-34129518c892" providerId="ADAL" clId="{5396E9AE-3D8C-5B31-976A-641E45F1AB4B}" dt="2025-12-16T15:10:28.976" v="390"/>
          <pc:sldLayoutMkLst>
            <pc:docMk/>
            <pc:sldMasterMk cId="2454644457" sldId="2147483810"/>
            <pc:sldLayoutMk cId="3266708239" sldId="2147483864"/>
          </pc:sldLayoutMkLst>
          <pc:spChg chg="add del mod">
            <ac:chgData name="SAM WALLIS" userId="44530289-ccc7-4160-8871-34129518c892" providerId="ADAL" clId="{5396E9AE-3D8C-5B31-976A-641E45F1AB4B}" dt="2025-12-16T15:10:28.600" v="389" actId="478"/>
            <ac:spMkLst>
              <pc:docMk/>
              <pc:sldMasterMk cId="2454644457" sldId="2147483810"/>
              <pc:sldLayoutMk cId="3266708239" sldId="2147483864"/>
              <ac:spMk id="2" creationId="{966EA429-AAFF-9108-E172-4D8A629174CE}"/>
            </ac:spMkLst>
          </pc:spChg>
          <pc:spChg chg="add del mod">
            <ac:chgData name="SAM WALLIS" userId="44530289-ccc7-4160-8871-34129518c892" providerId="ADAL" clId="{5396E9AE-3D8C-5B31-976A-641E45F1AB4B}" dt="2025-12-16T15:10:28.600" v="389" actId="478"/>
            <ac:spMkLst>
              <pc:docMk/>
              <pc:sldMasterMk cId="2454644457" sldId="2147483810"/>
              <pc:sldLayoutMk cId="3266708239" sldId="2147483864"/>
              <ac:spMk id="3" creationId="{150EF7CD-B9FD-E35D-614D-F7948FD8EBCC}"/>
            </ac:spMkLst>
          </pc:spChg>
          <pc:spChg chg="del mod">
            <ac:chgData name="SAM WALLIS" userId="44530289-ccc7-4160-8871-34129518c892" providerId="ADAL" clId="{5396E9AE-3D8C-5B31-976A-641E45F1AB4B}" dt="2025-12-16T15:09:40.696" v="379" actId="478"/>
            <ac:spMkLst>
              <pc:docMk/>
              <pc:sldMasterMk cId="2454644457" sldId="2147483810"/>
              <pc:sldLayoutMk cId="3266708239" sldId="2147483864"/>
              <ac:spMk id="6" creationId="{DDD757B7-DE19-82F8-8928-A0FBB65E5C98}"/>
            </ac:spMkLst>
          </pc:spChg>
          <pc:spChg chg="add mod">
            <ac:chgData name="SAM WALLIS" userId="44530289-ccc7-4160-8871-34129518c892" providerId="ADAL" clId="{5396E9AE-3D8C-5B31-976A-641E45F1AB4B}" dt="2025-12-16T15:10:28.976" v="390"/>
            <ac:spMkLst>
              <pc:docMk/>
              <pc:sldMasterMk cId="2454644457" sldId="2147483810"/>
              <pc:sldLayoutMk cId="3266708239" sldId="2147483864"/>
              <ac:spMk id="7" creationId="{BF1B240A-2BA5-7EF5-28EC-CF54E877C8BC}"/>
            </ac:spMkLst>
          </pc:spChg>
        </pc:sldLayoutChg>
      </pc:sldMasterChg>
      <pc:sldMasterChg chg="mod">
        <pc:chgData name="SAM WALLIS" userId="44530289-ccc7-4160-8871-34129518c892" providerId="ADAL" clId="{5396E9AE-3D8C-5B31-976A-641E45F1AB4B}" dt="2025-12-16T15:11:28.992" v="409" actId="6014"/>
        <pc:sldMasterMkLst>
          <pc:docMk/>
          <pc:sldMasterMk cId="1936273516" sldId="2147483865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8BAF0D5-E5A2-5E82-2089-B31C57D40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BBDDB-45B5-4BDE-E83C-1922A79AF9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49858-8141-9548-B929-C53C0481230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54110-7B5C-E3CC-E56D-1C57E8F7CB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3C3BF-933D-B482-A69E-C5862675C7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6DC71-DE93-0B4E-AE61-B9A66D938F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960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81F23-20C3-7647-B336-AD4B52A5A78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B8EAE-8016-F64B-92C7-66E7338AD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75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B8EAE-8016-F64B-92C7-66E7338ADE9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559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B8EAE-8016-F64B-92C7-66E7338ADE9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469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noProof="0" dirty="0"/>
              <a:t>Presentation advice and guidance: </a:t>
            </a:r>
          </a:p>
          <a:p>
            <a:r>
              <a:rPr lang="en-GB" noProof="0" dirty="0"/>
              <a:t>Start from the "why" of the Competition Law Caution, for example:</a:t>
            </a:r>
          </a:p>
          <a:p>
            <a:pPr marL="171450" indent="-171450">
              <a:buFont typeface="Calibri"/>
              <a:buChar char="-"/>
            </a:pPr>
            <a:r>
              <a:rPr lang="en-GB" noProof="0" dirty="0"/>
              <a:t>GS1 is a place where many stakeholders meet to develop standards in a collaborative manner. But we give comfort that this must always happen in a legally compliant manner, so that industry feels safe and protected to participate in our work in full legal compliance.</a:t>
            </a:r>
          </a:p>
          <a:p>
            <a:pPr marL="171450" indent="-171450">
              <a:buFont typeface="Calibri"/>
              <a:buChar char="-"/>
            </a:pPr>
            <a:r>
              <a:rPr lang="en-GB" noProof="0" dirty="0"/>
              <a:t>Between MOs, as we are all independent in a federation, we do collaborate to progress our work together for the benefit of our members – but the limit is that we shall not discuss competitive matters.</a:t>
            </a:r>
          </a:p>
          <a:p>
            <a:r>
              <a:rPr lang="en-GB" noProof="0" dirty="0"/>
              <a:t>And then ensure to read the part in </a:t>
            </a:r>
            <a:r>
              <a:rPr lang="en-GB" b="1" noProof="0" dirty="0"/>
              <a:t>bold </a:t>
            </a:r>
            <a:r>
              <a:rPr lang="en-GB" b="0" noProof="0" dirty="0"/>
              <a:t>on the slide </a:t>
            </a:r>
            <a:r>
              <a:rPr lang="en-GB" noProof="0" dirty="0"/>
              <a:t>as that's the heart of the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A38321-67D2-4949-A83F-1F6FD86E2C7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3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80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pic>
        <p:nvPicPr>
          <p:cNvPr id="2" name="Picture Placeholder 2">
            <a:extLst>
              <a:ext uri="{FF2B5EF4-FFF2-40B4-BE49-F238E27FC236}">
                <a16:creationId xmlns:a16="http://schemas.microsoft.com/office/drawing/2014/main" id="{375E3E18-DAAD-600A-19DF-862C77EB4A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7105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42738C1-054C-39F1-9C4E-05BF9C4331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EBC4D3C-FE75-2F4B-83CC-6A50131A28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EFF785F7-63EC-310D-2BD4-6B3DBF9CD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E6BA33A9-C657-0C9B-E2C8-2C7FB4B56F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96D12BB-F311-C326-A5C1-0F2FB1B1B9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62394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745E06-743C-C876-87B8-95E3742F1E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271F3776-249B-4F0A-E9C2-C82814FA42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3339755-1441-3682-B662-366EACD6B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D22C558-8A4A-7C45-01C9-1D8F2E0E8C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B2717E0-D1AB-75F4-8FE9-45F25E9A9A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6872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E45A080-DD6F-8355-AD70-AA2FEF31A1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BEC34314-EE32-3BD8-559D-B29F07F3AD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FDD2788-3D9E-F707-DD1A-D7DC25B5D9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E153CF60-2BCF-DC95-33F3-F24371AB5C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BBB68B55-825D-5DBB-3BAA-43A4B65422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47350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E45A080-DD6F-8355-AD70-AA2FEF31A1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DBC27DA-DD49-640B-FB01-AFE3BE51CA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26F10A8-2B9A-BECB-1F28-76F0E5DA2F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9B59AAE-5BB0-07B3-50AE-977B67594D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F7977A1-9727-623B-026D-ACD405A91D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46442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E45A080-DD6F-8355-AD70-AA2FEF31A1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BA9D6CCF-DFC6-23FF-0AF2-68BAA760B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CF156E69-0ED7-C170-9319-09E189A81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452371C-6E6A-5913-26A5-36CB1B51DC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A17993E-6C68-8713-280D-BFF5E64E84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95737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 a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9DC13B7-AFCA-9BA4-ADAA-7587395268C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  <a:solidFill>
            <a:schemeClr val="bg2"/>
          </a:solidFill>
          <a:ln w="19050">
            <a:noFill/>
          </a:ln>
        </p:spPr>
        <p:txBody>
          <a:bodyPr vert="horz" lIns="822960" tIns="365760" rIns="822960" bIns="365760" anchor="b" anchorCtr="0"/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button above to add a photo. Do not use this slide without a photo. See the “Instructions for adding photo” slide for more information.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4D56603-2B83-9041-27A7-3842F9B5B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D3377BDB-14AE-91B8-A0DC-C32FC46F0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DA7DD52-C82A-A7A1-DEB2-DB1631A430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4CB6A3C-2606-9F62-1F73-BC5464CFC6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547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 a photo with industry ic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9DC13B7-AFCA-9BA4-ADAA-7587395268C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  <a:solidFill>
            <a:schemeClr val="bg2"/>
          </a:solidFill>
          <a:ln w="19050">
            <a:noFill/>
          </a:ln>
        </p:spPr>
        <p:txBody>
          <a:bodyPr vert="horz" wrap="square" lIns="731520" tIns="365760" rIns="731520" bIns="365760" anchor="t" anchorCtr="0"/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30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Step 1: Click button below to add a photo. Do not use this slide without a photo. See the “Instructions for adding photo” slide for more information.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5897305B-ACAD-C9B2-86D8-F53C5F632660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608888" y="3657600"/>
            <a:ext cx="1188720" cy="1188720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spcBef>
                <a:spcPts val="0"/>
              </a:spcBef>
              <a:buNone/>
              <a:defRPr sz="1400" baseline="3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Step 2: Click button here to add an industry icon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F388499-AEDD-9F4F-DDD9-DDFDD2B4B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8D96D0CD-71D3-1154-2B4F-E3308A5B5C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8DCCC6E3-2FAC-91D1-30AF-5F24BF0B11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496A9EDE-B085-B7BC-9138-DC0E77D289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34816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9C10DB8-E6C0-54BB-66B6-C790890C49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71" y="3256161"/>
            <a:ext cx="5486095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0F469C7-8E82-F21A-D285-3F2132871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18" y="3647300"/>
            <a:ext cx="5476733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051FADFE-EB1A-F378-C56C-D0DFCAF98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3835389"/>
            <a:ext cx="5476748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1E61D8CD-6A21-8C34-E80D-076A49A92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5487912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</p:spTree>
    <p:extLst>
      <p:ext uri="{BB962C8B-B14F-4D97-AF65-F5344CB8AC3E}">
        <p14:creationId xmlns:p14="http://schemas.microsoft.com/office/powerpoint/2010/main" val="317244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photo with industry ic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9C10DB8-E6C0-54BB-66B6-C790890C49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71" y="3256161"/>
            <a:ext cx="5486095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0F469C7-8E82-F21A-D285-3F2132871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18" y="3647300"/>
            <a:ext cx="5476733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051FADFE-EB1A-F378-C56C-D0DFCAF98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3835389"/>
            <a:ext cx="5476748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A0ED2CC-AC0B-20AB-2FE4-27C679FC63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5487912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661A24C4-2B99-EA17-EE50-A2591276F2E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7608888" y="3657600"/>
            <a:ext cx="1188720" cy="1188720"/>
          </a:xfrm>
          <a:prstGeom prst="ellipse">
            <a:avLst/>
          </a:prstGeom>
          <a:solidFill>
            <a:schemeClr val="tx2"/>
          </a:solidFill>
          <a:ln w="19050">
            <a:solidFill>
              <a:srgbClr val="8095B5"/>
            </a:solidFill>
          </a:ln>
        </p:spPr>
        <p:txBody>
          <a:bodyPr lIns="0" tIns="9144" rIns="0" bIns="0"/>
          <a:lstStyle>
            <a:lvl1pPr marL="0" indent="0" algn="ctr">
              <a:spcBef>
                <a:spcPts val="0"/>
              </a:spcBef>
              <a:buNone/>
              <a:defRPr sz="1400" baseline="3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an industry icon</a:t>
            </a:r>
          </a:p>
        </p:txBody>
      </p:sp>
    </p:spTree>
    <p:extLst>
      <p:ext uri="{BB962C8B-B14F-4D97-AF65-F5344CB8AC3E}">
        <p14:creationId xmlns:p14="http://schemas.microsoft.com/office/powerpoint/2010/main" val="37409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2FBDC-CCA1-5626-CC79-517AC8714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97265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1" hasCustomPrompt="1"/>
          </p:nvPr>
        </p:nvSpPr>
        <p:spPr bwMode="auto">
          <a:xfrm>
            <a:off x="447721" y="1091409"/>
            <a:ext cx="8241707" cy="331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0A0D6D9-E9B3-C22A-3DB1-BF8F1D96C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944962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7736" y="1091939"/>
            <a:ext cx="8246492" cy="3735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2"/>
          <p:cNvSpPr>
            <a:spLocks noGrp="1"/>
          </p:cNvSpPr>
          <p:nvPr>
            <p:ph idx="15" hasCustomPrompt="1"/>
          </p:nvPr>
        </p:nvSpPr>
        <p:spPr bwMode="auto">
          <a:xfrm>
            <a:off x="447720" y="1555059"/>
            <a:ext cx="8241707" cy="2848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A0944-3549-B1C6-0EAD-0D224BCF0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730711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46424" y="1091047"/>
            <a:ext cx="8235758" cy="331931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50000"/>
              </a:lnSpc>
              <a:defRPr sz="15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500"/>
            </a:lvl3pPr>
            <a:lvl4pPr>
              <a:lnSpc>
                <a:spcPct val="150000"/>
              </a:lnSpc>
              <a:defRPr sz="1500"/>
            </a:lvl4pPr>
            <a:lvl5pPr>
              <a:lnSpc>
                <a:spcPct val="150000"/>
              </a:lnSpc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F1B240A-2BA5-7EF5-28EC-CF54E877C8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266708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4995" y="1091572"/>
            <a:ext cx="3917637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 dirty="0"/>
              <a:t>Click to edit heading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55719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772025" y="1091572"/>
            <a:ext cx="3918272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773384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D635CB3-3F2F-D6AC-41DC-EB5A9F2D7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409359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4773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47736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272504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72878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617767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 dirty="0"/>
              <a:t>Click to edit heading 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6178050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B8150-B41F-B5CB-5437-B201BAC0D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690638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0" y="1183585"/>
            <a:ext cx="0" cy="3106181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H="1" flipV="1">
            <a:off x="441258" y="2733872"/>
            <a:ext cx="8252098" cy="280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50645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51705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730160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731220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50645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51705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4730160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4731220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F94DC0-3150-F406-9CB1-3925ACFA6D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088636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51277" y="132835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830320" y="124903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 dirty="0"/>
              <a:t>Add text here</a:t>
            </a:r>
          </a:p>
          <a:p>
            <a:pPr lvl="0"/>
            <a:endParaRPr lang="en-GB" noProof="0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1277" y="238778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23" hasCustomPrompt="1"/>
          </p:nvPr>
        </p:nvSpPr>
        <p:spPr>
          <a:xfrm>
            <a:off x="3830320" y="230846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51277" y="344721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25" hasCustomPrompt="1"/>
          </p:nvPr>
        </p:nvSpPr>
        <p:spPr>
          <a:xfrm>
            <a:off x="3830320" y="336789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2E3EE2F-F0BD-EFAD-12D3-A2F63E7ECF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4000445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6789827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49780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4703032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257496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0" hasCustomPrompt="1"/>
          </p:nvPr>
        </p:nvSpPr>
        <p:spPr>
          <a:xfrm>
            <a:off x="44948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31" hasCustomPrompt="1"/>
          </p:nvPr>
        </p:nvSpPr>
        <p:spPr>
          <a:xfrm>
            <a:off x="257814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32" hasCustomPrompt="1"/>
          </p:nvPr>
        </p:nvSpPr>
        <p:spPr>
          <a:xfrm>
            <a:off x="4700446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8" name="Text Placeholder 15"/>
          <p:cNvSpPr>
            <a:spLocks noGrp="1"/>
          </p:cNvSpPr>
          <p:nvPr>
            <p:ph type="body" sz="quarter" idx="33" hasCustomPrompt="1"/>
          </p:nvPr>
        </p:nvSpPr>
        <p:spPr>
          <a:xfrm>
            <a:off x="679876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CC0B1-E722-204C-55D2-AEF0762006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225387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1727" y="1136673"/>
            <a:ext cx="8246851" cy="2604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 b="1" i="0"/>
            </a:lvl1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3" hasCustomPrompt="1"/>
          </p:nvPr>
        </p:nvSpPr>
        <p:spPr bwMode="auto">
          <a:xfrm>
            <a:off x="441727" y="1457804"/>
            <a:ext cx="8239912" cy="276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r>
              <a:rPr lang="en-GB" noProof="0" dirty="0"/>
              <a:t>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idx="16" hasCustomPrompt="1"/>
          </p:nvPr>
        </p:nvSpPr>
        <p:spPr bwMode="auto">
          <a:xfrm>
            <a:off x="639270" y="2915286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idx="17" hasCustomPrompt="1"/>
          </p:nvPr>
        </p:nvSpPr>
        <p:spPr bwMode="auto">
          <a:xfrm>
            <a:off x="441727" y="4060063"/>
            <a:ext cx="8239912" cy="28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1" i="0">
                <a:solidFill>
                  <a:schemeClr val="accent1"/>
                </a:solidFill>
              </a:defRPr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www.gs1.org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idx="19" hasCustomPrompt="1"/>
          </p:nvPr>
        </p:nvSpPr>
        <p:spPr bwMode="auto">
          <a:xfrm>
            <a:off x="639270" y="3671294"/>
            <a:ext cx="8059667" cy="252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name@gs1.org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idx="22" hasCustomPrompt="1"/>
          </p:nvPr>
        </p:nvSpPr>
        <p:spPr bwMode="auto">
          <a:xfrm>
            <a:off x="441727" y="1781209"/>
            <a:ext cx="8239912" cy="104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0" baseline="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GS1 Address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idx="27" hasCustomPrompt="1"/>
          </p:nvPr>
        </p:nvSpPr>
        <p:spPr bwMode="auto">
          <a:xfrm>
            <a:off x="639270" y="3167087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idx="28" hasCustomPrompt="1"/>
          </p:nvPr>
        </p:nvSpPr>
        <p:spPr bwMode="auto">
          <a:xfrm>
            <a:off x="639270" y="3418888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/>
              <a:t>+00 (0)00 0000 0000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33" hasCustomPrompt="1"/>
          </p:nvPr>
        </p:nvSpPr>
        <p:spPr>
          <a:xfrm>
            <a:off x="396510" y="2916792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T</a:t>
            </a:r>
          </a:p>
        </p:txBody>
      </p:sp>
      <p:sp>
        <p:nvSpPr>
          <p:cNvPr id="42" name="Text Placeholder 40"/>
          <p:cNvSpPr>
            <a:spLocks noGrp="1"/>
          </p:cNvSpPr>
          <p:nvPr>
            <p:ph type="body" sz="quarter" idx="34" hasCustomPrompt="1"/>
          </p:nvPr>
        </p:nvSpPr>
        <p:spPr>
          <a:xfrm>
            <a:off x="396510" y="3166033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D</a:t>
            </a:r>
          </a:p>
        </p:txBody>
      </p:sp>
      <p:sp>
        <p:nvSpPr>
          <p:cNvPr id="43" name="Text Placeholder 40"/>
          <p:cNvSpPr>
            <a:spLocks noGrp="1"/>
          </p:cNvSpPr>
          <p:nvPr>
            <p:ph type="body" sz="quarter" idx="35" hasCustomPrompt="1"/>
          </p:nvPr>
        </p:nvSpPr>
        <p:spPr>
          <a:xfrm>
            <a:off x="396510" y="341844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M</a:t>
            </a:r>
          </a:p>
        </p:txBody>
      </p:sp>
      <p:sp>
        <p:nvSpPr>
          <p:cNvPr id="44" name="Text Placeholder 40"/>
          <p:cNvSpPr>
            <a:spLocks noGrp="1"/>
          </p:cNvSpPr>
          <p:nvPr>
            <p:ph type="body" sz="quarter" idx="36" hasCustomPrompt="1"/>
          </p:nvPr>
        </p:nvSpPr>
        <p:spPr>
          <a:xfrm>
            <a:off x="396510" y="367112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0045E11-BD82-2A81-8831-050E7A494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822969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2FBDC-CCA1-5626-CC79-517AC8714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60D6891-4C88-5687-76E7-DB694E9E33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3066412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1" hasCustomPrompt="1"/>
          </p:nvPr>
        </p:nvSpPr>
        <p:spPr bwMode="auto">
          <a:xfrm>
            <a:off x="447721" y="1091409"/>
            <a:ext cx="8241707" cy="331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E7D8CB2-2B19-EFA3-C45E-6C54F102653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CE06A4D-E5BE-DAEF-8578-EAE52D097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6434234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7736" y="1091939"/>
            <a:ext cx="8246492" cy="3735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2"/>
          <p:cNvSpPr>
            <a:spLocks noGrp="1"/>
          </p:cNvSpPr>
          <p:nvPr>
            <p:ph idx="15" hasCustomPrompt="1"/>
          </p:nvPr>
        </p:nvSpPr>
        <p:spPr bwMode="auto">
          <a:xfrm>
            <a:off x="447720" y="1555059"/>
            <a:ext cx="8241707" cy="2848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55E6861-44C5-6EA1-003C-60778A929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CE93EF48-AD62-1E3C-BCA4-8E948EB939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2641163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46424" y="1091047"/>
            <a:ext cx="8235758" cy="331931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50000"/>
              </a:lnSpc>
              <a:defRPr sz="15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500"/>
            </a:lvl3pPr>
            <a:lvl4pPr>
              <a:lnSpc>
                <a:spcPct val="150000"/>
              </a:lnSpc>
              <a:defRPr sz="1500"/>
            </a:lvl4pPr>
            <a:lvl5pPr>
              <a:lnSpc>
                <a:spcPct val="150000"/>
              </a:lnSpc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66EA429-AAFF-9108-E172-4D8A629174C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50EF7CD-B9FD-E35D-614D-F7948FD8E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1153105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4995" y="1091572"/>
            <a:ext cx="3917637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 dirty="0"/>
              <a:t>Click to edit heading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55719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772025" y="1091572"/>
            <a:ext cx="3918272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773384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6833B18-0D83-B931-4970-C7F3BEC00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5D72972-C95D-E6A3-D1CA-5EF951DB835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4344144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4773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47736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272504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72878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617767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 dirty="0"/>
              <a:t>Click to edit heading 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6178050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C7E013-5772-0A41-15A2-A8C815F182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059EFD3-BBD2-3A1A-24BC-B8D1BA3B04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25654487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0" y="1183585"/>
            <a:ext cx="0" cy="3106181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H="1" flipV="1">
            <a:off x="441258" y="2733872"/>
            <a:ext cx="8252098" cy="280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50645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51705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730160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731220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50645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51705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4730160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4731220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4C4FDE-AE4A-CC32-0704-1EFD61BF3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5177B05-3FFB-EE23-94CC-3E3768E0186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16725582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51277" y="132835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830320" y="124903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 dirty="0"/>
              <a:t>Add text here</a:t>
            </a:r>
          </a:p>
          <a:p>
            <a:pPr lvl="0"/>
            <a:endParaRPr lang="en-GB" noProof="0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1277" y="238778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23" hasCustomPrompt="1"/>
          </p:nvPr>
        </p:nvSpPr>
        <p:spPr>
          <a:xfrm>
            <a:off x="3830320" y="230846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51277" y="344721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25" hasCustomPrompt="1"/>
          </p:nvPr>
        </p:nvSpPr>
        <p:spPr>
          <a:xfrm>
            <a:off x="3830320" y="336789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DB0E6D4-40A6-7A6F-BEBF-EF6D1DFC2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F0EB152-2324-DA59-039E-2CB45127B18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36051436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6789827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49780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4703032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257496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0" hasCustomPrompt="1"/>
          </p:nvPr>
        </p:nvSpPr>
        <p:spPr>
          <a:xfrm>
            <a:off x="44948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31" hasCustomPrompt="1"/>
          </p:nvPr>
        </p:nvSpPr>
        <p:spPr>
          <a:xfrm>
            <a:off x="257814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32" hasCustomPrompt="1"/>
          </p:nvPr>
        </p:nvSpPr>
        <p:spPr>
          <a:xfrm>
            <a:off x="4700446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8" name="Text Placeholder 15"/>
          <p:cNvSpPr>
            <a:spLocks noGrp="1"/>
          </p:cNvSpPr>
          <p:nvPr>
            <p:ph type="body" sz="quarter" idx="33" hasCustomPrompt="1"/>
          </p:nvPr>
        </p:nvSpPr>
        <p:spPr>
          <a:xfrm>
            <a:off x="679876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206CF06-1E95-5600-AAC4-607331F2E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2978CFC-E16F-459A-CEF6-AA515CF80C0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21424918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1727" y="1136673"/>
            <a:ext cx="8246851" cy="2604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 b="1" i="0"/>
            </a:lvl1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3" hasCustomPrompt="1"/>
          </p:nvPr>
        </p:nvSpPr>
        <p:spPr bwMode="auto">
          <a:xfrm>
            <a:off x="441727" y="1457804"/>
            <a:ext cx="8239912" cy="276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r>
              <a:rPr lang="en-GB" noProof="0" dirty="0"/>
              <a:t>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idx="16" hasCustomPrompt="1"/>
          </p:nvPr>
        </p:nvSpPr>
        <p:spPr bwMode="auto">
          <a:xfrm>
            <a:off x="639270" y="2915286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idx="17" hasCustomPrompt="1"/>
          </p:nvPr>
        </p:nvSpPr>
        <p:spPr bwMode="auto">
          <a:xfrm>
            <a:off x="441727" y="4060063"/>
            <a:ext cx="8239912" cy="28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1" i="0">
                <a:solidFill>
                  <a:schemeClr val="accent1"/>
                </a:solidFill>
              </a:defRPr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www.gs1.org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idx="19" hasCustomPrompt="1"/>
          </p:nvPr>
        </p:nvSpPr>
        <p:spPr bwMode="auto">
          <a:xfrm>
            <a:off x="639270" y="3671294"/>
            <a:ext cx="8059667" cy="252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name@gs1.org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idx="22" hasCustomPrompt="1"/>
          </p:nvPr>
        </p:nvSpPr>
        <p:spPr bwMode="auto">
          <a:xfrm>
            <a:off x="441727" y="1781209"/>
            <a:ext cx="8239912" cy="104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0" baseline="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GS1 Address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idx="27" hasCustomPrompt="1"/>
          </p:nvPr>
        </p:nvSpPr>
        <p:spPr bwMode="auto">
          <a:xfrm>
            <a:off x="639270" y="3167087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idx="28" hasCustomPrompt="1"/>
          </p:nvPr>
        </p:nvSpPr>
        <p:spPr bwMode="auto">
          <a:xfrm>
            <a:off x="639270" y="3418888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/>
              <a:t>+00 (0)00 0000 0000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33" hasCustomPrompt="1"/>
          </p:nvPr>
        </p:nvSpPr>
        <p:spPr>
          <a:xfrm>
            <a:off x="396510" y="2916792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T</a:t>
            </a:r>
          </a:p>
        </p:txBody>
      </p:sp>
      <p:sp>
        <p:nvSpPr>
          <p:cNvPr id="42" name="Text Placeholder 40"/>
          <p:cNvSpPr>
            <a:spLocks noGrp="1"/>
          </p:cNvSpPr>
          <p:nvPr>
            <p:ph type="body" sz="quarter" idx="34" hasCustomPrompt="1"/>
          </p:nvPr>
        </p:nvSpPr>
        <p:spPr>
          <a:xfrm>
            <a:off x="396510" y="3166033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D</a:t>
            </a:r>
          </a:p>
        </p:txBody>
      </p:sp>
      <p:sp>
        <p:nvSpPr>
          <p:cNvPr id="43" name="Text Placeholder 40"/>
          <p:cNvSpPr>
            <a:spLocks noGrp="1"/>
          </p:cNvSpPr>
          <p:nvPr>
            <p:ph type="body" sz="quarter" idx="35" hasCustomPrompt="1"/>
          </p:nvPr>
        </p:nvSpPr>
        <p:spPr>
          <a:xfrm>
            <a:off x="396510" y="341844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M</a:t>
            </a:r>
          </a:p>
        </p:txBody>
      </p:sp>
      <p:sp>
        <p:nvSpPr>
          <p:cNvPr id="44" name="Text Placeholder 40"/>
          <p:cNvSpPr>
            <a:spLocks noGrp="1"/>
          </p:cNvSpPr>
          <p:nvPr>
            <p:ph type="body" sz="quarter" idx="36" hasCustomPrompt="1"/>
          </p:nvPr>
        </p:nvSpPr>
        <p:spPr>
          <a:xfrm>
            <a:off x="396510" y="367112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8C4C62C-92C4-2D15-AEEB-E3F4E98B74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1BD42B97-99FF-87B2-E75A-4C95210B01EB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3964719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A89C604C-4A76-60A2-6DB5-07DB4BEBE7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567C5AB-053C-0F04-61D2-6A9E2902C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252954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6D6BAD32-2F54-28E6-A7F7-9C31A83EA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0AA22F9-705D-A1F9-B5F8-5E2940E26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9263111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383886A-68B4-4C83-EB02-4DDB2EBDDB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97742AC-9A09-8D52-FC78-EEA1CCD90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6531003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spberry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B4542619-BEC1-78B1-161B-326CA0E5E1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852EEB8-B739-5DFE-D291-80DCC811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9192009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s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FE91A5D4-45F7-A537-2D8F-AD948ED4B1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C152793-4950-0C44-11DF-B9B63AE6CF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8457810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51EA38D-F08C-55F0-1C76-759ABCA632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DF30AD-88B4-303D-D5C3-F37D542AA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402211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ch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EE76FAB-6F01-A3C8-C3A3-1D809A5E65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6EB021E-E55D-DA0F-8F60-188292D298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502058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olour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3EA452-E4C8-02D1-4C99-87124FC67D1D}"/>
              </a:ext>
            </a:extLst>
          </p:cNvPr>
          <p:cNvSpPr/>
          <p:nvPr userDrawn="1"/>
        </p:nvSpPr>
        <p:spPr>
          <a:xfrm>
            <a:off x="0" y="0"/>
            <a:ext cx="9144000" cy="4563122"/>
          </a:xfrm>
          <a:prstGeom prst="rect">
            <a:avLst/>
          </a:prstGeom>
          <a:solidFill>
            <a:srgbClr val="888B8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59E0A6-0CBB-59A6-4A9F-95245214E1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8000"/>
          </a:blip>
          <a:srcRect l="46207" b="11283"/>
          <a:stretch/>
        </p:blipFill>
        <p:spPr>
          <a:xfrm>
            <a:off x="4223657" y="0"/>
            <a:ext cx="4918842" cy="4563122"/>
          </a:xfrm>
          <a:prstGeom prst="rect">
            <a:avLst/>
          </a:prstGeom>
        </p:spPr>
      </p:pic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4B80CFD0-1A84-CAB9-B6F2-902A3A1F10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A6700EC-4AF9-04BA-49B9-333359DB0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To edit this colour background: open master slides, find this slide, select grey shape and change colour </a:t>
            </a:r>
          </a:p>
        </p:txBody>
      </p:sp>
    </p:spTree>
    <p:extLst>
      <p:ext uri="{BB962C8B-B14F-4D97-AF65-F5344CB8AC3E}">
        <p14:creationId xmlns:p14="http://schemas.microsoft.com/office/powerpoint/2010/main" val="3706790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7AF1671B-C1E6-64DE-7837-ECBD7EDB10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4F80FB6-B03E-0053-B026-D8678D347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0615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1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1.jp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35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7200" y="504063"/>
            <a:ext cx="2129612" cy="6198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162800" y="811269"/>
            <a:ext cx="1429409" cy="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0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860" r:id="rId5"/>
    <p:sldLayoutId id="2147483861" r:id="rId6"/>
    <p:sldLayoutId id="2147483676" r:id="rId7"/>
    <p:sldLayoutId id="2147483859" r:id="rId8"/>
    <p:sldLayoutId id="2147483681" r:id="rId9"/>
    <p:sldLayoutId id="2147483862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9"/>
          <p:cNvSpPr txBox="1">
            <a:spLocks/>
          </p:cNvSpPr>
          <p:nvPr/>
        </p:nvSpPr>
        <p:spPr>
          <a:xfrm>
            <a:off x="5086351" y="4791985"/>
            <a:ext cx="2770356" cy="1010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4571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 sz="600" b="0" kern="1200" cap="none" spc="0" baseline="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2pPr>
            <a:lvl3pPr marL="557784" indent="-285750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3pPr>
            <a:lvl4pPr marL="8229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4pPr>
            <a:lvl5pPr marL="10515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>
                <a:solidFill>
                  <a:srgbClr val="454545"/>
                </a:solidFill>
              </a:rPr>
              <a:t>© GS1</a:t>
            </a:r>
            <a:r>
              <a:rPr lang="en-GB" baseline="0" noProof="0" dirty="0">
                <a:solidFill>
                  <a:srgbClr val="454545"/>
                </a:solidFill>
              </a:rPr>
              <a:t> </a:t>
            </a:r>
            <a:r>
              <a:rPr lang="en-GB" noProof="0" dirty="0">
                <a:solidFill>
                  <a:srgbClr val="454545"/>
                </a:solidFill>
              </a:rPr>
              <a:t>2026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71" y="4646132"/>
            <a:ext cx="1312639" cy="385983"/>
          </a:xfrm>
          <a:prstGeom prst="rect">
            <a:avLst/>
          </a:prstGeom>
        </p:spPr>
      </p:pic>
      <p:sp>
        <p:nvSpPr>
          <p:cNvPr id="7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447485" y="4759630"/>
            <a:ext cx="247535" cy="15019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700" smtClean="0">
                <a:solidFill>
                  <a:srgbClr val="454545"/>
                </a:solidFill>
                <a:latin typeface="Verdana"/>
                <a:cs typeface="Verdana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5464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63" r:id="rId2"/>
    <p:sldLayoutId id="2147483813" r:id="rId3"/>
    <p:sldLayoutId id="2147483864" r:id="rId4"/>
    <p:sldLayoutId id="2147483816" r:id="rId5"/>
    <p:sldLayoutId id="2147483817" r:id="rId6"/>
    <p:sldLayoutId id="2147483824" r:id="rId7"/>
    <p:sldLayoutId id="2147483826" r:id="rId8"/>
    <p:sldLayoutId id="2147483828" r:id="rId9"/>
    <p:sldLayoutId id="2147483858" r:id="rId10"/>
  </p:sldLayoutIdLst>
  <p:hf hdr="0" ftr="0" dt="0"/>
  <p:txStyles>
    <p:titleStyle>
      <a:lvl1pPr algn="l" defTabSz="45715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kern="1200" cap="none" spc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155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6pPr>
      <a:lvl7pPr marL="914310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7pPr>
      <a:lvl8pPr marL="1371466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8pPr>
      <a:lvl9pPr marL="1828622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60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Arial"/>
        <a:buChar char="•"/>
        <a:tabLst/>
        <a:defRPr sz="1700" b="0" i="0" kern="1200" baseline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marL="558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Lucida Grande"/>
        <a:buChar char="­"/>
        <a:tabLst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2pPr>
      <a:lvl3pPr marL="824400" indent="-285750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3pPr>
      <a:lvl4pPr marL="1051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Lucida Grande"/>
        <a:buChar char="­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4pPr>
      <a:lvl5pPr marL="1267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Pct val="100000"/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5pPr>
      <a:lvl6pPr marL="2514354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9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65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21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6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3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9"/>
          <p:cNvSpPr txBox="1">
            <a:spLocks/>
          </p:cNvSpPr>
          <p:nvPr/>
        </p:nvSpPr>
        <p:spPr>
          <a:xfrm>
            <a:off x="5086351" y="4791985"/>
            <a:ext cx="2770356" cy="1010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4571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 sz="600" b="0" kern="1200" cap="none" spc="0" baseline="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2pPr>
            <a:lvl3pPr marL="557784" indent="-285750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3pPr>
            <a:lvl4pPr marL="8229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4pPr>
            <a:lvl5pPr marL="10515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>
                <a:solidFill>
                  <a:srgbClr val="454545"/>
                </a:solidFill>
              </a:rPr>
              <a:t>© GS1</a:t>
            </a:r>
            <a:r>
              <a:rPr lang="en-GB" baseline="0" noProof="0" dirty="0">
                <a:solidFill>
                  <a:srgbClr val="454545"/>
                </a:solidFill>
              </a:rPr>
              <a:t> </a:t>
            </a:r>
            <a:r>
              <a:rPr lang="en-GB" noProof="0" dirty="0">
                <a:solidFill>
                  <a:srgbClr val="454545"/>
                </a:solidFill>
              </a:rPr>
              <a:t>2026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71" y="4646132"/>
            <a:ext cx="1312639" cy="385983"/>
          </a:xfrm>
          <a:prstGeom prst="rect">
            <a:avLst/>
          </a:prstGeom>
        </p:spPr>
      </p:pic>
      <p:sp>
        <p:nvSpPr>
          <p:cNvPr id="7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447485" y="4759630"/>
            <a:ext cx="247535" cy="15019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700" smtClean="0">
                <a:solidFill>
                  <a:srgbClr val="454545"/>
                </a:solidFill>
                <a:latin typeface="Verdana"/>
                <a:cs typeface="Verdana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3627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</p:sldLayoutIdLst>
  <p:hf hdr="0" ftr="0" dt="0"/>
  <p:txStyles>
    <p:titleStyle>
      <a:lvl1pPr algn="l" defTabSz="45715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kern="1200" cap="none" spc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155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6pPr>
      <a:lvl7pPr marL="914310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7pPr>
      <a:lvl8pPr marL="1371466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8pPr>
      <a:lvl9pPr marL="1828622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60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Arial"/>
        <a:buChar char="•"/>
        <a:tabLst/>
        <a:defRPr sz="1700" b="0" i="0" kern="1200" baseline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marL="558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Lucida Grande"/>
        <a:buChar char="­"/>
        <a:tabLst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2pPr>
      <a:lvl3pPr marL="824400" indent="-285750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3pPr>
      <a:lvl4pPr marL="1051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Lucida Grande"/>
        <a:buChar char="­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4pPr>
      <a:lvl5pPr marL="1267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Pct val="100000"/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5pPr>
      <a:lvl6pPr marL="2514354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9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65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21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6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3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/>
          <p:cNvSpPr txBox="1">
            <a:spLocks/>
          </p:cNvSpPr>
          <p:nvPr/>
        </p:nvSpPr>
        <p:spPr>
          <a:xfrm>
            <a:off x="5086351" y="4791985"/>
            <a:ext cx="2770356" cy="1010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4571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 sz="600" b="0" kern="1200" cap="none" spc="0" baseline="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2pPr>
            <a:lvl3pPr marL="557784" indent="-285750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3pPr>
            <a:lvl4pPr marL="8229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4pPr>
            <a:lvl5pPr marL="10515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>
                <a:solidFill>
                  <a:srgbClr val="454545"/>
                </a:solidFill>
              </a:rPr>
              <a:t>© GS1</a:t>
            </a:r>
            <a:r>
              <a:rPr lang="en-GB" baseline="0" noProof="0" dirty="0">
                <a:solidFill>
                  <a:srgbClr val="454545"/>
                </a:solidFill>
              </a:rPr>
              <a:t> </a:t>
            </a:r>
            <a:r>
              <a:rPr lang="en-GB" noProof="0" dirty="0">
                <a:solidFill>
                  <a:srgbClr val="454545"/>
                </a:solidFill>
              </a:rPr>
              <a:t>2026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71" y="4646132"/>
            <a:ext cx="1312639" cy="385983"/>
          </a:xfrm>
          <a:prstGeom prst="rect">
            <a:avLst/>
          </a:prstGeom>
        </p:spPr>
      </p:pic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447485" y="4759630"/>
            <a:ext cx="247535" cy="15019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700" smtClean="0">
                <a:solidFill>
                  <a:srgbClr val="454545"/>
                </a:solidFill>
                <a:latin typeface="Verdana"/>
                <a:cs typeface="Verdana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1102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8" r:id="rId4"/>
    <p:sldLayoutId id="2147483727" r:id="rId5"/>
    <p:sldLayoutId id="2147483725" r:id="rId6"/>
    <p:sldLayoutId id="2147483726" r:id="rId7"/>
    <p:sldLayoutId id="2147483730" r:id="rId8"/>
    <p:sldLayoutId id="2147483729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.gs1.org/assetbank-gs1-brand/action/browseItems?categoryId=205&amp;categoryTypeId=1&amp;cachedCriteria=1" TargetMode="External"/><Relationship Id="rId2" Type="http://schemas.openxmlformats.org/officeDocument/2006/relationships/hyperlink" Target="https://brand.gs1.org/assetbank-gs1-brand/action/browseItems?categoryId=398&amp;categoryTypeId=1" TargetMode="Externa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.gs1.org/assetbank-gs1-brand/action/browseItems?categoryId=398&amp;categoryTypeId=1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brand.gs1.org/assetbank-gs1-brand/action/browseItems?categoryId=205&amp;categoryTypeId=1&amp;cachedCriteria=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s1.org/gs1-competition-law-cau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0C69-BFF8-EC90-DCD5-40A82318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C4A72-1FF5-EA3B-2A28-EADAACA2B5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9B3CE-E4FE-1CCB-6C3E-3A74F6CDDE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36A50-6EFA-1750-6FBC-E16BEAD8AE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30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F5F550-FD6F-AF00-8559-5B3D7E13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988EF1-6865-99B8-26B5-68B8F457E3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996857-47C4-B1FC-C0EE-2048AEB430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30E33D-0705-2E24-F2C2-3507063179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91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9C9D59-5473-EE48-325B-D2B73104D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3D19FD-69EA-258B-FDF8-0D2F033E84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99F028-0297-EAE1-616F-6E895FCCD0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194E5E-0B84-3186-831A-7C3FB58201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12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585094-A60F-C595-CF03-0929D198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EF4380-6A6D-CB1B-F75C-B5C3886D4E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947C53-6D74-67E8-AA5D-825BF1E444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4797DB-2D93-D0B8-A99C-A8E70006B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435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8FF9-BACA-E7D5-F2D2-32F7F002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7196B-203C-CBC6-E9C4-234BA991A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26577-2BC1-F940-5BDF-E740C4E88E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3A911-7F6E-0CFB-CBFD-57F7EEDD76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97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3F7C-CBFC-2897-43DE-297982D3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FDDAC-97CF-AE5E-F4DF-C88E155812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2A354-8453-0E39-015A-96B7176E82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410DF-A458-DC12-9CC5-CBE87752C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829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12F1A01-71E7-A38E-D896-4493001EBF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03666-FF3E-C640-F07E-27C729E2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1882A-7E24-ED02-F621-B0C93909AA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C6047-7A19-4DA8-CF36-090F034FE9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FC65A-793A-A1BE-9703-52C2B7890D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03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CB13AF1-4936-8740-8511-9540849834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26FC1B6-E69D-7C43-4E1E-BB298850AE2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A26DC53-CC1C-9D7C-C367-4F070ECC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F233B41-1CA1-CB7C-C7CD-F67131FF7F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69E4DBB-06A8-D536-F717-8EE7413B1B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D2CD472-70E0-A890-71CD-1C8D20E221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519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0BDBF-852A-6DE4-22C1-C9408819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9</a:t>
            </a:fld>
            <a:endParaRPr lang="en-GB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958682-917B-C04C-8A00-8F1BA8CD4EE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Instructions for adding photo (PC)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D23DE0-B094-CD0A-BA3C-721BA5A87E65}"/>
              </a:ext>
            </a:extLst>
          </p:cNvPr>
          <p:cNvSpPr txBox="1">
            <a:spLocks/>
          </p:cNvSpPr>
          <p:nvPr/>
        </p:nvSpPr>
        <p:spPr>
          <a:xfrm>
            <a:off x="438294" y="1164007"/>
            <a:ext cx="4938924" cy="3251044"/>
          </a:xfrm>
          <a:prstGeom prst="rect">
            <a:avLst/>
          </a:prstGeom>
        </p:spPr>
        <p:txBody>
          <a:bodyPr lIns="0" tIns="0" rIns="0" bIns="0"/>
          <a:lstStyle>
            <a:lvl1pPr marL="360000" marR="0" indent="-285750" algn="l" defTabSz="457155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1700" b="0" i="0" kern="1200" baseline="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1pPr>
            <a:lvl2pPr marL="558000" marR="0" indent="-285750" algn="l" defTabSz="457155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Tx/>
              <a:buFont typeface="Lucida Grande"/>
              <a:buChar char="­"/>
              <a:tabLst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2pPr>
            <a:lvl3pPr marL="824400" indent="-285750" algn="l" defTabSz="457155" rtl="0" eaLnBrk="1" fontAlgn="base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3pPr>
            <a:lvl4pPr marL="1051200" indent="-228578" algn="l" defTabSz="457155" rtl="0" eaLnBrk="1" fontAlgn="base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4pPr>
            <a:lvl5pPr marL="1267200" indent="-228578" algn="l" defTabSz="457155" rtl="0" eaLnBrk="1" fontAlgn="base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/>
              <a:buChar char="•"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-182880">
              <a:spcAft>
                <a:spcPts val="600"/>
              </a:spcAft>
              <a:buClr>
                <a:schemeClr val="tx2"/>
              </a:buClr>
            </a:pPr>
            <a:r>
              <a:rPr lang="en-GB" sz="1000" b="1" dirty="0"/>
              <a:t>Select a photo </a:t>
            </a:r>
            <a:r>
              <a:rPr lang="en-GB" sz="1000" dirty="0"/>
              <a:t>from the </a:t>
            </a:r>
            <a:r>
              <a:rPr lang="en-GB" sz="1000" dirty="0">
                <a:hlinkClick r:id="rId2"/>
              </a:rPr>
              <a:t>PPT ready gallery</a:t>
            </a:r>
            <a:r>
              <a:rPr lang="en-GB" sz="1000" dirty="0"/>
              <a:t>. If desired, select an industry icon from the same gallery.</a:t>
            </a:r>
          </a:p>
          <a:p>
            <a:pPr marL="182880" indent="-182880">
              <a:spcAft>
                <a:spcPts val="600"/>
              </a:spcAft>
              <a:buClr>
                <a:schemeClr val="tx2"/>
              </a:buClr>
            </a:pPr>
            <a:r>
              <a:rPr lang="en-GB" sz="1000" dirty="0"/>
              <a:t>Or select your own photo and make sure it’s a </a:t>
            </a:r>
            <a:r>
              <a:rPr lang="en-GB" sz="1000" b="1" dirty="0"/>
              <a:t>JPG file </a:t>
            </a:r>
            <a:r>
              <a:rPr lang="en-GB" sz="1000" dirty="0"/>
              <a:t>with</a:t>
            </a:r>
            <a:r>
              <a:rPr lang="en-GB" sz="1000" b="1" dirty="0"/>
              <a:t> 150 dpi-300 dpi </a:t>
            </a:r>
            <a:r>
              <a:rPr lang="en-GB" sz="1000" dirty="0"/>
              <a:t>with at least </a:t>
            </a:r>
            <a:r>
              <a:rPr lang="en-GB" sz="1000" b="1" dirty="0"/>
              <a:t>1000 </a:t>
            </a:r>
            <a:r>
              <a:rPr lang="en-GB" sz="1000" b="1" dirty="0" err="1"/>
              <a:t>px</a:t>
            </a:r>
            <a:r>
              <a:rPr lang="en-GB" sz="1000" b="1" dirty="0"/>
              <a:t> width. </a:t>
            </a:r>
            <a:r>
              <a:rPr lang="en-GB" sz="1000" dirty="0"/>
              <a:t>Browse the </a:t>
            </a:r>
            <a:r>
              <a:rPr lang="en-GB" sz="1000" dirty="0">
                <a:hlinkClick r:id="rId3"/>
              </a:rPr>
              <a:t>MOZone here.</a:t>
            </a:r>
            <a:endParaRPr lang="en-GB" sz="1000" dirty="0"/>
          </a:p>
          <a:p>
            <a:pPr marL="182880" indent="-182880">
              <a:spcAft>
                <a:spcPts val="0"/>
              </a:spcAft>
              <a:buClr>
                <a:schemeClr val="tx2"/>
              </a:buClr>
            </a:pPr>
            <a:r>
              <a:rPr lang="en-GB" sz="1000" b="1" dirty="0"/>
              <a:t>Very large photos add file weight to the whole PowerPoint</a:t>
            </a:r>
            <a:r>
              <a:rPr lang="en-GB" sz="1000" dirty="0"/>
              <a:t>, making it hard to email, share and load quickly. Best practice is to compress photos that are a large file size. To compress a photo:</a:t>
            </a:r>
          </a:p>
          <a:p>
            <a:pPr marL="426600" lvl="1" indent="-228600"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GB" sz="900" dirty="0"/>
              <a:t>Select the photo you wish to compress so that the </a:t>
            </a:r>
            <a:r>
              <a:rPr lang="en-GB" sz="900" b="1" dirty="0"/>
              <a:t>Picture Format </a:t>
            </a:r>
            <a:r>
              <a:rPr lang="en-GB" sz="900" dirty="0"/>
              <a:t>tab appears. </a:t>
            </a:r>
          </a:p>
          <a:p>
            <a:pPr marL="426600" lvl="1" indent="-228600"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GB" sz="900" dirty="0"/>
              <a:t>On the </a:t>
            </a:r>
            <a:r>
              <a:rPr lang="en-GB" sz="900" b="1" dirty="0"/>
              <a:t>Picture Format </a:t>
            </a:r>
            <a:r>
              <a:rPr lang="en-GB" sz="900" dirty="0"/>
              <a:t>tab, in the </a:t>
            </a:r>
            <a:r>
              <a:rPr lang="en-GB" sz="900" b="1" dirty="0"/>
              <a:t>Adjust </a:t>
            </a:r>
            <a:r>
              <a:rPr lang="en-GB" sz="900" dirty="0"/>
              <a:t>group, select the</a:t>
            </a:r>
            <a:r>
              <a:rPr lang="en-GB" sz="900" b="1" dirty="0"/>
              <a:t> Compress Pictures </a:t>
            </a:r>
            <a:r>
              <a:rPr lang="en-GB" sz="900" dirty="0"/>
              <a:t>icon. </a:t>
            </a:r>
          </a:p>
          <a:p>
            <a:pPr marL="426600" lvl="1" indent="-228600"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GB" sz="900" dirty="0"/>
              <a:t>Select </a:t>
            </a:r>
            <a:r>
              <a:rPr lang="en-GB" sz="900" b="1" dirty="0"/>
              <a:t>Apply only to this picture</a:t>
            </a:r>
            <a:r>
              <a:rPr lang="en-GB" sz="900" dirty="0"/>
              <a:t>. </a:t>
            </a:r>
            <a:r>
              <a:rPr lang="en-GB" sz="900" dirty="0">
                <a:solidFill>
                  <a:schemeClr val="accent1"/>
                </a:solidFill>
              </a:rPr>
              <a:t>If this is left unchecked, compression of the whole presentation will deteriorate the logo on all slides. </a:t>
            </a:r>
          </a:p>
          <a:p>
            <a:pPr marL="426600" lvl="1" indent="-228600"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GB" sz="900" dirty="0"/>
              <a:t>Select </a:t>
            </a:r>
            <a:r>
              <a:rPr lang="en-GB" sz="900" b="1" dirty="0"/>
              <a:t>Delete cropped areas of pictures</a:t>
            </a:r>
            <a:r>
              <a:rPr lang="en-GB" sz="900" dirty="0"/>
              <a:t>.</a:t>
            </a:r>
          </a:p>
          <a:p>
            <a:pPr marL="426600" lvl="1" indent="-228600"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GB" sz="900" dirty="0"/>
              <a:t>Select </a:t>
            </a:r>
            <a:r>
              <a:rPr lang="en-GB" sz="900" b="1" dirty="0"/>
              <a:t>Print (220 </a:t>
            </a:r>
            <a:r>
              <a:rPr lang="en-GB" sz="900" b="1" dirty="0" err="1"/>
              <a:t>ppi</a:t>
            </a:r>
            <a:r>
              <a:rPr lang="en-GB" sz="900" b="1" dirty="0"/>
              <a:t>): excellent quality on most printers and screens. </a:t>
            </a:r>
            <a:r>
              <a:rPr lang="en-GB" sz="900" dirty="0"/>
              <a:t>Note:</a:t>
            </a:r>
            <a:r>
              <a:rPr lang="en-GB" sz="900" b="1" dirty="0"/>
              <a:t> </a:t>
            </a:r>
            <a:r>
              <a:rPr lang="en-GB" sz="900" dirty="0"/>
              <a:t>If </a:t>
            </a:r>
            <a:r>
              <a:rPr lang="en-GB" sz="900" b="1" dirty="0"/>
              <a:t>220 </a:t>
            </a:r>
            <a:r>
              <a:rPr lang="en-GB" sz="900" b="1" dirty="0" err="1"/>
              <a:t>ppi</a:t>
            </a:r>
            <a:r>
              <a:rPr lang="en-GB" sz="900" b="1" dirty="0"/>
              <a:t> is greyed out </a:t>
            </a:r>
            <a:r>
              <a:rPr lang="en-GB" sz="900" dirty="0"/>
              <a:t>your photo does not to be compressed.</a:t>
            </a:r>
            <a:endParaRPr lang="en-GB" sz="900" b="1" dirty="0"/>
          </a:p>
          <a:p>
            <a:pPr marL="426600" lvl="1" indent="-228600"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GB" sz="900" dirty="0"/>
              <a:t>Click </a:t>
            </a:r>
            <a:r>
              <a:rPr lang="en-GB" sz="900" b="1" dirty="0"/>
              <a:t>OK</a:t>
            </a:r>
            <a:r>
              <a:rPr lang="en-GB" sz="900" dirty="0"/>
              <a:t>. </a:t>
            </a:r>
          </a:p>
        </p:txBody>
      </p:sp>
      <p:grpSp>
        <p:nvGrpSpPr>
          <p:cNvPr id="7" name="Group 6" descr="Screenshot instructions for compressing pictures in PowerPoint">
            <a:extLst>
              <a:ext uri="{FF2B5EF4-FFF2-40B4-BE49-F238E27FC236}">
                <a16:creationId xmlns:a16="http://schemas.microsoft.com/office/drawing/2014/main" id="{8B49792B-3323-DF41-EB22-13EE59B94C49}"/>
              </a:ext>
            </a:extLst>
          </p:cNvPr>
          <p:cNvGrpSpPr/>
          <p:nvPr/>
        </p:nvGrpSpPr>
        <p:grpSpPr>
          <a:xfrm>
            <a:off x="5637598" y="2211498"/>
            <a:ext cx="3071504" cy="2187714"/>
            <a:chOff x="5544361" y="1502743"/>
            <a:chExt cx="3417647" cy="243425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08C8E34-FFB4-A5D7-6D81-56317398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0" b="69"/>
            <a:stretch/>
          </p:blipFill>
          <p:spPr>
            <a:xfrm>
              <a:off x="5544361" y="1502743"/>
              <a:ext cx="3147060" cy="243425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47AC314-12B4-2C4E-C59B-7FE66E0284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2600" y="2094616"/>
              <a:ext cx="1759408" cy="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19AEF66-4A13-9032-7E61-94D00AB231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245" y="3010175"/>
              <a:ext cx="214763" cy="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 descr="Screenshot instructions for compressing pictures in PowerPoint">
            <a:extLst>
              <a:ext uri="{FF2B5EF4-FFF2-40B4-BE49-F238E27FC236}">
                <a16:creationId xmlns:a16="http://schemas.microsoft.com/office/drawing/2014/main" id="{6289F190-45E4-EAB8-242F-8E0D7AF0D3A9}"/>
              </a:ext>
            </a:extLst>
          </p:cNvPr>
          <p:cNvGrpSpPr/>
          <p:nvPr/>
        </p:nvGrpSpPr>
        <p:grpSpPr>
          <a:xfrm>
            <a:off x="5637598" y="1071739"/>
            <a:ext cx="3149918" cy="978083"/>
            <a:chOff x="5637598" y="983239"/>
            <a:chExt cx="3149918" cy="978083"/>
          </a:xfrm>
        </p:grpSpPr>
        <p:pic>
          <p:nvPicPr>
            <p:cNvPr id="20" name="Picture 19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49ADC21F-EDE4-0CE2-5DE4-6632D1ACA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4343" b="4784"/>
            <a:stretch/>
          </p:blipFill>
          <p:spPr>
            <a:xfrm>
              <a:off x="5637598" y="983239"/>
              <a:ext cx="1889637" cy="978083"/>
            </a:xfrm>
            <a:prstGeom prst="roundRect">
              <a:avLst>
                <a:gd name="adj" fmla="val 8538"/>
              </a:avLst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6B27E83-20D2-0EF2-4E6B-74E5B1698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6186" y="1509940"/>
              <a:ext cx="1302916" cy="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DE330D-12D6-8EE2-7708-156EEA3DFE8A}"/>
                </a:ext>
              </a:extLst>
            </p:cNvPr>
            <p:cNvSpPr txBox="1"/>
            <p:nvPr/>
          </p:nvSpPr>
          <p:spPr>
            <a:xfrm>
              <a:off x="7527235" y="1269311"/>
              <a:ext cx="126028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solidFill>
                    <a:schemeClr val="tx2"/>
                  </a:solidFill>
                </a:rPr>
                <a:t>Compress Pictures</a:t>
              </a:r>
            </a:p>
          </p:txBody>
        </p:sp>
        <p:pic>
          <p:nvPicPr>
            <p:cNvPr id="23" name="Picture 2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B74218B-A739-0938-4BFC-71C17C287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1469" t="45767" r="12076" b="43731"/>
            <a:stretch/>
          </p:blipFill>
          <p:spPr>
            <a:xfrm>
              <a:off x="8002324" y="984196"/>
              <a:ext cx="310102" cy="262393"/>
            </a:xfrm>
            <a:prstGeom prst="roundRect">
              <a:avLst>
                <a:gd name="adj" fmla="val 8538"/>
              </a:avLst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1826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DFD7-FA4E-C370-9E4D-92EC4696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BC4505-5D04-0723-D07F-EE08492F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10</a:t>
            </a:fld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D07194-815C-2144-1BA6-B9C4C3640CD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Instructions for adding photo (Mac)</a:t>
            </a:r>
          </a:p>
        </p:txBody>
      </p:sp>
      <p:grpSp>
        <p:nvGrpSpPr>
          <p:cNvPr id="6" name="Group 5" descr="Screenshot instructions for compressing pictures in PowerPoint for Mac">
            <a:extLst>
              <a:ext uri="{FF2B5EF4-FFF2-40B4-BE49-F238E27FC236}">
                <a16:creationId xmlns:a16="http://schemas.microsoft.com/office/drawing/2014/main" id="{8F6C878A-9A7D-A10A-7899-C647373C7F5B}"/>
              </a:ext>
            </a:extLst>
          </p:cNvPr>
          <p:cNvGrpSpPr/>
          <p:nvPr/>
        </p:nvGrpSpPr>
        <p:grpSpPr>
          <a:xfrm>
            <a:off x="5400926" y="1619338"/>
            <a:ext cx="3432662" cy="2194955"/>
            <a:chOff x="5544361" y="1619338"/>
            <a:chExt cx="3432662" cy="2194955"/>
          </a:xfrm>
        </p:grpSpPr>
        <p:pic>
          <p:nvPicPr>
            <p:cNvPr id="8" name="Picture 7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CEA7E1C7-F8F4-D25B-25F7-7AE280093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73" t="4722" r="1732" b="3298"/>
            <a:stretch/>
          </p:blipFill>
          <p:spPr>
            <a:xfrm>
              <a:off x="5544361" y="1619338"/>
              <a:ext cx="3147060" cy="2194955"/>
            </a:xfrm>
            <a:prstGeom prst="roundRect">
              <a:avLst>
                <a:gd name="adj" fmla="val 3804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6D6E1BD-55E1-183C-318B-1905CFCF4F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2107" y="2463039"/>
              <a:ext cx="504916" cy="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A246E4-EF0D-BE93-271A-89FB5136B1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9613" y="3138901"/>
              <a:ext cx="1077410" cy="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1800E5B-E135-955C-B312-83200CDA7926}"/>
              </a:ext>
            </a:extLst>
          </p:cNvPr>
          <p:cNvSpPr txBox="1">
            <a:spLocks/>
          </p:cNvSpPr>
          <p:nvPr/>
        </p:nvSpPr>
        <p:spPr>
          <a:xfrm>
            <a:off x="447720" y="1371600"/>
            <a:ext cx="4699315" cy="3021106"/>
          </a:xfrm>
          <a:prstGeom prst="rect">
            <a:avLst/>
          </a:prstGeom>
        </p:spPr>
        <p:txBody>
          <a:bodyPr lIns="0" tIns="0" rIns="0" bIns="0"/>
          <a:lstStyle>
            <a:lvl1pPr marL="360000" marR="0" indent="-285750" algn="l" defTabSz="457155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1700" b="0" i="0" kern="1200" baseline="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1pPr>
            <a:lvl2pPr marL="558000" marR="0" indent="-285750" algn="l" defTabSz="457155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Tx/>
              <a:buFont typeface="Lucida Grande"/>
              <a:buChar char="­"/>
              <a:tabLst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2pPr>
            <a:lvl3pPr marL="824400" indent="-285750" algn="l" defTabSz="457155" rtl="0" eaLnBrk="1" fontAlgn="base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3pPr>
            <a:lvl4pPr marL="1051200" indent="-228578" algn="l" defTabSz="457155" rtl="0" eaLnBrk="1" fontAlgn="base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4pPr>
            <a:lvl5pPr marL="1267200" indent="-228578" algn="l" defTabSz="457155" rtl="0" eaLnBrk="1" fontAlgn="base" hangingPunct="1">
              <a:lnSpc>
                <a:spcPct val="11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/>
              <a:buChar char="•"/>
              <a:defRPr sz="1700" b="0" i="0" kern="1200">
                <a:solidFill>
                  <a:schemeClr val="tx2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-182880">
              <a:spcAft>
                <a:spcPts val="600"/>
              </a:spcAft>
              <a:buClr>
                <a:schemeClr val="tx2"/>
              </a:buClr>
            </a:pPr>
            <a:r>
              <a:rPr lang="en-GB" sz="1000" b="1" noProof="0" dirty="0"/>
              <a:t>Select a photo </a:t>
            </a:r>
            <a:r>
              <a:rPr lang="en-GB" sz="1000" noProof="0" dirty="0"/>
              <a:t>from the </a:t>
            </a:r>
            <a:r>
              <a:rPr lang="en-GB" sz="1000" noProof="0" dirty="0">
                <a:hlinkClick r:id="rId3"/>
              </a:rPr>
              <a:t>PPT ready gallery</a:t>
            </a:r>
            <a:r>
              <a:rPr lang="en-GB" sz="1000" noProof="0" dirty="0"/>
              <a:t>. If desired, select an industry icon from the same gallery.</a:t>
            </a:r>
          </a:p>
          <a:p>
            <a:pPr marL="182880" indent="-182880">
              <a:spcAft>
                <a:spcPts val="600"/>
              </a:spcAft>
              <a:buClr>
                <a:schemeClr val="tx2"/>
              </a:buClr>
            </a:pPr>
            <a:r>
              <a:rPr lang="en-GB" sz="1000" noProof="0" dirty="0"/>
              <a:t>Or select your own photo and make sure it’s a </a:t>
            </a:r>
            <a:r>
              <a:rPr lang="en-GB" sz="1000" b="1" noProof="0" dirty="0"/>
              <a:t>JPG file </a:t>
            </a:r>
            <a:r>
              <a:rPr lang="en-GB" sz="1000" noProof="0" dirty="0"/>
              <a:t>with</a:t>
            </a:r>
            <a:r>
              <a:rPr lang="en-GB" sz="1000" b="1" noProof="0" dirty="0"/>
              <a:t> 150 dpi-300 dpi </a:t>
            </a:r>
            <a:r>
              <a:rPr lang="en-GB" sz="1000" noProof="0" dirty="0"/>
              <a:t>with at least </a:t>
            </a:r>
            <a:r>
              <a:rPr lang="en-GB" sz="1000" b="1" noProof="0" dirty="0"/>
              <a:t>1000 </a:t>
            </a:r>
            <a:r>
              <a:rPr lang="en-GB" sz="1000" b="1" noProof="0" dirty="0" err="1"/>
              <a:t>px</a:t>
            </a:r>
            <a:r>
              <a:rPr lang="en-GB" sz="1000" b="1" noProof="0" dirty="0"/>
              <a:t> width. </a:t>
            </a:r>
            <a:r>
              <a:rPr lang="en-GB" sz="1000" noProof="0" dirty="0"/>
              <a:t>Browse the </a:t>
            </a:r>
            <a:r>
              <a:rPr lang="en-GB" sz="1000" noProof="0" dirty="0">
                <a:hlinkClick r:id="rId4"/>
              </a:rPr>
              <a:t>MOZone here.</a:t>
            </a:r>
            <a:endParaRPr lang="en-GB" sz="1000" noProof="0" dirty="0"/>
          </a:p>
          <a:p>
            <a:pPr marL="182880" indent="-182880">
              <a:spcAft>
                <a:spcPts val="400"/>
              </a:spcAft>
              <a:buClr>
                <a:schemeClr val="tx2"/>
              </a:buClr>
            </a:pPr>
            <a:r>
              <a:rPr lang="en-GB" sz="1000" b="1" noProof="0" dirty="0"/>
              <a:t>Very large photos </a:t>
            </a:r>
            <a:r>
              <a:rPr lang="en-GB" sz="1000" noProof="0" dirty="0"/>
              <a:t>will add file weight to the whole PowerPoint. </a:t>
            </a:r>
            <a:br>
              <a:rPr lang="en-GB" sz="1000" noProof="0" dirty="0"/>
            </a:br>
            <a:r>
              <a:rPr lang="en-GB" sz="1000" noProof="0" dirty="0"/>
              <a:t>Ideal PowerPoint file weight is 10 mb or less to be able to email, share, and load quickly.</a:t>
            </a:r>
          </a:p>
          <a:p>
            <a:pPr marL="369450" lvl="1" indent="-171450">
              <a:spcAft>
                <a:spcPts val="400"/>
              </a:spcAft>
              <a:buClr>
                <a:schemeClr val="tx2"/>
              </a:buClr>
            </a:pPr>
            <a:r>
              <a:rPr lang="en-GB" sz="900" noProof="0" dirty="0"/>
              <a:t>Best practice for keeping the overall file size of the PowerPoint as low as possible is to compress photos that are a large file size.</a:t>
            </a:r>
          </a:p>
          <a:p>
            <a:pPr marL="369450" lvl="1" indent="-171450">
              <a:spcAft>
                <a:spcPts val="400"/>
              </a:spcAft>
              <a:buClr>
                <a:schemeClr val="tx2"/>
              </a:buClr>
            </a:pPr>
            <a:r>
              <a:rPr lang="en-GB" sz="900" b="1" noProof="0" dirty="0"/>
              <a:t>To compress a single image, </a:t>
            </a:r>
            <a:r>
              <a:rPr lang="en-GB" sz="900" noProof="0" dirty="0"/>
              <a:t>select the photo you wish to compress, then go to File &gt; Compress Pictures… &gt; Picture Quality: </a:t>
            </a:r>
            <a:r>
              <a:rPr lang="en-GB" sz="900" b="1" noProof="0" dirty="0"/>
              <a:t>Print 220 ppi </a:t>
            </a:r>
            <a:r>
              <a:rPr lang="en-GB" sz="900" noProof="0" dirty="0"/>
              <a:t>&gt; Apply to: </a:t>
            </a:r>
            <a:r>
              <a:rPr lang="en-GB" sz="900" b="1" noProof="0" dirty="0"/>
              <a:t>Selected pictures only. </a:t>
            </a:r>
          </a:p>
          <a:p>
            <a:pPr marL="369450" lvl="1" indent="-171450">
              <a:spcAft>
                <a:spcPts val="400"/>
              </a:spcAft>
              <a:buClr>
                <a:schemeClr val="tx2"/>
              </a:buClr>
            </a:pPr>
            <a:r>
              <a:rPr lang="en-GB" sz="900" noProof="0" dirty="0">
                <a:solidFill>
                  <a:schemeClr val="accent1"/>
                </a:solidFill>
              </a:rPr>
              <a:t>Do not select </a:t>
            </a:r>
            <a:r>
              <a:rPr lang="en-GB" sz="900" b="1" noProof="0" dirty="0">
                <a:solidFill>
                  <a:schemeClr val="accent1"/>
                </a:solidFill>
              </a:rPr>
              <a:t>All pictures in this file. </a:t>
            </a:r>
            <a:r>
              <a:rPr lang="en-GB" sz="900" noProof="0" dirty="0">
                <a:solidFill>
                  <a:schemeClr val="accent1"/>
                </a:solidFill>
              </a:rPr>
              <a:t>This will deteriorate the logo on all slides.</a:t>
            </a:r>
          </a:p>
        </p:txBody>
      </p:sp>
    </p:spTree>
    <p:extLst>
      <p:ext uri="{BB962C8B-B14F-4D97-AF65-F5344CB8AC3E}">
        <p14:creationId xmlns:p14="http://schemas.microsoft.com/office/powerpoint/2010/main" val="972048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person holding a phone and a shopping basket">
            <a:extLst>
              <a:ext uri="{FF2B5EF4-FFF2-40B4-BE49-F238E27FC236}">
                <a16:creationId xmlns:a16="http://schemas.microsoft.com/office/drawing/2014/main" id="{B481AF4E-5AC1-09E5-3C56-7E89C59BD11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83" r="83"/>
          <a:stretch/>
        </p:blipFill>
        <p:spPr>
          <a:xfrm>
            <a:off x="4646746" y="1622848"/>
            <a:ext cx="4505976" cy="3529382"/>
          </a:xfrm>
        </p:spPr>
      </p:pic>
      <p:pic>
        <p:nvPicPr>
          <p:cNvPr id="21" name="Picture Placeholder 20" descr="A qr code on a bag">
            <a:extLst>
              <a:ext uri="{FF2B5EF4-FFF2-40B4-BE49-F238E27FC236}">
                <a16:creationId xmlns:a16="http://schemas.microsoft.com/office/drawing/2014/main" id="{C1C6CED4-8C1C-36F8-E7D9-0C2B9472C67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/>
          <a:stretch/>
        </p:blipFill>
        <p:spPr>
          <a:xfrm>
            <a:off x="7608888" y="3657600"/>
            <a:ext cx="1188720" cy="1188720"/>
          </a:xfr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F3AAF54E-B963-7D63-0F28-25B1B814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63" y="2619813"/>
            <a:ext cx="3897237" cy="543983"/>
          </a:xfrm>
        </p:spPr>
        <p:txBody>
          <a:bodyPr/>
          <a:lstStyle/>
          <a:p>
            <a:r>
              <a:rPr lang="en-GB" noProof="0" dirty="0"/>
              <a:t>This slide is an example of </a:t>
            </a:r>
            <a:br>
              <a:rPr lang="en-GB" noProof="0" dirty="0"/>
            </a:br>
            <a:r>
              <a:rPr lang="en-GB" noProof="0" dirty="0"/>
              <a:t>inserting a photo and industry icon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D2FB9D2-76CF-E494-EEBC-1E5C50EA26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6171" y="3256161"/>
            <a:ext cx="3897233" cy="153789"/>
          </a:xfrm>
        </p:spPr>
        <p:txBody>
          <a:bodyPr/>
          <a:lstStyle/>
          <a:p>
            <a:r>
              <a:rPr lang="en-GB" noProof="0" dirty="0"/>
              <a:t>See instructions on previous slides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1AF750C-0929-61A8-7C49-9D0361389D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20C49AE-32E5-A2C4-230C-04C6747DD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0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66CA8-F64C-A897-19B5-AC351EC76A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EE146-739D-ABE2-2CAB-2902C4D861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0B424-AF3F-A253-3B0C-9FECB69F2F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403AD-C9FF-1B2F-92AF-93DCF8FF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44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3367-C622-07B6-1A54-1CFBE75A6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BDD6DE8-9FEB-52B5-CD6E-448371DDB2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E785822-B5B8-9078-2844-AA929678E3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C440C8E-2649-42E4-3827-8A7B484B57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12C94E0-4223-B42D-513C-08AC503F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0915C5F-A3F9-C952-60A2-6014C5D2726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19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E91A-3ACE-351D-A132-56ECAC74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98650C4-3336-D7A2-5532-EE131E284F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171" y="3256161"/>
            <a:ext cx="5486095" cy="153789"/>
          </a:xfrm>
        </p:spPr>
        <p:txBody>
          <a:bodyPr/>
          <a:lstStyle/>
          <a:p>
            <a:r>
              <a:rPr lang="en-GB" noProof="0" dirty="0"/>
              <a:t>See instructions on previous slides</a:t>
            </a:r>
          </a:p>
          <a:p>
            <a:endParaRPr lang="en-GB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53569EA-79E5-9671-1597-276F6C2A08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402B39A-9759-C3EA-1ED6-349EE0208B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71869F7-446D-B7B4-8AB9-A049B148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63" y="2619813"/>
            <a:ext cx="5487912" cy="543983"/>
          </a:xfrm>
        </p:spPr>
        <p:txBody>
          <a:bodyPr/>
          <a:lstStyle/>
          <a:p>
            <a:r>
              <a:rPr lang="en-GB" noProof="0" dirty="0"/>
              <a:t>This slide is an example of inserting an industry icon</a:t>
            </a:r>
          </a:p>
        </p:txBody>
      </p:sp>
      <p:pic>
        <p:nvPicPr>
          <p:cNvPr id="5" name="Picture Placeholder 4" descr="A qr code on a bag">
            <a:extLst>
              <a:ext uri="{FF2B5EF4-FFF2-40B4-BE49-F238E27FC236}">
                <a16:creationId xmlns:a16="http://schemas.microsoft.com/office/drawing/2014/main" id="{7AA656B9-2779-7910-729B-6341C4C167D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/>
          <a:stretch/>
        </p:blipFill>
        <p:spPr>
          <a:xfrm>
            <a:off x="7608888" y="3657600"/>
            <a:ext cx="1188720" cy="1188720"/>
          </a:xfrm>
        </p:spPr>
      </p:pic>
    </p:spTree>
    <p:extLst>
      <p:ext uri="{BB962C8B-B14F-4D97-AF65-F5344CB8AC3E}">
        <p14:creationId xmlns:p14="http://schemas.microsoft.com/office/powerpoint/2010/main" val="4057567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88" fontAlgn="base">
              <a:spcAft>
                <a:spcPct val="0"/>
              </a:spcAft>
              <a:defRPr/>
            </a:pPr>
            <a:fld id="{4472AB7F-E8D0-4874-A9B8-335B68DC5F05}" type="slidenum">
              <a:rPr lang="en-GB"/>
              <a:pPr defTabSz="914288" fontAlgn="base">
                <a:spcAft>
                  <a:spcPct val="0"/>
                </a:spcAft>
                <a:defRPr/>
              </a:pPr>
              <a:t>15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BC2018-3F43-E1CC-1AFE-CBED9518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GS1 Competition Law Caution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984B46C-B281-5FA0-2ECB-A0FCBC04F0A4}"/>
              </a:ext>
            </a:extLst>
          </p:cNvPr>
          <p:cNvSpPr txBox="1">
            <a:spLocks/>
          </p:cNvSpPr>
          <p:nvPr/>
        </p:nvSpPr>
        <p:spPr>
          <a:xfrm>
            <a:off x="447721" y="1091409"/>
            <a:ext cx="8241707" cy="331208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cap="none" spc="90" baseline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GS1 operates under the GS1 Competition Law Caution. Strict compliance with competition laws is and always has been the policy of GS1.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The best way to avoid problems is to remember that the purpose of the group is to enhance the ability of all industry members to compete more efficiently.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This means:</a:t>
            </a:r>
          </a:p>
          <a:p>
            <a:pPr marL="557516" lvl="1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sz="1400" b="1" noProof="0" dirty="0">
                <a:solidFill>
                  <a:schemeClr val="bg1"/>
                </a:solidFill>
              </a:rPr>
              <a:t>There shall be no discussion of prices, allocation of customers or products, </a:t>
            </a:r>
            <a:r>
              <a:rPr lang="en-GB" sz="1400" b="1" noProof="0" dirty="0">
                <a:solidFill>
                  <a:schemeClr val="bg1"/>
                </a:solidFill>
                <a:ea typeface="Times New Roman" panose="02020603050405020304" pitchFamily="18" charset="0"/>
              </a:rPr>
              <a:t>boycotts, refusals to deal, or market share.</a:t>
            </a:r>
            <a:endParaRPr lang="en-GB" sz="1400" b="1" noProof="0" dirty="0">
              <a:solidFill>
                <a:schemeClr val="bg1"/>
              </a:solidFill>
            </a:endParaRPr>
          </a:p>
          <a:p>
            <a:pPr marL="557516" lvl="1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sz="1400" noProof="0" dirty="0">
                <a:solidFill>
                  <a:schemeClr val="bg1"/>
                </a:solidFill>
              </a:rPr>
              <a:t>If any participant believes the group is drifting toward impermissible discussion, the topic shall be tabled until the opinion of counsel can be obtained.</a:t>
            </a:r>
          </a:p>
          <a:p>
            <a:pPr marL="7938">
              <a:spcBef>
                <a:spcPts val="1200"/>
              </a:spcBef>
              <a:spcAft>
                <a:spcPts val="600"/>
              </a:spcAft>
            </a:pPr>
            <a:r>
              <a:rPr lang="en-GB" noProof="0" dirty="0">
                <a:ea typeface="ＭＳ Ｐゴシック"/>
              </a:rPr>
              <a:t>The full caution is available via the link below, if you would like to read it in its entirety: </a:t>
            </a:r>
            <a:r>
              <a:rPr lang="en-GB" noProof="0" dirty="0">
                <a:ea typeface="ＭＳ Ｐゴシック"/>
                <a:hlinkClick r:id="rId3"/>
              </a:rPr>
              <a:t>http://www.gs1.org/gs1-competition-law-caution</a:t>
            </a:r>
            <a:r>
              <a:rPr lang="en-GB" noProof="0" dirty="0">
                <a:ea typeface="ＭＳ Ｐゴシック"/>
              </a:rPr>
              <a:t>.</a:t>
            </a:r>
            <a:endParaRPr lang="en-GB" noProof="0" dirty="0"/>
          </a:p>
          <a:p>
            <a:pPr marL="359401"/>
            <a:br>
              <a:rPr lang="en-US" dirty="0"/>
            </a:br>
            <a:endParaRPr lang="en-GB" dirty="0">
              <a:latin typeface="Verdana" panose="020B060403050404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151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273F9B-DB42-B157-9EFE-9A491669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46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40570-0D47-88BB-C279-C4311980F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74E10D-09D5-D89A-4237-14178A65D956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E1854-6C5C-C283-E08D-C2D13775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65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025BD-9E77-4249-E94B-AA0919CDC2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B384A-164B-B1DE-48C5-36E7C4FC4A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CA3568-2939-78F3-CE0B-602E85E1BD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28592B-28B7-8252-ACB3-97A1F24A0F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56F26-708E-236B-56AF-6906F6DEC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758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C5AFE-0733-A195-EDA3-D6BE735C91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D88AEE-B75D-CEA3-B09D-B4FE639210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783350-EBDB-0485-FFCB-A4AB921C9C3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CB67EC-408C-7C04-1BEC-320C1BCF5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441099-7A5C-48A0-9B96-A07886A778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35A95F-EB53-6CEA-C4C1-91B75FE988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23CF15-4A5D-7F88-DB36-C304DAA2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950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BBFC9-E650-4ADB-07FC-B332B50D09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13A9B5-DA17-875C-170D-0C71E33C4FF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6FC73A-C5B4-A2C9-2E91-1924415E5D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F57519-F59C-AFF3-658A-F32395A2EE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96E80A-CA2E-67FB-3C5D-64AF7C1972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B69A26-6C73-E1C8-B85C-22E3455E4D0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FC60A1-61B4-5E77-B3B1-CF56B106FA6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E7D52BE-2467-7D21-88E8-99797BC8E9C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CCC9CC-FD1B-9505-B465-DE18954F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13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B6EC7-814B-13CB-5764-C5195825F1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8ACA69-4015-AB0B-DDC3-5E81BFDA53A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1A71CB-718D-4254-3F06-7D964F84FE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3F7934-3A36-25AC-4047-C5150AD113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C80A51-2599-8629-EBD8-7793D2C3D90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64262D-691B-FBC5-63C7-B844A3DF41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C85B35-9ADD-2A31-D40C-32E8FAAE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887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863B3-042C-73E2-1DA3-C3336EBBF3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E2D6F0-2C82-9886-1E26-D46CB4D2F84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5BC9C5-F36E-6439-D9B4-634FFC95734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BE237F-A0C6-3785-4BB5-1CBEB6E77AD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B11E11-D8AA-8478-C0AC-C7F3AC4F051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45DB69B-DFAD-6420-009F-78282E38D3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EE8844-E3C6-BD39-24BB-93E3401C2DB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AE6F-8514-2CD8-AFA2-9E2D35E6785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2721AB-0558-D45F-DE39-05B14082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485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41727" y="1136673"/>
            <a:ext cx="8246851" cy="260485"/>
          </a:xfrm>
        </p:spPr>
        <p:txBody>
          <a:bodyPr>
            <a:normAutofit/>
          </a:bodyPr>
          <a:lstStyle/>
          <a:p>
            <a:r>
              <a:rPr lang="en-GB" noProof="0" dirty="0"/>
              <a:t>Name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/>
          </p:nvPr>
        </p:nvSpPr>
        <p:spPr>
          <a:xfrm>
            <a:off x="441727" y="1457804"/>
            <a:ext cx="8239912" cy="276994"/>
          </a:xfrm>
        </p:spPr>
        <p:txBody>
          <a:bodyPr/>
          <a:lstStyle/>
          <a:p>
            <a:r>
              <a:rPr lang="en-GB" noProof="0" dirty="0"/>
              <a:t>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639270" y="2915286"/>
            <a:ext cx="8059667" cy="260485"/>
          </a:xfrm>
        </p:spPr>
        <p:txBody>
          <a:bodyPr/>
          <a:lstStyle/>
          <a:p>
            <a:r>
              <a:rPr lang="en-GB" noProof="0"/>
              <a:t>+00 (0)00 0000 0000</a:t>
            </a:r>
            <a:endParaRPr lang="en-GB" noProof="0" dirty="0"/>
          </a:p>
        </p:txBody>
      </p:sp>
      <p:sp>
        <p:nvSpPr>
          <p:cNvPr id="7" name="Content Placeholder 6"/>
          <p:cNvSpPr>
            <a:spLocks noGrp="1"/>
          </p:cNvSpPr>
          <p:nvPr>
            <p:ph idx="17"/>
          </p:nvPr>
        </p:nvSpPr>
        <p:spPr>
          <a:xfrm>
            <a:off x="441727" y="4060063"/>
            <a:ext cx="8239912" cy="288653"/>
          </a:xfrm>
        </p:spPr>
        <p:txBody>
          <a:bodyPr/>
          <a:lstStyle/>
          <a:p>
            <a:r>
              <a:rPr lang="en-GB" noProof="0" dirty="0"/>
              <a:t>www.gs1.org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9"/>
          </p:nvPr>
        </p:nvSpPr>
        <p:spPr>
          <a:xfrm>
            <a:off x="639270" y="3671294"/>
            <a:ext cx="8059667" cy="252615"/>
          </a:xfrm>
        </p:spPr>
        <p:txBody>
          <a:bodyPr/>
          <a:lstStyle/>
          <a:p>
            <a:r>
              <a:rPr lang="en-GB" noProof="0"/>
              <a:t>name@gs1.org</a:t>
            </a:r>
            <a:endParaRPr lang="en-GB" noProof="0" dirty="0"/>
          </a:p>
        </p:txBody>
      </p:sp>
      <p:sp>
        <p:nvSpPr>
          <p:cNvPr id="9" name="Content Placeholder 8"/>
          <p:cNvSpPr>
            <a:spLocks noGrp="1"/>
          </p:cNvSpPr>
          <p:nvPr>
            <p:ph idx="22"/>
          </p:nvPr>
        </p:nvSpPr>
        <p:spPr>
          <a:xfrm>
            <a:off x="441727" y="1781209"/>
            <a:ext cx="8239912" cy="1043127"/>
          </a:xfrm>
        </p:spPr>
        <p:txBody>
          <a:bodyPr/>
          <a:lstStyle/>
          <a:p>
            <a:r>
              <a:rPr lang="en-GB" noProof="0" dirty="0"/>
              <a:t>GS1</a:t>
            </a:r>
          </a:p>
          <a:p>
            <a:r>
              <a:rPr lang="en-GB" noProof="0" dirty="0"/>
              <a:t>Address Line 1</a:t>
            </a:r>
          </a:p>
          <a:p>
            <a:r>
              <a:rPr lang="en-GB" noProof="0" dirty="0"/>
              <a:t>Address Line 2</a:t>
            </a:r>
          </a:p>
          <a:p>
            <a:r>
              <a:rPr lang="en-GB" noProof="0" dirty="0"/>
              <a:t>Address Line 3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7"/>
          </p:nvPr>
        </p:nvSpPr>
        <p:spPr>
          <a:xfrm>
            <a:off x="639270" y="3167087"/>
            <a:ext cx="8059667" cy="260485"/>
          </a:xfrm>
        </p:spPr>
        <p:txBody>
          <a:bodyPr/>
          <a:lstStyle/>
          <a:p>
            <a:r>
              <a:rPr lang="en-GB" noProof="0"/>
              <a:t>+00 (0)00 0000 0000</a:t>
            </a:r>
            <a:endParaRPr lang="en-GB" noProof="0" dirty="0"/>
          </a:p>
        </p:txBody>
      </p:sp>
      <p:sp>
        <p:nvSpPr>
          <p:cNvPr id="11" name="Content Placeholder 10"/>
          <p:cNvSpPr>
            <a:spLocks noGrp="1"/>
          </p:cNvSpPr>
          <p:nvPr>
            <p:ph idx="28"/>
          </p:nvPr>
        </p:nvSpPr>
        <p:spPr>
          <a:xfrm>
            <a:off x="639270" y="3418888"/>
            <a:ext cx="8059667" cy="260485"/>
          </a:xfrm>
        </p:spPr>
        <p:txBody>
          <a:bodyPr/>
          <a:lstStyle/>
          <a:p>
            <a:r>
              <a:rPr lang="en-GB" noProof="0" dirty="0"/>
              <a:t>+00 (0)00 0000 0000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3"/>
          </p:nvPr>
        </p:nvSpPr>
        <p:spPr>
          <a:xfrm>
            <a:off x="396510" y="2916792"/>
            <a:ext cx="185358" cy="265922"/>
          </a:xfrm>
        </p:spPr>
        <p:txBody>
          <a:bodyPr/>
          <a:lstStyle/>
          <a:p>
            <a:r>
              <a:rPr lang="en-GB" noProof="0"/>
              <a:t>T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96510" y="3166033"/>
            <a:ext cx="185358" cy="265922"/>
          </a:xfrm>
        </p:spPr>
        <p:txBody>
          <a:bodyPr/>
          <a:lstStyle/>
          <a:p>
            <a:r>
              <a:rPr lang="en-GB" noProof="0"/>
              <a:t>D</a:t>
            </a:r>
            <a:endParaRPr lang="en-GB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5"/>
          </p:nvPr>
        </p:nvSpPr>
        <p:spPr>
          <a:xfrm>
            <a:off x="396510" y="3418449"/>
            <a:ext cx="185358" cy="265922"/>
          </a:xfrm>
        </p:spPr>
        <p:txBody>
          <a:bodyPr/>
          <a:lstStyle/>
          <a:p>
            <a:r>
              <a:rPr lang="en-GB" noProof="0"/>
              <a:t>M</a:t>
            </a:r>
            <a:endParaRPr lang="en-GB" noProof="0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6"/>
          </p:nvPr>
        </p:nvSpPr>
        <p:spPr>
          <a:xfrm>
            <a:off x="396510" y="3671129"/>
            <a:ext cx="185358" cy="265922"/>
          </a:xfrm>
        </p:spPr>
        <p:txBody>
          <a:bodyPr/>
          <a:lstStyle/>
          <a:p>
            <a:r>
              <a:rPr lang="en-GB" noProof="0"/>
              <a:t>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479" y="147005"/>
            <a:ext cx="8231572" cy="679647"/>
          </a:xfrm>
        </p:spPr>
        <p:txBody>
          <a:bodyPr/>
          <a:lstStyle/>
          <a:p>
            <a:r>
              <a:rPr lang="en-GB" noProof="0" dirty="0"/>
              <a:t>Contact information</a:t>
            </a:r>
          </a:p>
        </p:txBody>
      </p:sp>
      <p:pic>
        <p:nvPicPr>
          <p:cNvPr id="21" name="Picture 20" descr="Facebook icon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811586" y="4095750"/>
            <a:ext cx="296745" cy="296745"/>
          </a:xfrm>
          <a:prstGeom prst="rect">
            <a:avLst/>
          </a:prstGeom>
        </p:spPr>
      </p:pic>
      <p:pic>
        <p:nvPicPr>
          <p:cNvPr id="23" name="Picture 22" descr="LinkedIn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8023" y="4095750"/>
            <a:ext cx="296745" cy="296745"/>
          </a:xfrm>
          <a:prstGeom prst="rect">
            <a:avLst/>
          </a:prstGeom>
        </p:spPr>
      </p:pic>
      <p:pic>
        <p:nvPicPr>
          <p:cNvPr id="24" name="Picture 23" descr="YouTube ico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15149" y="4095750"/>
            <a:ext cx="296745" cy="296745"/>
          </a:xfrm>
          <a:prstGeom prst="rect">
            <a:avLst/>
          </a:prstGeom>
        </p:spPr>
      </p:pic>
      <p:pic>
        <p:nvPicPr>
          <p:cNvPr id="16" name="Picture 20" descr="X icon">
            <a:extLst>
              <a:ext uri="{FF2B5EF4-FFF2-40B4-BE49-F238E27FC236}">
                <a16:creationId xmlns:a16="http://schemas.microsoft.com/office/drawing/2014/main" id="{3DDF1C91-1EEA-FB66-A2F8-BB1A711D32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18712" y="4112659"/>
            <a:ext cx="262927" cy="26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43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54C1866D-6C68-5B93-9914-2C2D5B87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4" name="Group 3" descr="Example chart"/>
          <p:cNvGrpSpPr/>
          <p:nvPr/>
        </p:nvGrpSpPr>
        <p:grpSpPr>
          <a:xfrm>
            <a:off x="643174" y="1427694"/>
            <a:ext cx="7857653" cy="2525735"/>
            <a:chOff x="699959" y="1848071"/>
            <a:chExt cx="7857653" cy="3367646"/>
          </a:xfrm>
        </p:grpSpPr>
        <p:sp>
          <p:nvSpPr>
            <p:cNvPr id="5" name="Rectangle 4"/>
            <p:cNvSpPr/>
            <p:nvPr/>
          </p:nvSpPr>
          <p:spPr>
            <a:xfrm>
              <a:off x="3715415" y="1848071"/>
              <a:ext cx="1772406" cy="739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Title</a:t>
              </a:r>
            </a:p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Name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4596879" y="2587299"/>
              <a:ext cx="0" cy="1453810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13" idx="1"/>
            </p:cNvCxnSpPr>
            <p:nvPr/>
          </p:nvCxnSpPr>
          <p:spPr>
            <a:xfrm flipH="1" flipV="1">
              <a:off x="4601618" y="3256827"/>
              <a:ext cx="1069770" cy="1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1573366" y="4030203"/>
              <a:ext cx="6103898" cy="1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1584178" y="4025909"/>
              <a:ext cx="1493" cy="447211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612487" y="4022531"/>
              <a:ext cx="0" cy="441269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639303" y="4027714"/>
              <a:ext cx="0" cy="436086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666120" y="4025909"/>
              <a:ext cx="5517" cy="447211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5671388" y="2887213"/>
              <a:ext cx="1772406" cy="739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Title</a:t>
              </a:r>
            </a:p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785206" y="4476489"/>
              <a:ext cx="1772406" cy="739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Title</a:t>
              </a:r>
            </a:p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754526" y="4476489"/>
              <a:ext cx="1772406" cy="739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Title</a:t>
              </a:r>
            </a:p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723850" y="4476489"/>
              <a:ext cx="1772406" cy="739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Title</a:t>
              </a:r>
            </a:p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99959" y="4476489"/>
              <a:ext cx="1772406" cy="739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Title</a:t>
              </a:r>
            </a:p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4684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479" y="147005"/>
            <a:ext cx="8231572" cy="679647"/>
          </a:xfrm>
        </p:spPr>
        <p:txBody>
          <a:bodyPr/>
          <a:lstStyle/>
          <a:p>
            <a:r>
              <a:rPr lang="en-GB" noProof="0" dirty="0"/>
              <a:t>Two-column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38513"/>
              </p:ext>
            </p:extLst>
          </p:nvPr>
        </p:nvGraphicFramePr>
        <p:xfrm>
          <a:off x="445248" y="1200857"/>
          <a:ext cx="8248030" cy="312360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652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7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7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119"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Category </a:t>
                      </a:r>
                      <a:br>
                        <a:rPr lang="en-GB" sz="800" noProof="0" dirty="0"/>
                      </a:br>
                      <a:r>
                        <a:rPr lang="en-GB" sz="800" noProof="0" dirty="0"/>
                        <a:t>Name</a:t>
                      </a:r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Column</a:t>
                      </a:r>
                      <a:r>
                        <a:rPr lang="en-GB" sz="800" baseline="0" noProof="0" dirty="0"/>
                        <a:t> 1</a:t>
                      </a:r>
                      <a:endParaRPr lang="en-GB" sz="800" noProof="0" dirty="0"/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noProof="0" dirty="0"/>
                        <a:t>Column</a:t>
                      </a:r>
                      <a:r>
                        <a:rPr lang="en-GB" sz="800" baseline="0" noProof="0" dirty="0"/>
                        <a:t> 2</a:t>
                      </a:r>
                      <a:endParaRPr lang="en-GB" sz="800" noProof="0" dirty="0"/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1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 b="0" i="0" noProof="0" dirty="0"/>
                        <a:t>Sample text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b="0" i="0" noProof="0" dirty="0"/>
                        <a:t>Sample text with two lines. Sample text with two lines. Sample text with two lines. Sample text with two lines.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2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3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4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5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47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479" y="147005"/>
            <a:ext cx="8231572" cy="679647"/>
          </a:xfrm>
        </p:spPr>
        <p:txBody>
          <a:bodyPr/>
          <a:lstStyle/>
          <a:p>
            <a:r>
              <a:rPr lang="en-GB" noProof="0" dirty="0"/>
              <a:t>Four-column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059330"/>
              </p:ext>
            </p:extLst>
          </p:nvPr>
        </p:nvGraphicFramePr>
        <p:xfrm>
          <a:off x="457199" y="1200857"/>
          <a:ext cx="8236080" cy="312360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647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7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7119"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Category </a:t>
                      </a:r>
                      <a:br>
                        <a:rPr lang="en-GB" sz="800" noProof="0" dirty="0"/>
                      </a:br>
                      <a:r>
                        <a:rPr lang="en-GB" sz="800" noProof="0" dirty="0"/>
                        <a:t>Name</a:t>
                      </a:r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Column</a:t>
                      </a:r>
                      <a:r>
                        <a:rPr lang="en-GB" sz="800" baseline="0" noProof="0" dirty="0"/>
                        <a:t> 1</a:t>
                      </a:r>
                      <a:endParaRPr lang="en-GB" sz="800" noProof="0" dirty="0"/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noProof="0" dirty="0"/>
                        <a:t>Column</a:t>
                      </a:r>
                      <a:r>
                        <a:rPr lang="en-GB" sz="800" baseline="0" noProof="0" dirty="0"/>
                        <a:t> 2</a:t>
                      </a:r>
                      <a:endParaRPr lang="en-GB" sz="800" noProof="0" dirty="0"/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noProof="0" dirty="0"/>
                        <a:t>Column</a:t>
                      </a:r>
                      <a:r>
                        <a:rPr lang="en-GB" sz="800" baseline="0" noProof="0" dirty="0"/>
                        <a:t> 3</a:t>
                      </a:r>
                      <a:endParaRPr lang="en-GB" sz="800" noProof="0" dirty="0"/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noProof="0" dirty="0"/>
                        <a:t>Column 4</a:t>
                      </a:r>
                    </a:p>
                  </a:txBody>
                  <a:tcPr marT="34290" marB="34290" anchor="ctr" anchorCtr="1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1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 b="0" i="0" noProof="0" dirty="0"/>
                        <a:t>Sample text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b="0" i="0" noProof="0" dirty="0"/>
                        <a:t>Sample text with two lines. Sample text with two lines.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b="0" i="0" noProof="0" dirty="0"/>
                        <a:t>Sample text with three lines. Sample text with three lines. Sample text with three lines.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b="0" i="0" noProof="0" dirty="0"/>
                        <a:t>Sample text</a:t>
                      </a:r>
                      <a:r>
                        <a:rPr lang="en-GB" sz="600" b="0" i="0" baseline="0" noProof="0" dirty="0"/>
                        <a:t> with four lines. </a:t>
                      </a:r>
                      <a:r>
                        <a:rPr lang="en-GB" sz="600" b="0" i="0" noProof="0" dirty="0"/>
                        <a:t>Sample text</a:t>
                      </a:r>
                      <a:r>
                        <a:rPr lang="en-GB" sz="600" b="0" i="0" baseline="0" noProof="0" dirty="0"/>
                        <a:t> with four lines. </a:t>
                      </a:r>
                      <a:r>
                        <a:rPr lang="en-GB" sz="600" b="0" i="0" noProof="0" dirty="0"/>
                        <a:t>Sample text</a:t>
                      </a:r>
                      <a:r>
                        <a:rPr lang="en-GB" sz="600" b="0" i="0" baseline="0" noProof="0" dirty="0"/>
                        <a:t> with four lines. </a:t>
                      </a:r>
                      <a:r>
                        <a:rPr lang="en-GB" sz="600" b="0" i="0" noProof="0" dirty="0"/>
                        <a:t>Sample text</a:t>
                      </a:r>
                      <a:r>
                        <a:rPr lang="en-GB" sz="600" b="0" i="0" baseline="0" noProof="0" dirty="0"/>
                        <a:t> with four lines. </a:t>
                      </a:r>
                      <a:r>
                        <a:rPr lang="en-GB" sz="600" b="0" i="0" noProof="0" dirty="0"/>
                        <a:t>Sample text</a:t>
                      </a:r>
                      <a:r>
                        <a:rPr lang="en-GB" sz="600" b="0" i="0" baseline="0" noProof="0" dirty="0"/>
                        <a:t> with four lines. </a:t>
                      </a:r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2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3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4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97">
                <a:tc>
                  <a:txBody>
                    <a:bodyPr/>
                    <a:lstStyle/>
                    <a:p>
                      <a:pPr marL="0" marR="0" lvl="0" indent="0" algn="ctr" defTabSz="914310" rtl="0" eaLnBrk="1" fontAlgn="auto" latinLnBrk="0" hangingPunct="1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C6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Category 5</a:t>
                      </a:r>
                    </a:p>
                    <a:p>
                      <a:pPr algn="ctr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b="0" i="0" noProof="0" dirty="0"/>
                    </a:p>
                  </a:txBody>
                  <a:tcPr marT="34290" marB="3429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863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479" y="147005"/>
            <a:ext cx="8231572" cy="679647"/>
          </a:xfrm>
        </p:spPr>
        <p:txBody>
          <a:bodyPr/>
          <a:lstStyle/>
          <a:p>
            <a:r>
              <a:rPr lang="en-GB" noProof="0" dirty="0"/>
              <a:t>Useful symbols</a:t>
            </a:r>
          </a:p>
        </p:txBody>
      </p:sp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2421" y="1281180"/>
            <a:ext cx="470875" cy="470875"/>
          </a:xfrm>
          <a:prstGeom prst="rect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25560" y="1430241"/>
            <a:ext cx="1323403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7225561" y="1715617"/>
            <a:ext cx="1323402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1993" y="1281180"/>
            <a:ext cx="499413" cy="499413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0103" y="1316859"/>
            <a:ext cx="385274" cy="471035"/>
          </a:xfrm>
          <a:prstGeom prst="downArrow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Down Arrow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46955" y="1319263"/>
            <a:ext cx="385274" cy="471035"/>
          </a:xfrm>
          <a:prstGeom prst="downArrow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own Arrow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86687" y="1307323"/>
            <a:ext cx="385274" cy="471035"/>
          </a:xfrm>
          <a:prstGeom prst="downArrow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Down Arrow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319213" y="1274053"/>
            <a:ext cx="385274" cy="471035"/>
          </a:xfrm>
          <a:prstGeom prst="downArrow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Multiply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507" y="1231238"/>
            <a:ext cx="634987" cy="634987"/>
          </a:xfrm>
          <a:prstGeom prst="mathMultiply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Plus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1662" y="1231239"/>
            <a:ext cx="634967" cy="634967"/>
          </a:xfrm>
          <a:prstGeom prst="mathPlus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8478" y="1357257"/>
            <a:ext cx="498475" cy="402679"/>
            <a:chOff x="6698502" y="1816960"/>
            <a:chExt cx="498475" cy="402679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6698502" y="2032859"/>
              <a:ext cx="198356" cy="186780"/>
            </a:xfrm>
            <a:prstGeom prst="line">
              <a:avLst/>
            </a:prstGeom>
            <a:ln w="12700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812802" y="1816960"/>
              <a:ext cx="384175" cy="400049"/>
            </a:xfrm>
            <a:prstGeom prst="line">
              <a:avLst/>
            </a:prstGeom>
            <a:ln w="12700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2421" y="2114446"/>
            <a:ext cx="470875" cy="470875"/>
          </a:xfrm>
          <a:prstGeom prst="rect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25560" y="2263507"/>
            <a:ext cx="1323403" cy="0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7225561" y="2548883"/>
            <a:ext cx="1323402" cy="0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1993" y="2114446"/>
            <a:ext cx="499413" cy="499413"/>
          </a:xfrm>
          <a:prstGeom prst="ellipse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Down Arrow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0103" y="2150125"/>
            <a:ext cx="385274" cy="471035"/>
          </a:xfrm>
          <a:prstGeom prst="downArrow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Down Arrow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46955" y="2152529"/>
            <a:ext cx="385274" cy="471035"/>
          </a:xfrm>
          <a:prstGeom prst="downArrow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Down Arrow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86687" y="2140589"/>
            <a:ext cx="385274" cy="471035"/>
          </a:xfrm>
          <a:prstGeom prst="downArrow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Down Arrow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319213" y="2107319"/>
            <a:ext cx="385274" cy="471035"/>
          </a:xfrm>
          <a:prstGeom prst="downArrow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Multiply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507" y="1976924"/>
            <a:ext cx="634987" cy="634987"/>
          </a:xfrm>
          <a:prstGeom prst="mathMultiply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Plus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1662" y="1976925"/>
            <a:ext cx="634967" cy="634967"/>
          </a:xfrm>
          <a:prstGeom prst="mathPlus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8478" y="2190523"/>
            <a:ext cx="498475" cy="402679"/>
            <a:chOff x="6698502" y="1816960"/>
            <a:chExt cx="498475" cy="402679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6698502" y="2032859"/>
              <a:ext cx="198356" cy="186780"/>
            </a:xfrm>
            <a:prstGeom prst="line">
              <a:avLst/>
            </a:prstGeom>
            <a:ln w="127000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6812802" y="1816960"/>
              <a:ext cx="384175" cy="400049"/>
            </a:xfrm>
            <a:prstGeom prst="line">
              <a:avLst/>
            </a:prstGeom>
            <a:ln w="127000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2421" y="2920468"/>
            <a:ext cx="470875" cy="470875"/>
          </a:xfrm>
          <a:prstGeom prst="rect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25560" y="3069529"/>
            <a:ext cx="1323403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7225561" y="3354905"/>
            <a:ext cx="1323402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1993" y="2920468"/>
            <a:ext cx="499413" cy="499413"/>
          </a:xfrm>
          <a:prstGeom prst="ellipse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Down Arrow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0103" y="2956147"/>
            <a:ext cx="385274" cy="471035"/>
          </a:xfrm>
          <a:prstGeom prst="downArrow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Down Arrow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46955" y="2958551"/>
            <a:ext cx="385274" cy="471035"/>
          </a:xfrm>
          <a:prstGeom prst="downArrow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Down Arrow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86687" y="2946611"/>
            <a:ext cx="385274" cy="471035"/>
          </a:xfrm>
          <a:prstGeom prst="downArrow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Down Arrow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319213" y="2913341"/>
            <a:ext cx="385274" cy="471035"/>
          </a:xfrm>
          <a:prstGeom prst="downArrow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Multiply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507" y="2870526"/>
            <a:ext cx="634987" cy="634987"/>
          </a:xfrm>
          <a:prstGeom prst="mathMultiply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Plus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1662" y="2870527"/>
            <a:ext cx="634967" cy="634967"/>
          </a:xfrm>
          <a:prstGeom prst="mathPlus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8478" y="2996545"/>
            <a:ext cx="498475" cy="402679"/>
            <a:chOff x="6698502" y="1816960"/>
            <a:chExt cx="498475" cy="402679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6698502" y="2032859"/>
              <a:ext cx="198356" cy="186780"/>
            </a:xfrm>
            <a:prstGeom prst="line">
              <a:avLst/>
            </a:prstGeom>
            <a:ln w="1270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6812802" y="1816960"/>
              <a:ext cx="384175" cy="400049"/>
            </a:xfrm>
            <a:prstGeom prst="line">
              <a:avLst/>
            </a:prstGeom>
            <a:ln w="1270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2421" y="3739138"/>
            <a:ext cx="470875" cy="470875"/>
          </a:xfrm>
          <a:prstGeom prst="rect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4" name="Straight Arrow Connector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25560" y="3888199"/>
            <a:ext cx="1323403" cy="0"/>
          </a:xfrm>
          <a:prstGeom prst="straightConnector1">
            <a:avLst/>
          </a:prstGeom>
          <a:ln>
            <a:solidFill>
              <a:schemeClr val="bg2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7225561" y="4173575"/>
            <a:ext cx="1323402" cy="0"/>
          </a:xfrm>
          <a:prstGeom prst="straightConnector1">
            <a:avLst/>
          </a:prstGeom>
          <a:ln>
            <a:solidFill>
              <a:schemeClr val="bg2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1993" y="3739138"/>
            <a:ext cx="499413" cy="499413"/>
          </a:xfrm>
          <a:prstGeom prst="ellipse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Down Arrow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0103" y="3774817"/>
            <a:ext cx="385274" cy="471035"/>
          </a:xfrm>
          <a:prstGeom prst="downArrow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Down Arrow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46955" y="3777221"/>
            <a:ext cx="385274" cy="471035"/>
          </a:xfrm>
          <a:prstGeom prst="downArrow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Down Arrow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86687" y="3765281"/>
            <a:ext cx="385274" cy="471035"/>
          </a:xfrm>
          <a:prstGeom prst="downArrow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Down Arrow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319213" y="3732011"/>
            <a:ext cx="385274" cy="471035"/>
          </a:xfrm>
          <a:prstGeom prst="downArrow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Multiply 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507" y="3689196"/>
            <a:ext cx="634987" cy="634987"/>
          </a:xfrm>
          <a:prstGeom prst="mathMultiply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Plus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1662" y="3689197"/>
            <a:ext cx="634967" cy="634967"/>
          </a:xfrm>
          <a:prstGeom prst="mathPlus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8478" y="3815215"/>
            <a:ext cx="498475" cy="402679"/>
            <a:chOff x="6698502" y="1816960"/>
            <a:chExt cx="498475" cy="402679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6698502" y="2032859"/>
              <a:ext cx="198356" cy="186780"/>
            </a:xfrm>
            <a:prstGeom prst="line">
              <a:avLst/>
            </a:prstGeom>
            <a:ln w="127000"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6812802" y="1816960"/>
              <a:ext cx="384175" cy="400049"/>
            </a:xfrm>
            <a:prstGeom prst="line">
              <a:avLst/>
            </a:prstGeom>
            <a:ln w="127000"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1551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479" y="147005"/>
            <a:ext cx="8231572" cy="679647"/>
          </a:xfrm>
        </p:spPr>
        <p:txBody>
          <a:bodyPr/>
          <a:lstStyle/>
          <a:p>
            <a:r>
              <a:rPr lang="en-GB" noProof="0" dirty="0"/>
              <a:t>Useful symbols</a:t>
            </a:r>
          </a:p>
        </p:txBody>
      </p:sp>
      <p:sp>
        <p:nvSpPr>
          <p:cNvPr id="4" name="Oval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227" y="1310601"/>
            <a:ext cx="506506" cy="5065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sp>
        <p:nvSpPr>
          <p:cNvPr id="5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9433" y="1325002"/>
            <a:ext cx="506506" cy="50650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grpSp>
        <p:nvGrpSpPr>
          <p:cNvPr id="6" name="Group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87039" y="1314084"/>
            <a:ext cx="506506" cy="506506"/>
            <a:chOff x="1152" y="2976"/>
            <a:chExt cx="192" cy="192"/>
          </a:xfrm>
        </p:grpSpPr>
        <p:sp>
          <p:nvSpPr>
            <p:cNvPr id="7" name="Oval 32"/>
            <p:cNvSpPr>
              <a:spLocks noChangeArrowheads="1"/>
            </p:cNvSpPr>
            <p:nvPr/>
          </p:nvSpPr>
          <p:spPr bwMode="auto">
            <a:xfrm>
              <a:off x="1152" y="2976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8" name="Arc 33"/>
            <p:cNvSpPr>
              <a:spLocks/>
            </p:cNvSpPr>
            <p:nvPr/>
          </p:nvSpPr>
          <p:spPr bwMode="auto">
            <a:xfrm flipH="1">
              <a:off x="1152" y="2976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2518851" y="1311560"/>
            <a:ext cx="509116" cy="507851"/>
            <a:chOff x="1497575" y="3389466"/>
            <a:chExt cx="678821" cy="677135"/>
          </a:xfrm>
        </p:grpSpPr>
        <p:sp>
          <p:nvSpPr>
            <p:cNvPr id="10" name="Oval 35"/>
            <p:cNvSpPr>
              <a:spLocks noChangeArrowheads="1"/>
            </p:cNvSpPr>
            <p:nvPr/>
          </p:nvSpPr>
          <p:spPr bwMode="auto">
            <a:xfrm>
              <a:off x="1501055" y="3389466"/>
              <a:ext cx="675341" cy="6753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11" name="Oval 30"/>
            <p:cNvSpPr>
              <a:spLocks noChangeArrowheads="1"/>
            </p:cNvSpPr>
            <p:nvPr/>
          </p:nvSpPr>
          <p:spPr bwMode="auto">
            <a:xfrm>
              <a:off x="1497575" y="3391259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12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3454143" y="1309820"/>
            <a:ext cx="509116" cy="507851"/>
            <a:chOff x="1478481" y="4313391"/>
            <a:chExt cx="678821" cy="677135"/>
          </a:xfrm>
        </p:grpSpPr>
        <p:grpSp>
          <p:nvGrpSpPr>
            <p:cNvPr id="13" name="Group 12"/>
            <p:cNvGrpSpPr/>
            <p:nvPr/>
          </p:nvGrpSpPr>
          <p:grpSpPr>
            <a:xfrm>
              <a:off x="1478481" y="4313391"/>
              <a:ext cx="678821" cy="677135"/>
              <a:chOff x="1497575" y="3389466"/>
              <a:chExt cx="678821" cy="677135"/>
            </a:xfrm>
          </p:grpSpPr>
          <p:sp>
            <p:nvSpPr>
              <p:cNvPr id="15" name="Oval 35"/>
              <p:cNvSpPr>
                <a:spLocks noChangeArrowheads="1"/>
              </p:cNvSpPr>
              <p:nvPr/>
            </p:nvSpPr>
            <p:spPr bwMode="auto">
              <a:xfrm>
                <a:off x="1501055" y="3389466"/>
                <a:ext cx="675341" cy="6753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  <p:sp>
            <p:nvSpPr>
              <p:cNvPr id="16" name="Oval 30"/>
              <p:cNvSpPr>
                <a:spLocks noChangeArrowheads="1"/>
              </p:cNvSpPr>
              <p:nvPr/>
            </p:nvSpPr>
            <p:spPr bwMode="auto">
              <a:xfrm>
                <a:off x="1497575" y="3391259"/>
                <a:ext cx="337671" cy="675342"/>
              </a:xfrm>
              <a:custGeom>
                <a:avLst/>
                <a:gdLst>
                  <a:gd name="connsiteX0" fmla="*/ 0 w 675341"/>
                  <a:gd name="connsiteY0" fmla="*/ 337671 h 675341"/>
                  <a:gd name="connsiteX1" fmla="*/ 337671 w 675341"/>
                  <a:gd name="connsiteY1" fmla="*/ 0 h 675341"/>
                  <a:gd name="connsiteX2" fmla="*/ 675342 w 675341"/>
                  <a:gd name="connsiteY2" fmla="*/ 337671 h 675341"/>
                  <a:gd name="connsiteX3" fmla="*/ 337671 w 675341"/>
                  <a:gd name="connsiteY3" fmla="*/ 675342 h 675341"/>
                  <a:gd name="connsiteX4" fmla="*/ 0 w 675341"/>
                  <a:gd name="connsiteY4" fmla="*/ 337671 h 675341"/>
                  <a:gd name="connsiteX0" fmla="*/ 675342 w 766782"/>
                  <a:gd name="connsiteY0" fmla="*/ 337671 h 675342"/>
                  <a:gd name="connsiteX1" fmla="*/ 337671 w 766782"/>
                  <a:gd name="connsiteY1" fmla="*/ 675342 h 675342"/>
                  <a:gd name="connsiteX2" fmla="*/ 0 w 766782"/>
                  <a:gd name="connsiteY2" fmla="*/ 337671 h 675342"/>
                  <a:gd name="connsiteX3" fmla="*/ 337671 w 766782"/>
                  <a:gd name="connsiteY3" fmla="*/ 0 h 675342"/>
                  <a:gd name="connsiteX4" fmla="*/ 766782 w 766782"/>
                  <a:gd name="connsiteY4" fmla="*/ 429111 h 675342"/>
                  <a:gd name="connsiteX0" fmla="*/ 337671 w 766782"/>
                  <a:gd name="connsiteY0" fmla="*/ 675342 h 675342"/>
                  <a:gd name="connsiteX1" fmla="*/ 0 w 766782"/>
                  <a:gd name="connsiteY1" fmla="*/ 337671 h 675342"/>
                  <a:gd name="connsiteX2" fmla="*/ 337671 w 766782"/>
                  <a:gd name="connsiteY2" fmla="*/ 0 h 675342"/>
                  <a:gd name="connsiteX3" fmla="*/ 766782 w 766782"/>
                  <a:gd name="connsiteY3" fmla="*/ 429111 h 675342"/>
                  <a:gd name="connsiteX0" fmla="*/ 337671 w 337671"/>
                  <a:gd name="connsiteY0" fmla="*/ 675342 h 675342"/>
                  <a:gd name="connsiteX1" fmla="*/ 0 w 337671"/>
                  <a:gd name="connsiteY1" fmla="*/ 337671 h 675342"/>
                  <a:gd name="connsiteX2" fmla="*/ 337671 w 337671"/>
                  <a:gd name="connsiteY2" fmla="*/ 0 h 675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7671" h="675342">
                    <a:moveTo>
                      <a:pt x="337671" y="675342"/>
                    </a:moveTo>
                    <a:cubicBezTo>
                      <a:pt x="151180" y="675342"/>
                      <a:pt x="0" y="524162"/>
                      <a:pt x="0" y="337671"/>
                    </a:cubicBezTo>
                    <a:cubicBezTo>
                      <a:pt x="0" y="151180"/>
                      <a:pt x="151180" y="0"/>
                      <a:pt x="337671" y="0"/>
                    </a:cubicBez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</p:grpSp>
        <p:sp>
          <p:nvSpPr>
            <p:cNvPr id="14" name="Oval 30"/>
            <p:cNvSpPr>
              <a:spLocks noChangeArrowheads="1"/>
            </p:cNvSpPr>
            <p:nvPr/>
          </p:nvSpPr>
          <p:spPr bwMode="auto">
            <a:xfrm rot="16200000">
              <a:off x="1648963" y="4481805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sp>
        <p:nvSpPr>
          <p:cNvPr id="17" name="Oval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227" y="2088297"/>
            <a:ext cx="506506" cy="5065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sp>
        <p:nvSpPr>
          <p:cNvPr id="18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9433" y="2102699"/>
            <a:ext cx="506506" cy="50650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grpSp>
        <p:nvGrpSpPr>
          <p:cNvPr id="19" name="Group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87039" y="2091780"/>
            <a:ext cx="506506" cy="506506"/>
            <a:chOff x="1152" y="2976"/>
            <a:chExt cx="192" cy="192"/>
          </a:xfrm>
        </p:grpSpPr>
        <p:sp>
          <p:nvSpPr>
            <p:cNvPr id="20" name="Oval 32"/>
            <p:cNvSpPr>
              <a:spLocks noChangeArrowheads="1"/>
            </p:cNvSpPr>
            <p:nvPr/>
          </p:nvSpPr>
          <p:spPr bwMode="auto">
            <a:xfrm>
              <a:off x="1152" y="2976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21" name="Arc 33"/>
            <p:cNvSpPr>
              <a:spLocks/>
            </p:cNvSpPr>
            <p:nvPr/>
          </p:nvSpPr>
          <p:spPr bwMode="auto">
            <a:xfrm flipH="1">
              <a:off x="1152" y="2976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2518851" y="2089256"/>
            <a:ext cx="509116" cy="507851"/>
            <a:chOff x="1497575" y="3389466"/>
            <a:chExt cx="678821" cy="677135"/>
          </a:xfrm>
        </p:grpSpPr>
        <p:sp>
          <p:nvSpPr>
            <p:cNvPr id="23" name="Oval 35"/>
            <p:cNvSpPr>
              <a:spLocks noChangeArrowheads="1"/>
            </p:cNvSpPr>
            <p:nvPr/>
          </p:nvSpPr>
          <p:spPr bwMode="auto">
            <a:xfrm>
              <a:off x="1501055" y="3389466"/>
              <a:ext cx="675341" cy="6753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24" name="Oval 30"/>
            <p:cNvSpPr>
              <a:spLocks noChangeArrowheads="1"/>
            </p:cNvSpPr>
            <p:nvPr/>
          </p:nvSpPr>
          <p:spPr bwMode="auto">
            <a:xfrm>
              <a:off x="1497575" y="3391259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tx2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25" name="Group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3454143" y="2087516"/>
            <a:ext cx="509116" cy="507851"/>
            <a:chOff x="1478481" y="4313391"/>
            <a:chExt cx="678821" cy="677135"/>
          </a:xfrm>
        </p:grpSpPr>
        <p:grpSp>
          <p:nvGrpSpPr>
            <p:cNvPr id="26" name="Group 25"/>
            <p:cNvGrpSpPr/>
            <p:nvPr/>
          </p:nvGrpSpPr>
          <p:grpSpPr>
            <a:xfrm>
              <a:off x="1478481" y="4313391"/>
              <a:ext cx="678821" cy="677135"/>
              <a:chOff x="1497575" y="3389466"/>
              <a:chExt cx="678821" cy="677135"/>
            </a:xfrm>
          </p:grpSpPr>
          <p:sp>
            <p:nvSpPr>
              <p:cNvPr id="28" name="Oval 35"/>
              <p:cNvSpPr>
                <a:spLocks noChangeArrowheads="1"/>
              </p:cNvSpPr>
              <p:nvPr/>
            </p:nvSpPr>
            <p:spPr bwMode="auto">
              <a:xfrm>
                <a:off x="1501055" y="3389466"/>
                <a:ext cx="675341" cy="6753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  <p:sp>
            <p:nvSpPr>
              <p:cNvPr id="29" name="Oval 30"/>
              <p:cNvSpPr>
                <a:spLocks noChangeArrowheads="1"/>
              </p:cNvSpPr>
              <p:nvPr/>
            </p:nvSpPr>
            <p:spPr bwMode="auto">
              <a:xfrm>
                <a:off x="1497575" y="3391259"/>
                <a:ext cx="337671" cy="675342"/>
              </a:xfrm>
              <a:custGeom>
                <a:avLst/>
                <a:gdLst>
                  <a:gd name="connsiteX0" fmla="*/ 0 w 675341"/>
                  <a:gd name="connsiteY0" fmla="*/ 337671 h 675341"/>
                  <a:gd name="connsiteX1" fmla="*/ 337671 w 675341"/>
                  <a:gd name="connsiteY1" fmla="*/ 0 h 675341"/>
                  <a:gd name="connsiteX2" fmla="*/ 675342 w 675341"/>
                  <a:gd name="connsiteY2" fmla="*/ 337671 h 675341"/>
                  <a:gd name="connsiteX3" fmla="*/ 337671 w 675341"/>
                  <a:gd name="connsiteY3" fmla="*/ 675342 h 675341"/>
                  <a:gd name="connsiteX4" fmla="*/ 0 w 675341"/>
                  <a:gd name="connsiteY4" fmla="*/ 337671 h 675341"/>
                  <a:gd name="connsiteX0" fmla="*/ 675342 w 766782"/>
                  <a:gd name="connsiteY0" fmla="*/ 337671 h 675342"/>
                  <a:gd name="connsiteX1" fmla="*/ 337671 w 766782"/>
                  <a:gd name="connsiteY1" fmla="*/ 675342 h 675342"/>
                  <a:gd name="connsiteX2" fmla="*/ 0 w 766782"/>
                  <a:gd name="connsiteY2" fmla="*/ 337671 h 675342"/>
                  <a:gd name="connsiteX3" fmla="*/ 337671 w 766782"/>
                  <a:gd name="connsiteY3" fmla="*/ 0 h 675342"/>
                  <a:gd name="connsiteX4" fmla="*/ 766782 w 766782"/>
                  <a:gd name="connsiteY4" fmla="*/ 429111 h 675342"/>
                  <a:gd name="connsiteX0" fmla="*/ 337671 w 766782"/>
                  <a:gd name="connsiteY0" fmla="*/ 675342 h 675342"/>
                  <a:gd name="connsiteX1" fmla="*/ 0 w 766782"/>
                  <a:gd name="connsiteY1" fmla="*/ 337671 h 675342"/>
                  <a:gd name="connsiteX2" fmla="*/ 337671 w 766782"/>
                  <a:gd name="connsiteY2" fmla="*/ 0 h 675342"/>
                  <a:gd name="connsiteX3" fmla="*/ 766782 w 766782"/>
                  <a:gd name="connsiteY3" fmla="*/ 429111 h 675342"/>
                  <a:gd name="connsiteX0" fmla="*/ 337671 w 337671"/>
                  <a:gd name="connsiteY0" fmla="*/ 675342 h 675342"/>
                  <a:gd name="connsiteX1" fmla="*/ 0 w 337671"/>
                  <a:gd name="connsiteY1" fmla="*/ 337671 h 675342"/>
                  <a:gd name="connsiteX2" fmla="*/ 337671 w 337671"/>
                  <a:gd name="connsiteY2" fmla="*/ 0 h 675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7671" h="675342">
                    <a:moveTo>
                      <a:pt x="337671" y="675342"/>
                    </a:moveTo>
                    <a:cubicBezTo>
                      <a:pt x="151180" y="675342"/>
                      <a:pt x="0" y="524162"/>
                      <a:pt x="0" y="337671"/>
                    </a:cubicBezTo>
                    <a:cubicBezTo>
                      <a:pt x="0" y="151180"/>
                      <a:pt x="151180" y="0"/>
                      <a:pt x="337671" y="0"/>
                    </a:cubicBezTo>
                  </a:path>
                </a:pathLst>
              </a:custGeom>
              <a:solidFill>
                <a:schemeClr val="tx2"/>
              </a:solidFill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</p:grp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 rot="16200000">
              <a:off x="1648963" y="4481805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tx2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sp>
        <p:nvSpPr>
          <p:cNvPr id="30" name="Oval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227" y="2887838"/>
            <a:ext cx="506506" cy="5065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sp>
        <p:nvSpPr>
          <p:cNvPr id="31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9433" y="2902239"/>
            <a:ext cx="506506" cy="50650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grpSp>
        <p:nvGrpSpPr>
          <p:cNvPr id="32" name="Group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87039" y="2891322"/>
            <a:ext cx="506506" cy="506506"/>
            <a:chOff x="1152" y="2976"/>
            <a:chExt cx="192" cy="192"/>
          </a:xfrm>
        </p:grpSpPr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1152" y="2976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34" name="Arc 33"/>
            <p:cNvSpPr>
              <a:spLocks/>
            </p:cNvSpPr>
            <p:nvPr/>
          </p:nvSpPr>
          <p:spPr bwMode="auto">
            <a:xfrm flipH="1">
              <a:off x="1152" y="2976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35" name="Group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2518851" y="2888797"/>
            <a:ext cx="509116" cy="507851"/>
            <a:chOff x="1497575" y="3389466"/>
            <a:chExt cx="678821" cy="677135"/>
          </a:xfrm>
        </p:grpSpPr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1501055" y="3389466"/>
              <a:ext cx="675341" cy="6753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37" name="Oval 30"/>
            <p:cNvSpPr>
              <a:spLocks noChangeArrowheads="1"/>
            </p:cNvSpPr>
            <p:nvPr/>
          </p:nvSpPr>
          <p:spPr bwMode="auto">
            <a:xfrm>
              <a:off x="1497575" y="3391259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38" name="Group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3454143" y="2887057"/>
            <a:ext cx="509116" cy="507851"/>
            <a:chOff x="1478481" y="4313391"/>
            <a:chExt cx="678821" cy="677135"/>
          </a:xfrm>
        </p:grpSpPr>
        <p:grpSp>
          <p:nvGrpSpPr>
            <p:cNvPr id="39" name="Group 38"/>
            <p:cNvGrpSpPr/>
            <p:nvPr/>
          </p:nvGrpSpPr>
          <p:grpSpPr>
            <a:xfrm>
              <a:off x="1478481" y="4313391"/>
              <a:ext cx="678821" cy="677135"/>
              <a:chOff x="1497575" y="3389466"/>
              <a:chExt cx="678821" cy="677135"/>
            </a:xfrm>
          </p:grpSpPr>
          <p:sp>
            <p:nvSpPr>
              <p:cNvPr id="41" name="Oval 35"/>
              <p:cNvSpPr>
                <a:spLocks noChangeArrowheads="1"/>
              </p:cNvSpPr>
              <p:nvPr/>
            </p:nvSpPr>
            <p:spPr bwMode="auto">
              <a:xfrm>
                <a:off x="1501055" y="3389466"/>
                <a:ext cx="675341" cy="6753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  <p:sp>
            <p:nvSpPr>
              <p:cNvPr id="42" name="Oval 30"/>
              <p:cNvSpPr>
                <a:spLocks noChangeArrowheads="1"/>
              </p:cNvSpPr>
              <p:nvPr/>
            </p:nvSpPr>
            <p:spPr bwMode="auto">
              <a:xfrm>
                <a:off x="1497575" y="3391259"/>
                <a:ext cx="337671" cy="675342"/>
              </a:xfrm>
              <a:custGeom>
                <a:avLst/>
                <a:gdLst>
                  <a:gd name="connsiteX0" fmla="*/ 0 w 675341"/>
                  <a:gd name="connsiteY0" fmla="*/ 337671 h 675341"/>
                  <a:gd name="connsiteX1" fmla="*/ 337671 w 675341"/>
                  <a:gd name="connsiteY1" fmla="*/ 0 h 675341"/>
                  <a:gd name="connsiteX2" fmla="*/ 675342 w 675341"/>
                  <a:gd name="connsiteY2" fmla="*/ 337671 h 675341"/>
                  <a:gd name="connsiteX3" fmla="*/ 337671 w 675341"/>
                  <a:gd name="connsiteY3" fmla="*/ 675342 h 675341"/>
                  <a:gd name="connsiteX4" fmla="*/ 0 w 675341"/>
                  <a:gd name="connsiteY4" fmla="*/ 337671 h 675341"/>
                  <a:gd name="connsiteX0" fmla="*/ 675342 w 766782"/>
                  <a:gd name="connsiteY0" fmla="*/ 337671 h 675342"/>
                  <a:gd name="connsiteX1" fmla="*/ 337671 w 766782"/>
                  <a:gd name="connsiteY1" fmla="*/ 675342 h 675342"/>
                  <a:gd name="connsiteX2" fmla="*/ 0 w 766782"/>
                  <a:gd name="connsiteY2" fmla="*/ 337671 h 675342"/>
                  <a:gd name="connsiteX3" fmla="*/ 337671 w 766782"/>
                  <a:gd name="connsiteY3" fmla="*/ 0 h 675342"/>
                  <a:gd name="connsiteX4" fmla="*/ 766782 w 766782"/>
                  <a:gd name="connsiteY4" fmla="*/ 429111 h 675342"/>
                  <a:gd name="connsiteX0" fmla="*/ 337671 w 766782"/>
                  <a:gd name="connsiteY0" fmla="*/ 675342 h 675342"/>
                  <a:gd name="connsiteX1" fmla="*/ 0 w 766782"/>
                  <a:gd name="connsiteY1" fmla="*/ 337671 h 675342"/>
                  <a:gd name="connsiteX2" fmla="*/ 337671 w 766782"/>
                  <a:gd name="connsiteY2" fmla="*/ 0 h 675342"/>
                  <a:gd name="connsiteX3" fmla="*/ 766782 w 766782"/>
                  <a:gd name="connsiteY3" fmla="*/ 429111 h 675342"/>
                  <a:gd name="connsiteX0" fmla="*/ 337671 w 337671"/>
                  <a:gd name="connsiteY0" fmla="*/ 675342 h 675342"/>
                  <a:gd name="connsiteX1" fmla="*/ 0 w 337671"/>
                  <a:gd name="connsiteY1" fmla="*/ 337671 h 675342"/>
                  <a:gd name="connsiteX2" fmla="*/ 337671 w 337671"/>
                  <a:gd name="connsiteY2" fmla="*/ 0 h 675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7671" h="675342">
                    <a:moveTo>
                      <a:pt x="337671" y="675342"/>
                    </a:moveTo>
                    <a:cubicBezTo>
                      <a:pt x="151180" y="675342"/>
                      <a:pt x="0" y="524162"/>
                      <a:pt x="0" y="337671"/>
                    </a:cubicBezTo>
                    <a:cubicBezTo>
                      <a:pt x="0" y="151180"/>
                      <a:pt x="151180" y="0"/>
                      <a:pt x="337671" y="0"/>
                    </a:cubicBezTo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</p:grpSp>
        <p:sp>
          <p:nvSpPr>
            <p:cNvPr id="40" name="Oval 30"/>
            <p:cNvSpPr>
              <a:spLocks noChangeArrowheads="1"/>
            </p:cNvSpPr>
            <p:nvPr/>
          </p:nvSpPr>
          <p:spPr bwMode="auto">
            <a:xfrm rot="16200000">
              <a:off x="1648963" y="4481805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sp>
        <p:nvSpPr>
          <p:cNvPr id="43" name="Oval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227" y="3704855"/>
            <a:ext cx="506506" cy="5065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sp>
        <p:nvSpPr>
          <p:cNvPr id="44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9433" y="3719258"/>
            <a:ext cx="506506" cy="50650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9144" tIns="49320" rIns="9144" bIns="49320" anchor="ctr"/>
          <a:lstStyle/>
          <a:p>
            <a:endParaRPr lang="en-US" dirty="0"/>
          </a:p>
        </p:txBody>
      </p:sp>
      <p:grpSp>
        <p:nvGrpSpPr>
          <p:cNvPr id="45" name="Group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87039" y="3708339"/>
            <a:ext cx="506506" cy="506506"/>
            <a:chOff x="1152" y="2976"/>
            <a:chExt cx="192" cy="192"/>
          </a:xfrm>
        </p:grpSpPr>
        <p:sp>
          <p:nvSpPr>
            <p:cNvPr id="46" name="Oval 32"/>
            <p:cNvSpPr>
              <a:spLocks noChangeArrowheads="1"/>
            </p:cNvSpPr>
            <p:nvPr/>
          </p:nvSpPr>
          <p:spPr bwMode="auto">
            <a:xfrm>
              <a:off x="1152" y="2976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47" name="Arc 33"/>
            <p:cNvSpPr>
              <a:spLocks/>
            </p:cNvSpPr>
            <p:nvPr/>
          </p:nvSpPr>
          <p:spPr bwMode="auto">
            <a:xfrm flipH="1">
              <a:off x="1152" y="2976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bg2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48" name="Group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2518851" y="3705815"/>
            <a:ext cx="509116" cy="507851"/>
            <a:chOff x="1497575" y="3389466"/>
            <a:chExt cx="678821" cy="677135"/>
          </a:xfrm>
        </p:grpSpPr>
        <p:sp>
          <p:nvSpPr>
            <p:cNvPr id="49" name="Oval 35"/>
            <p:cNvSpPr>
              <a:spLocks noChangeArrowheads="1"/>
            </p:cNvSpPr>
            <p:nvPr/>
          </p:nvSpPr>
          <p:spPr bwMode="auto">
            <a:xfrm>
              <a:off x="1501055" y="3389466"/>
              <a:ext cx="675341" cy="6753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  <p:sp>
          <p:nvSpPr>
            <p:cNvPr id="50" name="Oval 30"/>
            <p:cNvSpPr>
              <a:spLocks noChangeArrowheads="1"/>
            </p:cNvSpPr>
            <p:nvPr/>
          </p:nvSpPr>
          <p:spPr bwMode="auto">
            <a:xfrm>
              <a:off x="1497575" y="3391259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bg2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3454143" y="3704075"/>
            <a:ext cx="509116" cy="507854"/>
            <a:chOff x="1478481" y="4313391"/>
            <a:chExt cx="678821" cy="677139"/>
          </a:xfrm>
        </p:grpSpPr>
        <p:grpSp>
          <p:nvGrpSpPr>
            <p:cNvPr id="52" name="Group 51"/>
            <p:cNvGrpSpPr/>
            <p:nvPr/>
          </p:nvGrpSpPr>
          <p:grpSpPr>
            <a:xfrm>
              <a:off x="1478481" y="4313391"/>
              <a:ext cx="678821" cy="677139"/>
              <a:chOff x="1497575" y="3389466"/>
              <a:chExt cx="678821" cy="677139"/>
            </a:xfrm>
          </p:grpSpPr>
          <p:sp>
            <p:nvSpPr>
              <p:cNvPr id="54" name="Oval 35"/>
              <p:cNvSpPr>
                <a:spLocks noChangeArrowheads="1"/>
              </p:cNvSpPr>
              <p:nvPr/>
            </p:nvSpPr>
            <p:spPr bwMode="auto">
              <a:xfrm>
                <a:off x="1501055" y="3389466"/>
                <a:ext cx="675341" cy="6753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  <p:sp>
            <p:nvSpPr>
              <p:cNvPr id="55" name="Oval 30"/>
              <p:cNvSpPr>
                <a:spLocks noChangeArrowheads="1"/>
              </p:cNvSpPr>
              <p:nvPr/>
            </p:nvSpPr>
            <p:spPr bwMode="auto">
              <a:xfrm>
                <a:off x="1497575" y="3391263"/>
                <a:ext cx="337671" cy="675342"/>
              </a:xfrm>
              <a:custGeom>
                <a:avLst/>
                <a:gdLst>
                  <a:gd name="connsiteX0" fmla="*/ 0 w 675341"/>
                  <a:gd name="connsiteY0" fmla="*/ 337671 h 675341"/>
                  <a:gd name="connsiteX1" fmla="*/ 337671 w 675341"/>
                  <a:gd name="connsiteY1" fmla="*/ 0 h 675341"/>
                  <a:gd name="connsiteX2" fmla="*/ 675342 w 675341"/>
                  <a:gd name="connsiteY2" fmla="*/ 337671 h 675341"/>
                  <a:gd name="connsiteX3" fmla="*/ 337671 w 675341"/>
                  <a:gd name="connsiteY3" fmla="*/ 675342 h 675341"/>
                  <a:gd name="connsiteX4" fmla="*/ 0 w 675341"/>
                  <a:gd name="connsiteY4" fmla="*/ 337671 h 675341"/>
                  <a:gd name="connsiteX0" fmla="*/ 675342 w 766782"/>
                  <a:gd name="connsiteY0" fmla="*/ 337671 h 675342"/>
                  <a:gd name="connsiteX1" fmla="*/ 337671 w 766782"/>
                  <a:gd name="connsiteY1" fmla="*/ 675342 h 675342"/>
                  <a:gd name="connsiteX2" fmla="*/ 0 w 766782"/>
                  <a:gd name="connsiteY2" fmla="*/ 337671 h 675342"/>
                  <a:gd name="connsiteX3" fmla="*/ 337671 w 766782"/>
                  <a:gd name="connsiteY3" fmla="*/ 0 h 675342"/>
                  <a:gd name="connsiteX4" fmla="*/ 766782 w 766782"/>
                  <a:gd name="connsiteY4" fmla="*/ 429111 h 675342"/>
                  <a:gd name="connsiteX0" fmla="*/ 337671 w 766782"/>
                  <a:gd name="connsiteY0" fmla="*/ 675342 h 675342"/>
                  <a:gd name="connsiteX1" fmla="*/ 0 w 766782"/>
                  <a:gd name="connsiteY1" fmla="*/ 337671 h 675342"/>
                  <a:gd name="connsiteX2" fmla="*/ 337671 w 766782"/>
                  <a:gd name="connsiteY2" fmla="*/ 0 h 675342"/>
                  <a:gd name="connsiteX3" fmla="*/ 766782 w 766782"/>
                  <a:gd name="connsiteY3" fmla="*/ 429111 h 675342"/>
                  <a:gd name="connsiteX0" fmla="*/ 337671 w 337671"/>
                  <a:gd name="connsiteY0" fmla="*/ 675342 h 675342"/>
                  <a:gd name="connsiteX1" fmla="*/ 0 w 337671"/>
                  <a:gd name="connsiteY1" fmla="*/ 337671 h 675342"/>
                  <a:gd name="connsiteX2" fmla="*/ 337671 w 337671"/>
                  <a:gd name="connsiteY2" fmla="*/ 0 h 675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7671" h="675342">
                    <a:moveTo>
                      <a:pt x="337671" y="675342"/>
                    </a:moveTo>
                    <a:cubicBezTo>
                      <a:pt x="151180" y="675342"/>
                      <a:pt x="0" y="524162"/>
                      <a:pt x="0" y="337671"/>
                    </a:cubicBezTo>
                    <a:cubicBezTo>
                      <a:pt x="0" y="151180"/>
                      <a:pt x="151180" y="0"/>
                      <a:pt x="337671" y="0"/>
                    </a:cubicBezTo>
                  </a:path>
                </a:pathLst>
              </a:custGeom>
              <a:solidFill>
                <a:schemeClr val="bg2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lIns="9144" tIns="49320" rIns="9144" bIns="49320" anchor="ctr"/>
              <a:lstStyle/>
              <a:p>
                <a:endParaRPr lang="en-US" dirty="0"/>
              </a:p>
            </p:txBody>
          </p:sp>
        </p:grpSp>
        <p:sp>
          <p:nvSpPr>
            <p:cNvPr id="53" name="Oval 30"/>
            <p:cNvSpPr>
              <a:spLocks noChangeArrowheads="1"/>
            </p:cNvSpPr>
            <p:nvPr/>
          </p:nvSpPr>
          <p:spPr bwMode="auto">
            <a:xfrm rot="16200000">
              <a:off x="1648963" y="4481805"/>
              <a:ext cx="337671" cy="675342"/>
            </a:xfrm>
            <a:custGeom>
              <a:avLst/>
              <a:gdLst>
                <a:gd name="connsiteX0" fmla="*/ 0 w 675341"/>
                <a:gd name="connsiteY0" fmla="*/ 337671 h 675341"/>
                <a:gd name="connsiteX1" fmla="*/ 337671 w 675341"/>
                <a:gd name="connsiteY1" fmla="*/ 0 h 675341"/>
                <a:gd name="connsiteX2" fmla="*/ 675342 w 675341"/>
                <a:gd name="connsiteY2" fmla="*/ 337671 h 675341"/>
                <a:gd name="connsiteX3" fmla="*/ 337671 w 675341"/>
                <a:gd name="connsiteY3" fmla="*/ 675342 h 675341"/>
                <a:gd name="connsiteX4" fmla="*/ 0 w 675341"/>
                <a:gd name="connsiteY4" fmla="*/ 337671 h 675341"/>
                <a:gd name="connsiteX0" fmla="*/ 675342 w 766782"/>
                <a:gd name="connsiteY0" fmla="*/ 337671 h 675342"/>
                <a:gd name="connsiteX1" fmla="*/ 337671 w 766782"/>
                <a:gd name="connsiteY1" fmla="*/ 675342 h 675342"/>
                <a:gd name="connsiteX2" fmla="*/ 0 w 766782"/>
                <a:gd name="connsiteY2" fmla="*/ 337671 h 675342"/>
                <a:gd name="connsiteX3" fmla="*/ 337671 w 766782"/>
                <a:gd name="connsiteY3" fmla="*/ 0 h 675342"/>
                <a:gd name="connsiteX4" fmla="*/ 766782 w 766782"/>
                <a:gd name="connsiteY4" fmla="*/ 429111 h 675342"/>
                <a:gd name="connsiteX0" fmla="*/ 337671 w 766782"/>
                <a:gd name="connsiteY0" fmla="*/ 675342 h 675342"/>
                <a:gd name="connsiteX1" fmla="*/ 0 w 766782"/>
                <a:gd name="connsiteY1" fmla="*/ 337671 h 675342"/>
                <a:gd name="connsiteX2" fmla="*/ 337671 w 766782"/>
                <a:gd name="connsiteY2" fmla="*/ 0 h 675342"/>
                <a:gd name="connsiteX3" fmla="*/ 766782 w 766782"/>
                <a:gd name="connsiteY3" fmla="*/ 429111 h 675342"/>
                <a:gd name="connsiteX0" fmla="*/ 337671 w 337671"/>
                <a:gd name="connsiteY0" fmla="*/ 675342 h 675342"/>
                <a:gd name="connsiteX1" fmla="*/ 0 w 337671"/>
                <a:gd name="connsiteY1" fmla="*/ 337671 h 675342"/>
                <a:gd name="connsiteX2" fmla="*/ 337671 w 337671"/>
                <a:gd name="connsiteY2" fmla="*/ 0 h 6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671" h="675342">
                  <a:moveTo>
                    <a:pt x="337671" y="675342"/>
                  </a:moveTo>
                  <a:cubicBezTo>
                    <a:pt x="151180" y="675342"/>
                    <a:pt x="0" y="524162"/>
                    <a:pt x="0" y="337671"/>
                  </a:cubicBezTo>
                  <a:cubicBezTo>
                    <a:pt x="0" y="151180"/>
                    <a:pt x="151180" y="0"/>
                    <a:pt x="337671" y="0"/>
                  </a:cubicBezTo>
                </a:path>
              </a:pathLst>
            </a:custGeom>
            <a:solidFill>
              <a:schemeClr val="bg2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lIns="9144" tIns="49320" rIns="9144" bIns="49320" anchor="ctr"/>
            <a:lstStyle/>
            <a:p>
              <a:endParaRPr lang="en-US" dirty="0"/>
            </a:p>
          </p:txBody>
        </p:sp>
      </p:grpSp>
      <p:sp>
        <p:nvSpPr>
          <p:cNvPr id="56" name="Chevron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375826" y="1373430"/>
            <a:ext cx="886947" cy="441278"/>
          </a:xfrm>
          <a:prstGeom prst="chevron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Chevron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375826" y="2159865"/>
            <a:ext cx="886947" cy="441278"/>
          </a:xfrm>
          <a:prstGeom prst="chevron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Chevron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375826" y="2959407"/>
            <a:ext cx="886947" cy="441278"/>
          </a:xfrm>
          <a:prstGeom prst="chevron">
            <a:avLst/>
          </a:prstGeom>
          <a:solidFill>
            <a:schemeClr val="tx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Chevron 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375826" y="3767686"/>
            <a:ext cx="886947" cy="441278"/>
          </a:xfrm>
          <a:prstGeom prst="chevron">
            <a:avLst/>
          </a:prstGeom>
          <a:solidFill>
            <a:schemeClr val="bg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" name="Double Bracket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983690" y="1355956"/>
            <a:ext cx="323321" cy="463123"/>
          </a:xfrm>
          <a:prstGeom prst="bracketPair">
            <a:avLst/>
          </a:prstGeom>
          <a:ln w="508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Double Bracket 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983690" y="2151128"/>
            <a:ext cx="323321" cy="463123"/>
          </a:xfrm>
          <a:prstGeom prst="bracketPair">
            <a:avLst/>
          </a:prstGeom>
          <a:ln w="5080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Double Bracket 6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983690" y="2959408"/>
            <a:ext cx="323321" cy="463123"/>
          </a:xfrm>
          <a:prstGeom prst="bracketPair">
            <a:avLst/>
          </a:prstGeom>
          <a:ln w="508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Double Bracket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983690" y="3754581"/>
            <a:ext cx="323321" cy="463123"/>
          </a:xfrm>
          <a:prstGeom prst="bracketPair">
            <a:avLst/>
          </a:prstGeom>
          <a:ln w="508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Double Brac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915788" y="2155498"/>
            <a:ext cx="445658" cy="480599"/>
          </a:xfrm>
          <a:prstGeom prst="bracePair">
            <a:avLst/>
          </a:prstGeom>
          <a:ln w="5080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Double Brac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915788" y="2963778"/>
            <a:ext cx="445658" cy="480599"/>
          </a:xfrm>
          <a:prstGeom prst="bracePair">
            <a:avLst/>
          </a:prstGeom>
          <a:ln w="508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Double Brac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915788" y="1351588"/>
            <a:ext cx="445658" cy="480599"/>
          </a:xfrm>
          <a:prstGeom prst="bracePair">
            <a:avLst/>
          </a:prstGeom>
          <a:ln w="508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Double Brac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915788" y="3750213"/>
            <a:ext cx="445658" cy="480599"/>
          </a:xfrm>
          <a:prstGeom prst="bracePair">
            <a:avLst/>
          </a:prstGeom>
          <a:ln w="508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386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479" y="147005"/>
            <a:ext cx="8231572" cy="679647"/>
          </a:xfrm>
        </p:spPr>
        <p:txBody>
          <a:bodyPr/>
          <a:lstStyle/>
          <a:p>
            <a:r>
              <a:rPr lang="en-GB" noProof="0" dirty="0"/>
              <a:t>GS1 </a:t>
            </a:r>
            <a:r>
              <a:rPr lang="en-GB" dirty="0"/>
              <a:t>colours</a:t>
            </a:r>
          </a:p>
        </p:txBody>
      </p:sp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7883" y="1316312"/>
            <a:ext cx="754776" cy="340563"/>
          </a:xfrm>
          <a:prstGeom prst="rect">
            <a:avLst/>
          </a:prstGeom>
          <a:solidFill>
            <a:schemeClr val="tx2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96029" y="1316312"/>
            <a:ext cx="754776" cy="340563"/>
          </a:xfrm>
          <a:prstGeom prst="rect">
            <a:avLst/>
          </a:prstGeom>
          <a:solidFill>
            <a:schemeClr val="accent1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0370" y="1316312"/>
            <a:ext cx="754776" cy="340563"/>
          </a:xfrm>
          <a:prstGeom prst="rect">
            <a:avLst/>
          </a:prstGeom>
          <a:solidFill>
            <a:srgbClr val="454545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8517" y="1316312"/>
            <a:ext cx="754776" cy="340563"/>
          </a:xfrm>
          <a:prstGeom prst="rect">
            <a:avLst/>
          </a:prstGeom>
          <a:solidFill>
            <a:srgbClr val="888B8D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>
              <a:solidFill>
                <a:srgbClr val="939598"/>
              </a:solidFill>
            </a:endParaRPr>
          </a:p>
        </p:txBody>
      </p:sp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663" y="1316312"/>
            <a:ext cx="754776" cy="340563"/>
          </a:xfrm>
          <a:prstGeom prst="rect">
            <a:avLst/>
          </a:prstGeom>
          <a:solidFill>
            <a:srgbClr val="B1B3B3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4809" y="1316312"/>
            <a:ext cx="754776" cy="340563"/>
          </a:xfrm>
          <a:prstGeom prst="rect">
            <a:avLst/>
          </a:prstGeom>
          <a:solidFill>
            <a:srgbClr val="F4F4F4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7883" y="2108520"/>
            <a:ext cx="754776" cy="340563"/>
          </a:xfrm>
          <a:prstGeom prst="rect">
            <a:avLst/>
          </a:prstGeom>
          <a:solidFill>
            <a:srgbClr val="F05587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97328" y="2108520"/>
            <a:ext cx="754776" cy="340563"/>
          </a:xfrm>
          <a:prstGeom prst="rect">
            <a:avLst/>
          </a:prstGeom>
          <a:solidFill>
            <a:srgbClr val="BF83B9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5475" y="2108520"/>
            <a:ext cx="754776" cy="340563"/>
          </a:xfrm>
          <a:prstGeom prst="rect">
            <a:avLst/>
          </a:prstGeom>
          <a:solidFill>
            <a:srgbClr val="AF96D4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663" y="2108520"/>
            <a:ext cx="754776" cy="340563"/>
          </a:xfrm>
          <a:prstGeom prst="rect">
            <a:avLst/>
          </a:prstGeom>
          <a:solidFill>
            <a:srgbClr val="00B6DE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5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4809" y="2108520"/>
            <a:ext cx="754776" cy="340563"/>
          </a:xfrm>
          <a:prstGeom prst="rect">
            <a:avLst/>
          </a:prstGeom>
          <a:solidFill>
            <a:srgbClr val="008DBD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7883" y="2896323"/>
            <a:ext cx="754776" cy="340563"/>
          </a:xfrm>
          <a:prstGeom prst="rect">
            <a:avLst/>
          </a:prstGeom>
          <a:solidFill>
            <a:srgbClr val="8DB9CA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7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96029" y="2896323"/>
            <a:ext cx="754776" cy="340563"/>
          </a:xfrm>
          <a:prstGeom prst="rect">
            <a:avLst/>
          </a:prstGeom>
          <a:solidFill>
            <a:srgbClr val="22BCB9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8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0370" y="2896323"/>
            <a:ext cx="754776" cy="340563"/>
          </a:xfrm>
          <a:prstGeom prst="rect">
            <a:avLst/>
          </a:prstGeom>
          <a:solidFill>
            <a:srgbClr val="71B790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19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8517" y="2896323"/>
            <a:ext cx="754776" cy="340563"/>
          </a:xfrm>
          <a:prstGeom prst="rect">
            <a:avLst/>
          </a:prstGeom>
          <a:solidFill>
            <a:srgbClr val="7AC143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0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663" y="2896323"/>
            <a:ext cx="754776" cy="340563"/>
          </a:xfrm>
          <a:prstGeom prst="rect">
            <a:avLst/>
          </a:prstGeom>
          <a:solidFill>
            <a:srgbClr val="00B74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1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4809" y="2896323"/>
            <a:ext cx="754776" cy="340563"/>
          </a:xfrm>
          <a:prstGeom prst="rect">
            <a:avLst/>
          </a:prstGeom>
          <a:solidFill>
            <a:srgbClr val="9DBB68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2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7883" y="3680817"/>
            <a:ext cx="754776" cy="340563"/>
          </a:xfrm>
          <a:prstGeom prst="rect">
            <a:avLst/>
          </a:prstGeom>
          <a:solidFill>
            <a:srgbClr val="C1D82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3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96029" y="3680817"/>
            <a:ext cx="754776" cy="340563"/>
          </a:xfrm>
          <a:prstGeom prst="rect">
            <a:avLst/>
          </a:prstGeom>
          <a:solidFill>
            <a:srgbClr val="C4B000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4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0370" y="3680817"/>
            <a:ext cx="754776" cy="340563"/>
          </a:xfrm>
          <a:prstGeom prst="rect">
            <a:avLst/>
          </a:prstGeom>
          <a:solidFill>
            <a:srgbClr val="FBB034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8517" y="3680817"/>
            <a:ext cx="754776" cy="340563"/>
          </a:xfrm>
          <a:prstGeom prst="rect">
            <a:avLst/>
          </a:prstGeom>
          <a:solidFill>
            <a:srgbClr val="FF8200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6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663" y="3680817"/>
            <a:ext cx="754776" cy="340563"/>
          </a:xfrm>
          <a:prstGeom prst="rect">
            <a:avLst/>
          </a:prstGeom>
          <a:solidFill>
            <a:srgbClr val="B78B20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7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4809" y="3680817"/>
            <a:ext cx="754776" cy="340563"/>
          </a:xfrm>
          <a:prstGeom prst="rect">
            <a:avLst/>
          </a:prstGeom>
          <a:solidFill>
            <a:srgbClr val="D3875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28" name="TextBox 27"/>
          <p:cNvSpPr txBox="1"/>
          <p:nvPr/>
        </p:nvSpPr>
        <p:spPr>
          <a:xfrm>
            <a:off x="624174" y="1671584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Blue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2320" y="1671584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Orange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6661" y="1671584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Dark Gray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4808" y="1671584"/>
            <a:ext cx="1022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Dark Medium Gray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2954" y="1671584"/>
            <a:ext cx="1022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Light Medium Gray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1100" y="1671584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Light Gray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174" y="2458701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Raspberry</a:t>
            </a:r>
          </a:p>
        </p:txBody>
      </p:sp>
      <p:sp>
        <p:nvSpPr>
          <p:cNvPr id="1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8621" y="2108520"/>
            <a:ext cx="754776" cy="340563"/>
          </a:xfrm>
          <a:prstGeom prst="rect">
            <a:avLst/>
          </a:prstGeom>
          <a:solidFill>
            <a:srgbClr val="89AAD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/>
          </a:p>
        </p:txBody>
      </p:sp>
      <p:sp>
        <p:nvSpPr>
          <p:cNvPr id="35" name="TextBox 34"/>
          <p:cNvSpPr txBox="1"/>
          <p:nvPr/>
        </p:nvSpPr>
        <p:spPr>
          <a:xfrm>
            <a:off x="4634912" y="2458701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Slate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3619" y="2458701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Purple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01766" y="2458701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Lavender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2954" y="2458701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Sky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1100" y="2458701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Link Blue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174" y="3238100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Mist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2320" y="3238100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Teal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06661" y="3238100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Mint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4808" y="3238100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Grass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2954" y="3238100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Forest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1100" y="3238100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Olive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174" y="4022594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Lime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2320" y="4022594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Gold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6661" y="4022594"/>
            <a:ext cx="1022195" cy="21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Peach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4808" y="4022594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Tangerine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2954" y="4022594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Honey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1100" y="4022594"/>
            <a:ext cx="10221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39598"/>
                </a:solidFill>
              </a:rPr>
              <a:t>GS1 Terracotta</a:t>
            </a:r>
          </a:p>
        </p:txBody>
      </p:sp>
    </p:spTree>
    <p:extLst>
      <p:ext uri="{BB962C8B-B14F-4D97-AF65-F5344CB8AC3E}">
        <p14:creationId xmlns:p14="http://schemas.microsoft.com/office/powerpoint/2010/main" val="715112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8F6F9-F561-BC39-9A19-CB502465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30</a:t>
            </a:fld>
            <a:endParaRPr lang="en-GB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CC5492-DEEF-6144-6303-96E4C2A5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4C1D1F2-4C75-BF6B-0F7A-5CAF43AA9F0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265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8F087E-D13B-DEAE-4D89-DB56FD8C788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013D73-470C-40BB-371B-BA9BFDC2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31</a:t>
            </a:fld>
            <a:endParaRPr lang="en-GB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F43358-4099-1397-1E74-AD5820D0544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0EF21B-7F16-3F37-9658-D101D393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060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940677-3E00-13FF-D84C-B339AFA2E4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6D2A2F-B066-13B1-D4DB-71D825428C8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32</a:t>
            </a:fld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3A587-847D-F7F4-DAA7-9A2BAC5B1331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D875D8-0703-06F3-96AB-7EFA4B7E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47EEF9-5046-50DA-58BF-BF9AA27784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558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E60745-2063-0FF3-4785-8BEE38DE0A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53D275-4BBA-F026-5B39-13E7B92B7CF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33</a:t>
            </a:fld>
            <a:endParaRPr lang="en-GB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EFD210-5A5C-A532-044E-FCD871EB52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6C1B3C-09CF-63FD-5DD4-6EDD1903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406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1CCAD2-3108-6D9C-CC8B-3306A173AD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266E0-B605-7EF1-CA79-8ACC411E64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0201-E22B-232C-FFC6-F46FF2BA353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4C9C0-5F8B-896B-3259-DE5A0C83F2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FF794-07D6-FE1B-DCD8-95D197AE46B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34</a:t>
            </a:fld>
            <a:endParaRPr lang="en-GB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DC96327-F92F-CDA3-DEDC-0A4E97F7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5F9542-89F3-852F-241C-4A672F16044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281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F7A6A2-CFC6-A22D-8734-F6F76A9E59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C0801-A5D8-D207-633C-A0B600F7C1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C4803-539C-CAA7-6FF9-F80882B1090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35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EB9D0-40C0-BF5A-C35B-60B68FF9A6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0D7DB5-34E4-24C5-6E04-05E6BEAC59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B179EE-941C-A1E0-3C08-B773D2D0B5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6C94FA-35CD-17D2-D584-3F58C56AE71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8E10FC6-2D5F-1892-6B2F-A4CCCAAB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49645F6-025E-DFCB-C8D4-EABE1F9D9F2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1340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BA7984-C0B5-7134-5FA5-B42C90323B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77B78D-0AEB-A818-4D89-EA1AC10341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36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EFE01-8A5B-BBD5-B9FE-3B6EAAE788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89EB9-8165-7550-607B-E6BADF5C7C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3B69E6-CDC4-4E14-E2F3-50A8F8E290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4AB58D-00BC-FC7B-406B-F150533276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FEEDF8-FBA6-75EF-26BA-FFBF28FF6E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F0CC36-D041-0033-2FCC-CF32FD6572A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A93D8D-D710-02FF-0423-420BA10A98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BB3CD74-8247-F333-9A1C-21D24147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78F7690-5F3B-AA63-A534-DBC6C87E9A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161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E436D3-EE17-292C-CBE1-1B2758DF24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D4C09C-6BF2-0B3C-87F7-DA8F4E4DDC2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37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DCA05-3140-6A51-774F-E87A20F0AC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8F2F3-F735-3EE0-C71F-53020803C63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849FBE-298E-F40A-2FA2-7E9CEE13DC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25B485-F6C0-D91B-2BED-77AF51EA76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50BAB9-F518-29A6-6632-EFD273DA3C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898FF87-F77E-018A-476A-C3B8A33D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5AAF2D-12D5-DB98-E4C0-ACEACEEB310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91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96C742-32A6-FFB4-E17D-634C292E929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C64B3C-5F44-FEEA-4C8F-4CD0344232B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38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340F1-EB5F-7344-3ECE-A3AEF2AA9B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529A5-D5F0-9335-5D4C-DE47ACE0EA3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5CFA5-F3F7-239E-0ED3-ABC0C4A11C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79241F-CF6E-0857-FED4-D00DCA216A1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E0F159-96B1-07CA-F2B7-737899215E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7A769-79C9-D06B-3CEE-340D88158A9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0E7D40-9459-3608-7155-09931621F8F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9F148E5-DC5B-EE8A-F8B8-CEFF0F38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7BFAF0-ECAF-F742-1CEA-C3F64CD0DD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436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D00FDC-074A-8509-6603-7806ED0282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39</a:t>
            </a:fld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2E7D3-6C42-4066-B280-5CACDA8997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1625-3225-EA12-FAB7-8D0658A417A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D45ACE-0823-84DD-1237-33DE9833CD18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F0B737-6FDA-179D-CAEC-ADD448FACF06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726F3A-D215-336B-9F6C-CDF5B533A355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E28037-3756-1C35-1302-F9E09BB738E0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A808AC-3D2F-F067-C89C-6744D90BC185}"/>
              </a:ext>
            </a:extLst>
          </p:cNvPr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D5F6A-5677-895D-818A-20A433BC3118}"/>
              </a:ext>
            </a:extLst>
          </p:cNvPr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804929-F8CF-B162-B075-A382C91B5D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A6F6DB8-67BF-23C1-2869-36146FA1CE2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5C6A7FA-7BE6-7405-4CB2-FD31568C658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38F07F7-B936-B9DD-8E6F-33AF587F306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AE6DAD08-54F3-DA13-93B6-4363F664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C4BEB1-3E86-355F-63B5-B3F4B73009D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8221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23BFC-B8EE-E8C7-D02E-8835E949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40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FF1A0-CEFC-3116-DB25-F07E7E9891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989535-C1F4-DD11-8C0C-91C89517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9201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D7B40-25FA-7767-3866-CA3004FE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41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BCF43-4BA6-7149-0CCE-86280517C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769F60-D7DF-F297-C620-826F4C38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858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1254C-A36B-CD98-1E12-81B637B0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42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2A31F-9B7B-966F-E86B-06DA7A48AD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F8317B-1A20-675F-7D98-F97CCDF5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1872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D084F-B057-8A7A-FB22-ACA3427E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43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F4AF4-BD86-4CA6-2FD5-37589968DA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539975-3B0D-4905-B7EE-6E3CD84A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41909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2726EF-8E4D-2077-9B3A-0B8C56E4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44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6A32D-6941-58B3-F831-0D2D74BA94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9FC69A-2717-7A60-FBD0-7CDC774A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16091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A2319D-A1CB-E885-71B4-AAF5D090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45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09A76-F40A-2023-607A-D10DCBAC0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F4AE3D-3288-A220-097C-85595168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56548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27D506-E443-767D-C4D2-EA7BFFCDC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46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027EA-EE90-8457-826D-CC55AB506C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90A0A-3885-5409-E03B-48B3B8DB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0161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11F72-3382-D5DA-AA56-F18468E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47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05F87-66D4-6AE9-0138-50F151B3BC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535CB1-AE00-137B-60C4-941DFCF7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6489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FE1DCA-49C4-04B3-1806-CE35C5CC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48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08B27-5FD8-96C2-26A6-771093E78A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AEF55-88CD-0C17-793D-3DA7FC95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88042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6334"/>
        </a:solidFill>
        <a:ln w="25400" cap="flat" cmpd="sng" algn="ctr">
          <a:noFill/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Verdana"/>
            <a:ea typeface="+mn-ea"/>
            <a:cs typeface="+mn-cs"/>
          </a:defRPr>
        </a:defPPr>
      </a:lstStyle>
    </a:spDef>
    <a:lnDef>
      <a:spPr>
        <a:ln w="12700"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909C8602-2AC9-014A-A959-9AF6ECCF2CDF}"/>
    </a:ext>
  </a:extLst>
</a:theme>
</file>

<file path=ppt/theme/theme2.xml><?xml version="1.0" encoding="utf-8"?>
<a:theme xmlns:a="http://schemas.openxmlformats.org/drawingml/2006/main" name="Content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C9C921B6-76FE-DC4D-825F-B9CB29B0774F}"/>
    </a:ext>
  </a:extLst>
</a:theme>
</file>

<file path=ppt/theme/theme3.xml><?xml version="1.0" encoding="utf-8"?>
<a:theme xmlns:a="http://schemas.openxmlformats.org/drawingml/2006/main" name="Content with industry icon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C9C921B6-76FE-DC4D-825F-B9CB29B0774F}"/>
    </a:ext>
  </a:extLst>
</a:theme>
</file>

<file path=ppt/theme/theme4.xml><?xml version="1.0" encoding="utf-8"?>
<a:theme xmlns:a="http://schemas.openxmlformats.org/drawingml/2006/main" name="Divider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6334"/>
        </a:solidFill>
        <a:ln w="25400" cap="flat" cmpd="sng" algn="ctr">
          <a:noFill/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Verdana"/>
            <a:ea typeface="+mn-ea"/>
            <a:cs typeface="+mn-cs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16021565-DBF2-544D-B165-D3FF66A74B9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15573F00D80F488ED2042E80095A40" ma:contentTypeVersion="18" ma:contentTypeDescription="Create a new document." ma:contentTypeScope="" ma:versionID="d5d6d3825dbfd13a05922e3273f3cf5b">
  <xsd:schema xmlns:xsd="http://www.w3.org/2001/XMLSchema" xmlns:xs="http://www.w3.org/2001/XMLSchema" xmlns:p="http://schemas.microsoft.com/office/2006/metadata/properties" xmlns:ns2="5c859f89-ca59-4e2f-9cf1-a6509c7af41c" xmlns:ns3="16b5a33f-7201-4623-b065-580db6520563" targetNamespace="http://schemas.microsoft.com/office/2006/metadata/properties" ma:root="true" ma:fieldsID="d49fd0b3afe8427c76cb2456afd3070b" ns2:_="" ns3:_="">
    <xsd:import namespace="5c859f89-ca59-4e2f-9cf1-a6509c7af41c"/>
    <xsd:import namespace="16b5a33f-7201-4623-b065-580db65205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859f89-ca59-4e2f-9cf1-a6509c7af4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9197d0b-b0b6-45fd-95d4-46b0899f80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b5a33f-7201-4623-b065-580db652056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92c34385-794b-48d5-b194-cc770159edc0}" ma:internalName="TaxCatchAll" ma:showField="CatchAllData" ma:web="16b5a33f-7201-4623-b065-580db65205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b5a33f-7201-4623-b065-580db6520563" xsi:nil="true"/>
    <lcf76f155ced4ddcb4097134ff3c332f xmlns="5c859f89-ca59-4e2f-9cf1-a6509c7af41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424592-AF0A-4A0A-864D-70CE95D8DC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859f89-ca59-4e2f-9cf1-a6509c7af41c"/>
    <ds:schemaRef ds:uri="16b5a33f-7201-4623-b065-580db65205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8DE597-8868-4D49-AEBC-FDFFB05912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DB116A-52D6-4330-A18E-D40A489D95FB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6b5a33f-7201-4623-b065-580db6520563"/>
    <ds:schemaRef ds:uri="5c859f89-ca59-4e2f-9cf1-a6509c7af41c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</Template>
  <TotalTime>3663</TotalTime>
  <Words>957</Words>
  <Application>Microsoft Macintosh PowerPoint</Application>
  <PresentationFormat>On-screen Show (16:9)</PresentationFormat>
  <Paragraphs>155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ＭＳ Ｐゴシック</vt:lpstr>
      <vt:lpstr>Aptos</vt:lpstr>
      <vt:lpstr>Arial</vt:lpstr>
      <vt:lpstr>Calibri</vt:lpstr>
      <vt:lpstr>Lucida Grande</vt:lpstr>
      <vt:lpstr>Times New Roman</vt:lpstr>
      <vt:lpstr>Verdana</vt:lpstr>
      <vt:lpstr>Title</vt:lpstr>
      <vt:lpstr>Content</vt:lpstr>
      <vt:lpstr>Content with industry icon</vt:lpstr>
      <vt:lpstr>Divider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Instructions for adding photo (PC)</vt:lpstr>
      <vt:lpstr>Instructions for adding photo (Mac)</vt:lpstr>
      <vt:lpstr>This slide is an example of  inserting a photo and industry icon</vt:lpstr>
      <vt:lpstr>PowerPoint Presentation</vt:lpstr>
      <vt:lpstr>PowerPoint Presentation</vt:lpstr>
      <vt:lpstr>This slide is an example of inserting an industry icon</vt:lpstr>
      <vt:lpstr>GS1 Competition Law Caution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 information</vt:lpstr>
      <vt:lpstr>PowerPoint Presentation</vt:lpstr>
      <vt:lpstr>Two-column table</vt:lpstr>
      <vt:lpstr>Four-column table</vt:lpstr>
      <vt:lpstr>Useful symbols</vt:lpstr>
      <vt:lpstr>Useful symbols</vt:lpstr>
      <vt:lpstr>GS1 colours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GS1</dc:creator>
  <cp:keywords/>
  <dc:description/>
  <cp:lastModifiedBy>GS1</cp:lastModifiedBy>
  <cp:revision>33</cp:revision>
  <dcterms:created xsi:type="dcterms:W3CDTF">2024-10-01T15:06:52Z</dcterms:created>
  <dcterms:modified xsi:type="dcterms:W3CDTF">2025-12-16T15:13:53Z</dcterms:modified>
  <cp:category>Corporate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15</vt:lpwstr>
  </property>
  <property fmtid="{D5CDD505-2E9C-101B-9397-08002B2CF9AE}" pid="3" name="Date completed">
    <vt:lpwstr>12/16/25</vt:lpwstr>
  </property>
  <property fmtid="{D5CDD505-2E9C-101B-9397-08002B2CF9AE}" pid="4" name="MediaServiceImageTags">
    <vt:lpwstr/>
  </property>
  <property fmtid="{D5CDD505-2E9C-101B-9397-08002B2CF9AE}" pid="5" name="ContentTypeId">
    <vt:lpwstr>0x010100EC15573F00D80F488ED2042E80095A40</vt:lpwstr>
  </property>
</Properties>
</file>