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Masters/slideMaster4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theme/theme2.xml" ContentType="application/vnd.openxmlformats-officedocument.theme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theme/theme3.xml" ContentType="application/vnd.openxmlformats-officedocument.theme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slideLayouts/slideLayout37.xml" ContentType="application/vnd.openxmlformats-officedocument.presentationml.slideLayout+xml"/>
  <Override PartName="/ppt/slideLayouts/slideLayout38.xml" ContentType="application/vnd.openxmlformats-officedocument.presentationml.slideLayout+xml"/>
  <Override PartName="/ppt/slideLayouts/slideLayout39.xml" ContentType="application/vnd.openxmlformats-officedocument.presentationml.slideLayout+xml"/>
  <Override PartName="/ppt/theme/theme4.xml" ContentType="application/vnd.openxmlformats-officedocument.theme+xml"/>
  <Override PartName="/ppt/theme/theme5.xml" ContentType="application/vnd.openxmlformats-officedocument.theme+xml"/>
  <Override PartName="/ppt/theme/theme6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ppt/authors.xml" ContentType="application/vnd.ms-powerpoint.author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749" r:id="rId4"/>
    <p:sldMasterId id="2147483863" r:id="rId5"/>
    <p:sldMasterId id="2147483874" r:id="rId6"/>
    <p:sldMasterId id="2147483750" r:id="rId7"/>
  </p:sldMasterIdLst>
  <p:notesMasterIdLst>
    <p:notesMasterId r:id="rId21"/>
  </p:notesMasterIdLst>
  <p:handoutMasterIdLst>
    <p:handoutMasterId r:id="rId22"/>
  </p:handoutMasterIdLst>
  <p:sldIdLst>
    <p:sldId id="354" r:id="rId8"/>
    <p:sldId id="356" r:id="rId9"/>
    <p:sldId id="357" r:id="rId10"/>
    <p:sldId id="358" r:id="rId11"/>
    <p:sldId id="366" r:id="rId12"/>
    <p:sldId id="359" r:id="rId13"/>
    <p:sldId id="360" r:id="rId14"/>
    <p:sldId id="362" r:id="rId15"/>
    <p:sldId id="361" r:id="rId16"/>
    <p:sldId id="363" r:id="rId17"/>
    <p:sldId id="364" r:id="rId18"/>
    <p:sldId id="365" r:id="rId19"/>
    <p:sldId id="262" r:id="rId20"/>
  </p:sldIdLst>
  <p:sldSz cx="9144000" cy="5143500" type="screen16x9"/>
  <p:notesSz cx="6858000" cy="9144000"/>
  <p:defaultTextStyle>
    <a:defPPr>
      <a:defRPr lang="en-US"/>
    </a:defPPr>
    <a:lvl1pPr marL="0" algn="l" defTabSz="91431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155" algn="l" defTabSz="91431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310" algn="l" defTabSz="91431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466" algn="l" defTabSz="91431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622" algn="l" defTabSz="91431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5777" algn="l" defTabSz="91431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2932" algn="l" defTabSz="91431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087" algn="l" defTabSz="91431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243" algn="l" defTabSz="91431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1872" userDrawn="1">
          <p15:clr>
            <a:srgbClr val="A4A3A4"/>
          </p15:clr>
        </p15:guide>
        <p15:guide id="2" pos="3000" userDrawn="1">
          <p15:clr>
            <a:srgbClr val="A4A3A4"/>
          </p15:clr>
        </p15:guide>
        <p15:guide id="3" orient="horz" pos="1620">
          <p15:clr>
            <a:srgbClr val="A4A3A4"/>
          </p15:clr>
        </p15:guide>
        <p15:guide id="4" pos="2880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>
        <p15:guide id="1" orient="horz" pos="2880" userDrawn="1">
          <p15:clr>
            <a:srgbClr val="A4A3A4"/>
          </p15:clr>
        </p15:guide>
        <p15:guide id="2" pos="2160" userDrawn="1">
          <p15:clr>
            <a:srgbClr val="A4A3A4"/>
          </p15:clr>
        </p15:guide>
      </p15:notesGuideLst>
    </p:ext>
  </p:extLst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5EC49C02-4C42-B679-1A6A-33D572167A1F}" name="GS1" initials="GS1" userId="GS1" providerId="None"/>
  <p188:author id="{9F891B53-CFE8-AAE3-2F6D-94BBDF0B5B88}" name="AMY GROVE" initials="AG" userId="S::agrove@baileygp.com::6e5d84e4-a139-4dd7-93be-6c6b53c9947c" providerId="AD"/>
</p188: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8095B5"/>
    <a:srgbClr val="435D83"/>
    <a:srgbClr val="1750A3"/>
    <a:srgbClr val="123B76"/>
    <a:srgbClr val="B1B3B3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923EEEDA-2239-2A4B-A325-F0733A24A6C5}" v="4" dt="2025-12-16T15:16:32.454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3174" autoAdjust="0"/>
    <p:restoredTop sz="72609" autoAdjust="0"/>
  </p:normalViewPr>
  <p:slideViewPr>
    <p:cSldViewPr snapToGrid="0">
      <p:cViewPr varScale="1">
        <p:scale>
          <a:sx n="132" d="100"/>
          <a:sy n="132" d="100"/>
        </p:scale>
        <p:origin x="160" y="544"/>
      </p:cViewPr>
      <p:guideLst>
        <p:guide orient="horz" pos="1872"/>
        <p:guide pos="3000"/>
        <p:guide orient="horz" pos="1620"/>
        <p:guide pos="2880"/>
      </p:guideLst>
    </p:cSldViewPr>
  </p:slideViewPr>
  <p:outlineViewPr>
    <p:cViewPr>
      <p:scale>
        <a:sx n="33" d="100"/>
        <a:sy n="33" d="100"/>
      </p:scale>
      <p:origin x="0" y="-3504"/>
    </p:cViewPr>
  </p:outlineViewPr>
  <p:notesTextViewPr>
    <p:cViewPr>
      <p:scale>
        <a:sx n="1" d="1"/>
        <a:sy n="1" d="1"/>
      </p:scale>
      <p:origin x="0" y="0"/>
    </p:cViewPr>
  </p:notesTextViewPr>
  <p:sorterViewPr>
    <p:cViewPr>
      <p:scale>
        <a:sx n="80" d="100"/>
        <a:sy n="80" d="100"/>
      </p:scale>
      <p:origin x="0" y="0"/>
    </p:cViewPr>
  </p:sorterViewPr>
  <p:notesViewPr>
    <p:cSldViewPr snapToGrid="0" snapToObjects="1">
      <p:cViewPr varScale="1">
        <p:scale>
          <a:sx n="113" d="100"/>
          <a:sy n="113" d="100"/>
        </p:scale>
        <p:origin x="4456" y="200"/>
      </p:cViewPr>
      <p:guideLst>
        <p:guide orient="horz" pos="2880"/>
        <p:guide pos="2160"/>
      </p:guideLst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1.xml"/><Relationship Id="rId13" Type="http://schemas.openxmlformats.org/officeDocument/2006/relationships/slide" Target="slides/slide6.xml"/><Relationship Id="rId18" Type="http://schemas.openxmlformats.org/officeDocument/2006/relationships/slide" Target="slides/slide11.xml"/><Relationship Id="rId26" Type="http://schemas.openxmlformats.org/officeDocument/2006/relationships/tableStyles" Target="tableStyles.xml"/><Relationship Id="rId3" Type="http://schemas.openxmlformats.org/officeDocument/2006/relationships/customXml" Target="../customXml/item3.xml"/><Relationship Id="rId21" Type="http://schemas.openxmlformats.org/officeDocument/2006/relationships/notesMaster" Target="notesMasters/notesMaster1.xml"/><Relationship Id="rId7" Type="http://schemas.openxmlformats.org/officeDocument/2006/relationships/slideMaster" Target="slideMasters/slideMaster4.xml"/><Relationship Id="rId12" Type="http://schemas.openxmlformats.org/officeDocument/2006/relationships/slide" Target="slides/slide5.xml"/><Relationship Id="rId17" Type="http://schemas.openxmlformats.org/officeDocument/2006/relationships/slide" Target="slides/slide10.xml"/><Relationship Id="rId25" Type="http://schemas.openxmlformats.org/officeDocument/2006/relationships/theme" Target="theme/theme1.xml"/><Relationship Id="rId2" Type="http://schemas.openxmlformats.org/officeDocument/2006/relationships/customXml" Target="../customXml/item2.xml"/><Relationship Id="rId16" Type="http://schemas.openxmlformats.org/officeDocument/2006/relationships/slide" Target="slides/slide9.xml"/><Relationship Id="rId20" Type="http://schemas.openxmlformats.org/officeDocument/2006/relationships/slide" Target="slides/slide13.xml"/><Relationship Id="rId29" Type="http://schemas.microsoft.com/office/2018/10/relationships/authors" Target="authors.xml"/><Relationship Id="rId1" Type="http://schemas.openxmlformats.org/officeDocument/2006/relationships/customXml" Target="../customXml/item1.xml"/><Relationship Id="rId6" Type="http://schemas.openxmlformats.org/officeDocument/2006/relationships/slideMaster" Target="slideMasters/slideMaster3.xml"/><Relationship Id="rId11" Type="http://schemas.openxmlformats.org/officeDocument/2006/relationships/slide" Target="slides/slide4.xml"/><Relationship Id="rId24" Type="http://schemas.openxmlformats.org/officeDocument/2006/relationships/viewProps" Target="viewProps.xml"/><Relationship Id="rId5" Type="http://schemas.openxmlformats.org/officeDocument/2006/relationships/slideMaster" Target="slideMasters/slideMaster2.xml"/><Relationship Id="rId15" Type="http://schemas.openxmlformats.org/officeDocument/2006/relationships/slide" Target="slides/slide8.xml"/><Relationship Id="rId23" Type="http://schemas.openxmlformats.org/officeDocument/2006/relationships/presProps" Target="presProps.xml"/><Relationship Id="rId28" Type="http://schemas.microsoft.com/office/2015/10/relationships/revisionInfo" Target="revisionInfo.xml"/><Relationship Id="rId10" Type="http://schemas.openxmlformats.org/officeDocument/2006/relationships/slide" Target="slides/slide3.xml"/><Relationship Id="rId19" Type="http://schemas.openxmlformats.org/officeDocument/2006/relationships/slide" Target="slides/slide12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2.xml"/><Relationship Id="rId14" Type="http://schemas.openxmlformats.org/officeDocument/2006/relationships/slide" Target="slides/slide7.xml"/><Relationship Id="rId22" Type="http://schemas.openxmlformats.org/officeDocument/2006/relationships/handoutMaster" Target="handoutMasters/handoutMaster1.xml"/><Relationship Id="rId27" Type="http://schemas.microsoft.com/office/2016/11/relationships/changesInfo" Target="changesInfos/changesInfo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SAM WALLIS" userId="44530289-ccc7-4160-8871-34129518c892" providerId="ADAL" clId="{5396E9AE-3D8C-5B31-976A-641E45F1AB4B}"/>
    <pc:docChg chg="undo custSel addSld delSld modSld sldOrd delMainMaster modMainMaster">
      <pc:chgData name="SAM WALLIS" userId="44530289-ccc7-4160-8871-34129518c892" providerId="ADAL" clId="{5396E9AE-3D8C-5B31-976A-641E45F1AB4B}" dt="2025-12-16T15:16:16.134" v="1081" actId="2696"/>
      <pc:docMkLst>
        <pc:docMk/>
      </pc:docMkLst>
      <pc:sldChg chg="add del">
        <pc:chgData name="SAM WALLIS" userId="44530289-ccc7-4160-8871-34129518c892" providerId="ADAL" clId="{5396E9AE-3D8C-5B31-976A-641E45F1AB4B}" dt="2025-12-16T15:14:43.253" v="1079"/>
        <pc:sldMkLst>
          <pc:docMk/>
          <pc:sldMk cId="3351510759" sldId="262"/>
        </pc:sldMkLst>
      </pc:sldChg>
      <pc:sldChg chg="addSp delSp modSp mod chgLayout">
        <pc:chgData name="SAM WALLIS" userId="44530289-ccc7-4160-8871-34129518c892" providerId="ADAL" clId="{5396E9AE-3D8C-5B31-976A-641E45F1AB4B}" dt="2025-12-01T20:09:05.837" v="1052" actId="790"/>
        <pc:sldMkLst>
          <pc:docMk/>
          <pc:sldMk cId="3769201998" sldId="354"/>
        </pc:sldMkLst>
        <pc:spChg chg="mod ord">
          <ac:chgData name="SAM WALLIS" userId="44530289-ccc7-4160-8871-34129518c892" providerId="ADAL" clId="{5396E9AE-3D8C-5B31-976A-641E45F1AB4B}" dt="2025-12-01T17:04:48.952" v="309" actId="6264"/>
          <ac:spMkLst>
            <pc:docMk/>
            <pc:sldMk cId="3769201998" sldId="354"/>
            <ac:spMk id="4" creationId="{84523BFC-B8EE-E8C7-D02E-8835E9499947}"/>
          </ac:spMkLst>
        </pc:spChg>
        <pc:spChg chg="add mod">
          <ac:chgData name="SAM WALLIS" userId="44530289-ccc7-4160-8871-34129518c892" providerId="ADAL" clId="{5396E9AE-3D8C-5B31-976A-641E45F1AB4B}" dt="2025-12-01T20:09:05.837" v="1052" actId="790"/>
          <ac:spMkLst>
            <pc:docMk/>
            <pc:sldMk cId="3769201998" sldId="354"/>
            <ac:spMk id="9" creationId="{4F61D28E-31F9-CB33-989A-9A3C1ABC49E6}"/>
          </ac:spMkLst>
        </pc:spChg>
        <pc:spChg chg="add mod">
          <ac:chgData name="SAM WALLIS" userId="44530289-ccc7-4160-8871-34129518c892" providerId="ADAL" clId="{5396E9AE-3D8C-5B31-976A-641E45F1AB4B}" dt="2025-12-01T20:00:12.492" v="1033" actId="14861"/>
          <ac:spMkLst>
            <pc:docMk/>
            <pc:sldMk cId="3769201998" sldId="354"/>
            <ac:spMk id="10" creationId="{18D650E9-0276-9560-5538-5BBC2F6BD3F5}"/>
          </ac:spMkLst>
        </pc:spChg>
        <pc:spChg chg="add mod">
          <ac:chgData name="SAM WALLIS" userId="44530289-ccc7-4160-8871-34129518c892" providerId="ADAL" clId="{5396E9AE-3D8C-5B31-976A-641E45F1AB4B}" dt="2025-12-01T18:59:06.010" v="863"/>
          <ac:spMkLst>
            <pc:docMk/>
            <pc:sldMk cId="3769201998" sldId="354"/>
            <ac:spMk id="12" creationId="{1BBBEB65-C663-A496-A2E6-8C4930A81E78}"/>
          </ac:spMkLst>
        </pc:spChg>
        <pc:picChg chg="add mod modCrop">
          <ac:chgData name="SAM WALLIS" userId="44530289-ccc7-4160-8871-34129518c892" providerId="ADAL" clId="{5396E9AE-3D8C-5B31-976A-641E45F1AB4B}" dt="2025-12-01T18:58:59.411" v="861"/>
          <ac:picMkLst>
            <pc:docMk/>
            <pc:sldMk cId="3769201998" sldId="354"/>
            <ac:picMk id="2" creationId="{D1E54F51-7239-BBE0-57B9-7E81DC5C9D39}"/>
          </ac:picMkLst>
        </pc:picChg>
        <pc:picChg chg="add mod">
          <ac:chgData name="SAM WALLIS" userId="44530289-ccc7-4160-8871-34129518c892" providerId="ADAL" clId="{5396E9AE-3D8C-5B31-976A-641E45F1AB4B}" dt="2025-12-01T17:34:07.586" v="371"/>
          <ac:picMkLst>
            <pc:docMk/>
            <pc:sldMk cId="3769201998" sldId="354"/>
            <ac:picMk id="7" creationId="{ABB85A42-AECA-958B-8CD7-99F284AC7AC8}"/>
          </ac:picMkLst>
        </pc:picChg>
        <pc:picChg chg="add del mod">
          <ac:chgData name="SAM WALLIS" userId="44530289-ccc7-4160-8871-34129518c892" providerId="ADAL" clId="{5396E9AE-3D8C-5B31-976A-641E45F1AB4B}" dt="2025-12-01T18:58:35.961" v="852" actId="1076"/>
          <ac:picMkLst>
            <pc:docMk/>
            <pc:sldMk cId="3769201998" sldId="354"/>
            <ac:picMk id="8" creationId="{F6AB73E2-3BC7-C366-44FC-FCFECC08F500}"/>
          </ac:picMkLst>
        </pc:picChg>
      </pc:sldChg>
      <pc:sldChg chg="addSp delSp modSp new mod">
        <pc:chgData name="SAM WALLIS" userId="44530289-ccc7-4160-8871-34129518c892" providerId="ADAL" clId="{5396E9AE-3D8C-5B31-976A-641E45F1AB4B}" dt="2025-12-01T20:09:19.432" v="1053" actId="790"/>
        <pc:sldMkLst>
          <pc:docMk/>
          <pc:sldMk cId="1215329615" sldId="356"/>
        </pc:sldMkLst>
        <pc:spChg chg="add mod">
          <ac:chgData name="SAM WALLIS" userId="44530289-ccc7-4160-8871-34129518c892" providerId="ADAL" clId="{5396E9AE-3D8C-5B31-976A-641E45F1AB4B}" dt="2025-12-01T18:42:45.765" v="808" actId="1076"/>
          <ac:spMkLst>
            <pc:docMk/>
            <pc:sldMk cId="1215329615" sldId="356"/>
            <ac:spMk id="12" creationId="{0DBAECA2-6336-DF16-DE48-13AE767D8EC2}"/>
          </ac:spMkLst>
        </pc:spChg>
        <pc:spChg chg="add mod">
          <ac:chgData name="SAM WALLIS" userId="44530289-ccc7-4160-8871-34129518c892" providerId="ADAL" clId="{5396E9AE-3D8C-5B31-976A-641E45F1AB4B}" dt="2025-12-01T20:09:19.432" v="1053" actId="790"/>
          <ac:spMkLst>
            <pc:docMk/>
            <pc:sldMk cId="1215329615" sldId="356"/>
            <ac:spMk id="14" creationId="{48880CC9-5118-C717-FC94-B24AE5B79268}"/>
          </ac:spMkLst>
        </pc:spChg>
        <pc:spChg chg="add mod">
          <ac:chgData name="SAM WALLIS" userId="44530289-ccc7-4160-8871-34129518c892" providerId="ADAL" clId="{5396E9AE-3D8C-5B31-976A-641E45F1AB4B}" dt="2025-12-01T20:09:19.432" v="1053" actId="790"/>
          <ac:spMkLst>
            <pc:docMk/>
            <pc:sldMk cId="1215329615" sldId="356"/>
            <ac:spMk id="15" creationId="{4EA07128-767A-333F-FFAC-2D8436D1CBB0}"/>
          </ac:spMkLst>
        </pc:spChg>
        <pc:picChg chg="add mod">
          <ac:chgData name="SAM WALLIS" userId="44530289-ccc7-4160-8871-34129518c892" providerId="ADAL" clId="{5396E9AE-3D8C-5B31-976A-641E45F1AB4B}" dt="2025-12-01T18:44:39.224" v="811"/>
          <ac:picMkLst>
            <pc:docMk/>
            <pc:sldMk cId="1215329615" sldId="356"/>
            <ac:picMk id="11" creationId="{4D776101-235B-78E5-DE7F-2C09E88355D1}"/>
          </ac:picMkLst>
        </pc:picChg>
        <pc:picChg chg="add mod">
          <ac:chgData name="SAM WALLIS" userId="44530289-ccc7-4160-8871-34129518c892" providerId="ADAL" clId="{5396E9AE-3D8C-5B31-976A-641E45F1AB4B}" dt="2025-12-01T18:37:34.040" v="758" actId="14861"/>
          <ac:picMkLst>
            <pc:docMk/>
            <pc:sldMk cId="1215329615" sldId="356"/>
            <ac:picMk id="13" creationId="{758C05CD-00EE-F2CE-4D74-E63FC8194219}"/>
          </ac:picMkLst>
        </pc:picChg>
      </pc:sldChg>
      <pc:sldChg chg="addSp delSp modSp add mod">
        <pc:chgData name="SAM WALLIS" userId="44530289-ccc7-4160-8871-34129518c892" providerId="ADAL" clId="{5396E9AE-3D8C-5B31-976A-641E45F1AB4B}" dt="2025-12-01T20:09:42.166" v="1054" actId="790"/>
        <pc:sldMkLst>
          <pc:docMk/>
          <pc:sldMk cId="373436972" sldId="357"/>
        </pc:sldMkLst>
        <pc:spChg chg="add mod">
          <ac:chgData name="SAM WALLIS" userId="44530289-ccc7-4160-8871-34129518c892" providerId="ADAL" clId="{5396E9AE-3D8C-5B31-976A-641E45F1AB4B}" dt="2025-12-01T20:09:42.166" v="1054" actId="790"/>
          <ac:spMkLst>
            <pc:docMk/>
            <pc:sldMk cId="373436972" sldId="357"/>
            <ac:spMk id="17" creationId="{C2B34E79-C36D-E72D-C5D9-946522DB7752}"/>
          </ac:spMkLst>
        </pc:spChg>
        <pc:spChg chg="add mod">
          <ac:chgData name="SAM WALLIS" userId="44530289-ccc7-4160-8871-34129518c892" providerId="ADAL" clId="{5396E9AE-3D8C-5B31-976A-641E45F1AB4B}" dt="2025-12-01T20:09:42.166" v="1054" actId="790"/>
          <ac:spMkLst>
            <pc:docMk/>
            <pc:sldMk cId="373436972" sldId="357"/>
            <ac:spMk id="19" creationId="{F28C3DF8-7557-BDC9-5C65-7954390E6EB6}"/>
          </ac:spMkLst>
        </pc:spChg>
        <pc:spChg chg="add mod">
          <ac:chgData name="SAM WALLIS" userId="44530289-ccc7-4160-8871-34129518c892" providerId="ADAL" clId="{5396E9AE-3D8C-5B31-976A-641E45F1AB4B}" dt="2025-12-01T20:09:42.166" v="1054" actId="790"/>
          <ac:spMkLst>
            <pc:docMk/>
            <pc:sldMk cId="373436972" sldId="357"/>
            <ac:spMk id="20" creationId="{1CCBB765-AC27-86F2-8C2A-CE8ABD25E68B}"/>
          </ac:spMkLst>
        </pc:spChg>
        <pc:spChg chg="add mod">
          <ac:chgData name="SAM WALLIS" userId="44530289-ccc7-4160-8871-34129518c892" providerId="ADAL" clId="{5396E9AE-3D8C-5B31-976A-641E45F1AB4B}" dt="2025-12-01T20:09:42.166" v="1054" actId="790"/>
          <ac:spMkLst>
            <pc:docMk/>
            <pc:sldMk cId="373436972" sldId="357"/>
            <ac:spMk id="21" creationId="{56F1F763-2A39-E83D-AC4E-4088B9F18E37}"/>
          </ac:spMkLst>
        </pc:spChg>
        <pc:spChg chg="add mod">
          <ac:chgData name="SAM WALLIS" userId="44530289-ccc7-4160-8871-34129518c892" providerId="ADAL" clId="{5396E9AE-3D8C-5B31-976A-641E45F1AB4B}" dt="2025-12-01T20:09:42.166" v="1054" actId="790"/>
          <ac:spMkLst>
            <pc:docMk/>
            <pc:sldMk cId="373436972" sldId="357"/>
            <ac:spMk id="22" creationId="{8D920A0A-7D71-580F-7C82-9C24DE19DA32}"/>
          </ac:spMkLst>
        </pc:spChg>
        <pc:spChg chg="add mod">
          <ac:chgData name="SAM WALLIS" userId="44530289-ccc7-4160-8871-34129518c892" providerId="ADAL" clId="{5396E9AE-3D8C-5B31-976A-641E45F1AB4B}" dt="2025-12-01T20:09:42.166" v="1054" actId="790"/>
          <ac:spMkLst>
            <pc:docMk/>
            <pc:sldMk cId="373436972" sldId="357"/>
            <ac:spMk id="23" creationId="{3E39E9B6-D168-D0CD-AA75-73E8B624076F}"/>
          </ac:spMkLst>
        </pc:spChg>
        <pc:spChg chg="add mod">
          <ac:chgData name="SAM WALLIS" userId="44530289-ccc7-4160-8871-34129518c892" providerId="ADAL" clId="{5396E9AE-3D8C-5B31-976A-641E45F1AB4B}" dt="2025-12-01T20:09:42.166" v="1054" actId="790"/>
          <ac:spMkLst>
            <pc:docMk/>
            <pc:sldMk cId="373436972" sldId="357"/>
            <ac:spMk id="24" creationId="{39195E55-9AE7-A59C-6417-C27A1BB4D7D2}"/>
          </ac:spMkLst>
        </pc:spChg>
        <pc:spChg chg="add mod">
          <ac:chgData name="SAM WALLIS" userId="44530289-ccc7-4160-8871-34129518c892" providerId="ADAL" clId="{5396E9AE-3D8C-5B31-976A-641E45F1AB4B}" dt="2025-12-01T20:09:42.166" v="1054" actId="790"/>
          <ac:spMkLst>
            <pc:docMk/>
            <pc:sldMk cId="373436972" sldId="357"/>
            <ac:spMk id="25" creationId="{F28F5594-498A-07AB-2BD6-3D60F0AB12E0}"/>
          </ac:spMkLst>
        </pc:spChg>
        <pc:spChg chg="add mod">
          <ac:chgData name="SAM WALLIS" userId="44530289-ccc7-4160-8871-34129518c892" providerId="ADAL" clId="{5396E9AE-3D8C-5B31-976A-641E45F1AB4B}" dt="2025-12-01T20:09:42.166" v="1054" actId="790"/>
          <ac:spMkLst>
            <pc:docMk/>
            <pc:sldMk cId="373436972" sldId="357"/>
            <ac:spMk id="26" creationId="{AE247F51-3F44-9435-45B5-C02F5C4CB80F}"/>
          </ac:spMkLst>
        </pc:spChg>
        <pc:picChg chg="add mod">
          <ac:chgData name="SAM WALLIS" userId="44530289-ccc7-4160-8871-34129518c892" providerId="ADAL" clId="{5396E9AE-3D8C-5B31-976A-641E45F1AB4B}" dt="2025-12-01T18:45:42.485" v="817" actId="14826"/>
          <ac:picMkLst>
            <pc:docMk/>
            <pc:sldMk cId="373436972" sldId="357"/>
            <ac:picMk id="16" creationId="{3CA47D95-C1A3-8B94-78FF-F3E795B38030}"/>
          </ac:picMkLst>
        </pc:picChg>
        <pc:picChg chg="mod">
          <ac:chgData name="SAM WALLIS" userId="44530289-ccc7-4160-8871-34129518c892" providerId="ADAL" clId="{5396E9AE-3D8C-5B31-976A-641E45F1AB4B}" dt="2025-12-01T18:37:42.028" v="759" actId="14861"/>
          <ac:picMkLst>
            <pc:docMk/>
            <pc:sldMk cId="373436972" sldId="357"/>
            <ac:picMk id="18" creationId="{B5A8D00D-3A32-1E14-084D-4FDB1ADB2983}"/>
          </ac:picMkLst>
        </pc:picChg>
      </pc:sldChg>
      <pc:sldChg chg="addSp delSp modSp add mod">
        <pc:chgData name="SAM WALLIS" userId="44530289-ccc7-4160-8871-34129518c892" providerId="ADAL" clId="{5396E9AE-3D8C-5B31-976A-641E45F1AB4B}" dt="2025-12-01T20:09:55.318" v="1055" actId="790"/>
        <pc:sldMkLst>
          <pc:docMk/>
          <pc:sldMk cId="1033548762" sldId="358"/>
        </pc:sldMkLst>
        <pc:spChg chg="add mod">
          <ac:chgData name="SAM WALLIS" userId="44530289-ccc7-4160-8871-34129518c892" providerId="ADAL" clId="{5396E9AE-3D8C-5B31-976A-641E45F1AB4B}" dt="2025-12-01T17:35:32.076" v="389"/>
          <ac:spMkLst>
            <pc:docMk/>
            <pc:sldMk cId="1033548762" sldId="358"/>
            <ac:spMk id="11" creationId="{F77F6785-8304-28CD-4535-BE8B9B4F388F}"/>
          </ac:spMkLst>
        </pc:spChg>
        <pc:spChg chg="add mod">
          <ac:chgData name="SAM WALLIS" userId="44530289-ccc7-4160-8871-34129518c892" providerId="ADAL" clId="{5396E9AE-3D8C-5B31-976A-641E45F1AB4B}" dt="2025-12-01T17:35:32.076" v="389"/>
          <ac:spMkLst>
            <pc:docMk/>
            <pc:sldMk cId="1033548762" sldId="358"/>
            <ac:spMk id="13" creationId="{326843A7-CFC9-7FD6-DE82-A3CF19D01486}"/>
          </ac:spMkLst>
        </pc:spChg>
        <pc:spChg chg="add mod">
          <ac:chgData name="SAM WALLIS" userId="44530289-ccc7-4160-8871-34129518c892" providerId="ADAL" clId="{5396E9AE-3D8C-5B31-976A-641E45F1AB4B}" dt="2025-12-01T20:09:55.318" v="1055" actId="790"/>
          <ac:spMkLst>
            <pc:docMk/>
            <pc:sldMk cId="1033548762" sldId="358"/>
            <ac:spMk id="15" creationId="{CCDDE825-7ECE-F696-744E-9755BE96E94E}"/>
          </ac:spMkLst>
        </pc:spChg>
        <pc:spChg chg="add mod">
          <ac:chgData name="SAM WALLIS" userId="44530289-ccc7-4160-8871-34129518c892" providerId="ADAL" clId="{5396E9AE-3D8C-5B31-976A-641E45F1AB4B}" dt="2025-12-01T20:09:55.318" v="1055" actId="790"/>
          <ac:spMkLst>
            <pc:docMk/>
            <pc:sldMk cId="1033548762" sldId="358"/>
            <ac:spMk id="16" creationId="{D350E212-0D4C-459C-5D2C-B60E01961373}"/>
          </ac:spMkLst>
        </pc:spChg>
        <pc:picChg chg="add mod">
          <ac:chgData name="SAM WALLIS" userId="44530289-ccc7-4160-8871-34129518c892" providerId="ADAL" clId="{5396E9AE-3D8C-5B31-976A-641E45F1AB4B}" dt="2025-12-01T18:47:29.973" v="834" actId="14826"/>
          <ac:picMkLst>
            <pc:docMk/>
            <pc:sldMk cId="1033548762" sldId="358"/>
            <ac:picMk id="12" creationId="{2E130988-05BE-D59D-85CF-0AC926FEA06E}"/>
          </ac:picMkLst>
        </pc:picChg>
        <pc:picChg chg="add mod">
          <ac:chgData name="SAM WALLIS" userId="44530289-ccc7-4160-8871-34129518c892" providerId="ADAL" clId="{5396E9AE-3D8C-5B31-976A-641E45F1AB4B}" dt="2025-12-01T18:37:46.690" v="760" actId="14861"/>
          <ac:picMkLst>
            <pc:docMk/>
            <pc:sldMk cId="1033548762" sldId="358"/>
            <ac:picMk id="14" creationId="{079C3C34-A82A-CAA9-423B-3EC32125FF9C}"/>
          </ac:picMkLst>
        </pc:picChg>
      </pc:sldChg>
      <pc:sldChg chg="addSp delSp modSp new mod">
        <pc:chgData name="SAM WALLIS" userId="44530289-ccc7-4160-8871-34129518c892" providerId="ADAL" clId="{5396E9AE-3D8C-5B31-976A-641E45F1AB4B}" dt="2025-12-01T20:10:05.989" v="1059" actId="790"/>
        <pc:sldMkLst>
          <pc:docMk/>
          <pc:sldMk cId="3817065589" sldId="359"/>
        </pc:sldMkLst>
        <pc:spChg chg="add mod">
          <ac:chgData name="SAM WALLIS" userId="44530289-ccc7-4160-8871-34129518c892" providerId="ADAL" clId="{5396E9AE-3D8C-5B31-976A-641E45F1AB4B}" dt="2025-12-01T17:36:08.862" v="392"/>
          <ac:spMkLst>
            <pc:docMk/>
            <pc:sldMk cId="3817065589" sldId="359"/>
            <ac:spMk id="6" creationId="{525B61F3-5257-A62C-F6A8-9A40253C7329}"/>
          </ac:spMkLst>
        </pc:spChg>
        <pc:spChg chg="add mod">
          <ac:chgData name="SAM WALLIS" userId="44530289-ccc7-4160-8871-34129518c892" providerId="ADAL" clId="{5396E9AE-3D8C-5B31-976A-641E45F1AB4B}" dt="2025-12-01T20:10:05.989" v="1059" actId="790"/>
          <ac:spMkLst>
            <pc:docMk/>
            <pc:sldMk cId="3817065589" sldId="359"/>
            <ac:spMk id="8" creationId="{9AC3A2EE-5B76-6394-62DA-ECC0A0398611}"/>
          </ac:spMkLst>
        </pc:spChg>
        <pc:spChg chg="add mod">
          <ac:chgData name="SAM WALLIS" userId="44530289-ccc7-4160-8871-34129518c892" providerId="ADAL" clId="{5396E9AE-3D8C-5B31-976A-641E45F1AB4B}" dt="2025-12-01T20:10:05.989" v="1059" actId="790"/>
          <ac:spMkLst>
            <pc:docMk/>
            <pc:sldMk cId="3817065589" sldId="359"/>
            <ac:spMk id="9" creationId="{E1B9DD25-D095-5F39-A2EB-B6702EFF6EC5}"/>
          </ac:spMkLst>
        </pc:spChg>
        <pc:picChg chg="add mod">
          <ac:chgData name="SAM WALLIS" userId="44530289-ccc7-4160-8871-34129518c892" providerId="ADAL" clId="{5396E9AE-3D8C-5B31-976A-641E45F1AB4B}" dt="2025-12-01T18:48:02.198" v="837"/>
          <ac:picMkLst>
            <pc:docMk/>
            <pc:sldMk cId="3817065589" sldId="359"/>
            <ac:picMk id="5" creationId="{4700EBD7-DA5D-E59E-E615-2583617C3A4F}"/>
          </ac:picMkLst>
        </pc:picChg>
        <pc:picChg chg="add mod">
          <ac:chgData name="SAM WALLIS" userId="44530289-ccc7-4160-8871-34129518c892" providerId="ADAL" clId="{5396E9AE-3D8C-5B31-976A-641E45F1AB4B}" dt="2025-12-01T17:39:34.944" v="409" actId="1076"/>
          <ac:picMkLst>
            <pc:docMk/>
            <pc:sldMk cId="3817065589" sldId="359"/>
            <ac:picMk id="7" creationId="{17BD14FC-5A71-FC55-EC02-4890432EEE21}"/>
          </ac:picMkLst>
        </pc:picChg>
      </pc:sldChg>
      <pc:sldChg chg="addSp delSp modSp new mod">
        <pc:chgData name="SAM WALLIS" userId="44530289-ccc7-4160-8871-34129518c892" providerId="ADAL" clId="{5396E9AE-3D8C-5B31-976A-641E45F1AB4B}" dt="2025-12-01T20:10:15.365" v="1060" actId="790"/>
        <pc:sldMkLst>
          <pc:docMk/>
          <pc:sldMk cId="2640456341" sldId="360"/>
        </pc:sldMkLst>
        <pc:spChg chg="add mod">
          <ac:chgData name="SAM WALLIS" userId="44530289-ccc7-4160-8871-34129518c892" providerId="ADAL" clId="{5396E9AE-3D8C-5B31-976A-641E45F1AB4B}" dt="2025-12-01T18:23:19.827" v="413"/>
          <ac:spMkLst>
            <pc:docMk/>
            <pc:sldMk cId="2640456341" sldId="360"/>
            <ac:spMk id="5" creationId="{7771F92C-A373-5735-AF89-2561702B2B3E}"/>
          </ac:spMkLst>
        </pc:spChg>
        <pc:spChg chg="add mod">
          <ac:chgData name="SAM WALLIS" userId="44530289-ccc7-4160-8871-34129518c892" providerId="ADAL" clId="{5396E9AE-3D8C-5B31-976A-641E45F1AB4B}" dt="2025-12-01T18:23:19.827" v="413"/>
          <ac:spMkLst>
            <pc:docMk/>
            <pc:sldMk cId="2640456341" sldId="360"/>
            <ac:spMk id="7" creationId="{7DECE070-9B4A-7E67-B285-8CEE50BEC4C9}"/>
          </ac:spMkLst>
        </pc:spChg>
        <pc:spChg chg="add mod">
          <ac:chgData name="SAM WALLIS" userId="44530289-ccc7-4160-8871-34129518c892" providerId="ADAL" clId="{5396E9AE-3D8C-5B31-976A-641E45F1AB4B}" dt="2025-12-01T20:10:15.365" v="1060" actId="790"/>
          <ac:spMkLst>
            <pc:docMk/>
            <pc:sldMk cId="2640456341" sldId="360"/>
            <ac:spMk id="21" creationId="{B6F70A7F-692F-BD14-BA2F-2CDA6B40BEEE}"/>
          </ac:spMkLst>
        </pc:spChg>
        <pc:spChg chg="add mod">
          <ac:chgData name="SAM WALLIS" userId="44530289-ccc7-4160-8871-34129518c892" providerId="ADAL" clId="{5396E9AE-3D8C-5B31-976A-641E45F1AB4B}" dt="2025-12-01T20:10:15.365" v="1060" actId="790"/>
          <ac:spMkLst>
            <pc:docMk/>
            <pc:sldMk cId="2640456341" sldId="360"/>
            <ac:spMk id="22" creationId="{8BA3C7DA-9067-EFAF-7142-71E315A9B233}"/>
          </ac:spMkLst>
        </pc:spChg>
        <pc:picChg chg="add mod">
          <ac:chgData name="SAM WALLIS" userId="44530289-ccc7-4160-8871-34129518c892" providerId="ADAL" clId="{5396E9AE-3D8C-5B31-976A-641E45F1AB4B}" dt="2025-12-01T18:48:19.656" v="840"/>
          <ac:picMkLst>
            <pc:docMk/>
            <pc:sldMk cId="2640456341" sldId="360"/>
            <ac:picMk id="6" creationId="{E254BB2D-4F58-C290-4CCF-EB5EB09D1DE5}"/>
          </ac:picMkLst>
        </pc:picChg>
        <pc:picChg chg="add mod">
          <ac:chgData name="SAM WALLIS" userId="44530289-ccc7-4160-8871-34129518c892" providerId="ADAL" clId="{5396E9AE-3D8C-5B31-976A-641E45F1AB4B}" dt="2025-12-01T18:23:19.827" v="413"/>
          <ac:picMkLst>
            <pc:docMk/>
            <pc:sldMk cId="2640456341" sldId="360"/>
            <ac:picMk id="8" creationId="{A566CA81-FC92-80AF-2A06-1FE6C40465F1}"/>
          </ac:picMkLst>
        </pc:picChg>
      </pc:sldChg>
      <pc:sldChg chg="addSp delSp modSp new mod ord">
        <pc:chgData name="SAM WALLIS" userId="44530289-ccc7-4160-8871-34129518c892" providerId="ADAL" clId="{5396E9AE-3D8C-5B31-976A-641E45F1AB4B}" dt="2025-12-01T20:10:31.614" v="1064" actId="790"/>
        <pc:sldMkLst>
          <pc:docMk/>
          <pc:sldMk cId="3731704945" sldId="361"/>
        </pc:sldMkLst>
        <pc:spChg chg="add mod">
          <ac:chgData name="SAM WALLIS" userId="44530289-ccc7-4160-8871-34129518c892" providerId="ADAL" clId="{5396E9AE-3D8C-5B31-976A-641E45F1AB4B}" dt="2025-12-01T18:24:48.209" v="423"/>
          <ac:spMkLst>
            <pc:docMk/>
            <pc:sldMk cId="3731704945" sldId="361"/>
            <ac:spMk id="5" creationId="{AD153202-3EB2-0EBE-BC71-7B0DBF6BD94D}"/>
          </ac:spMkLst>
        </pc:spChg>
        <pc:spChg chg="add mod">
          <ac:chgData name="SAM WALLIS" userId="44530289-ccc7-4160-8871-34129518c892" providerId="ADAL" clId="{5396E9AE-3D8C-5B31-976A-641E45F1AB4B}" dt="2025-12-01T18:24:48.209" v="423"/>
          <ac:spMkLst>
            <pc:docMk/>
            <pc:sldMk cId="3731704945" sldId="361"/>
            <ac:spMk id="7" creationId="{04F9F4C5-03DA-26D2-6BF4-FB9A484F20D2}"/>
          </ac:spMkLst>
        </pc:spChg>
        <pc:spChg chg="add mod">
          <ac:chgData name="SAM WALLIS" userId="44530289-ccc7-4160-8871-34129518c892" providerId="ADAL" clId="{5396E9AE-3D8C-5B31-976A-641E45F1AB4B}" dt="2025-12-01T20:10:31.614" v="1064" actId="790"/>
          <ac:spMkLst>
            <pc:docMk/>
            <pc:sldMk cId="3731704945" sldId="361"/>
            <ac:spMk id="15" creationId="{60B6EAB6-05C0-9FDC-5764-70E946E1948C}"/>
          </ac:spMkLst>
        </pc:spChg>
        <pc:spChg chg="add mod">
          <ac:chgData name="SAM WALLIS" userId="44530289-ccc7-4160-8871-34129518c892" providerId="ADAL" clId="{5396E9AE-3D8C-5B31-976A-641E45F1AB4B}" dt="2025-12-01T20:10:31.614" v="1064" actId="790"/>
          <ac:spMkLst>
            <pc:docMk/>
            <pc:sldMk cId="3731704945" sldId="361"/>
            <ac:spMk id="16" creationId="{25D6A5B0-F58B-12BD-0F6D-AF2E9634E358}"/>
          </ac:spMkLst>
        </pc:spChg>
        <pc:picChg chg="add mod">
          <ac:chgData name="SAM WALLIS" userId="44530289-ccc7-4160-8871-34129518c892" providerId="ADAL" clId="{5396E9AE-3D8C-5B31-976A-641E45F1AB4B}" dt="2025-12-01T18:49:24.215" v="846"/>
          <ac:picMkLst>
            <pc:docMk/>
            <pc:sldMk cId="3731704945" sldId="361"/>
            <ac:picMk id="6" creationId="{55F1C819-1E93-AF49-0802-9FC98DF79FE7}"/>
          </ac:picMkLst>
        </pc:picChg>
        <pc:picChg chg="add mod">
          <ac:chgData name="SAM WALLIS" userId="44530289-ccc7-4160-8871-34129518c892" providerId="ADAL" clId="{5396E9AE-3D8C-5B31-976A-641E45F1AB4B}" dt="2025-12-01T18:32:41.740" v="526" actId="1076"/>
          <ac:picMkLst>
            <pc:docMk/>
            <pc:sldMk cId="3731704945" sldId="361"/>
            <ac:picMk id="8" creationId="{DA160906-8984-73C5-22A3-36EF8A21728E}"/>
          </ac:picMkLst>
        </pc:picChg>
      </pc:sldChg>
      <pc:sldChg chg="addSp delSp modSp new mod">
        <pc:chgData name="SAM WALLIS" userId="44530289-ccc7-4160-8871-34129518c892" providerId="ADAL" clId="{5396E9AE-3D8C-5B31-976A-641E45F1AB4B}" dt="2025-12-01T20:10:25.572" v="1063" actId="790"/>
        <pc:sldMkLst>
          <pc:docMk/>
          <pc:sldMk cId="3792250685" sldId="362"/>
        </pc:sldMkLst>
        <pc:spChg chg="add mod">
          <ac:chgData name="SAM WALLIS" userId="44530289-ccc7-4160-8871-34129518c892" providerId="ADAL" clId="{5396E9AE-3D8C-5B31-976A-641E45F1AB4B}" dt="2025-12-01T18:24:12.117" v="420"/>
          <ac:spMkLst>
            <pc:docMk/>
            <pc:sldMk cId="3792250685" sldId="362"/>
            <ac:spMk id="6" creationId="{5D00857E-AEDA-F81D-8ECC-BFC2955DD790}"/>
          </ac:spMkLst>
        </pc:spChg>
        <pc:spChg chg="add mod">
          <ac:chgData name="SAM WALLIS" userId="44530289-ccc7-4160-8871-34129518c892" providerId="ADAL" clId="{5396E9AE-3D8C-5B31-976A-641E45F1AB4B}" dt="2025-12-01T20:10:25.572" v="1063" actId="790"/>
          <ac:spMkLst>
            <pc:docMk/>
            <pc:sldMk cId="3792250685" sldId="362"/>
            <ac:spMk id="8" creationId="{DB576ABB-7258-3223-AD99-5F67955445B4}"/>
          </ac:spMkLst>
        </pc:spChg>
        <pc:spChg chg="add mod">
          <ac:chgData name="SAM WALLIS" userId="44530289-ccc7-4160-8871-34129518c892" providerId="ADAL" clId="{5396E9AE-3D8C-5B31-976A-641E45F1AB4B}" dt="2025-12-01T20:10:25.572" v="1063" actId="790"/>
          <ac:spMkLst>
            <pc:docMk/>
            <pc:sldMk cId="3792250685" sldId="362"/>
            <ac:spMk id="9" creationId="{6CF979ED-FACD-54C2-58B8-F19B99DD847F}"/>
          </ac:spMkLst>
        </pc:spChg>
        <pc:picChg chg="add mod">
          <ac:chgData name="SAM WALLIS" userId="44530289-ccc7-4160-8871-34129518c892" providerId="ADAL" clId="{5396E9AE-3D8C-5B31-976A-641E45F1AB4B}" dt="2025-12-01T18:48:49.411" v="843"/>
          <ac:picMkLst>
            <pc:docMk/>
            <pc:sldMk cId="3792250685" sldId="362"/>
            <ac:picMk id="5" creationId="{EF0EBF0C-13C4-F0DF-342B-87B2460AD494}"/>
          </ac:picMkLst>
        </pc:picChg>
        <pc:picChg chg="add mod">
          <ac:chgData name="SAM WALLIS" userId="44530289-ccc7-4160-8871-34129518c892" providerId="ADAL" clId="{5396E9AE-3D8C-5B31-976A-641E45F1AB4B}" dt="2025-12-01T18:28:56.006" v="459" actId="1076"/>
          <ac:picMkLst>
            <pc:docMk/>
            <pc:sldMk cId="3792250685" sldId="362"/>
            <ac:picMk id="7" creationId="{2467CB5C-0260-909E-88E7-FCA72742A1DF}"/>
          </ac:picMkLst>
        </pc:picChg>
      </pc:sldChg>
      <pc:sldChg chg="addSp delSp modSp new mod">
        <pc:chgData name="SAM WALLIS" userId="44530289-ccc7-4160-8871-34129518c892" providerId="ADAL" clId="{5396E9AE-3D8C-5B31-976A-641E45F1AB4B}" dt="2025-12-01T20:10:40.757" v="1065" actId="790"/>
        <pc:sldMkLst>
          <pc:docMk/>
          <pc:sldMk cId="972818047" sldId="363"/>
        </pc:sldMkLst>
        <pc:spChg chg="add mod">
          <ac:chgData name="SAM WALLIS" userId="44530289-ccc7-4160-8871-34129518c892" providerId="ADAL" clId="{5396E9AE-3D8C-5B31-976A-641E45F1AB4B}" dt="2025-12-01T20:10:40.757" v="1065" actId="790"/>
          <ac:spMkLst>
            <pc:docMk/>
            <pc:sldMk cId="972818047" sldId="363"/>
            <ac:spMk id="5" creationId="{EBB663B1-4D55-EC27-6097-C7B02A596D3D}"/>
          </ac:spMkLst>
        </pc:spChg>
        <pc:spChg chg="add mod">
          <ac:chgData name="SAM WALLIS" userId="44530289-ccc7-4160-8871-34129518c892" providerId="ADAL" clId="{5396E9AE-3D8C-5B31-976A-641E45F1AB4B}" dt="2025-12-01T20:10:40.757" v="1065" actId="790"/>
          <ac:spMkLst>
            <pc:docMk/>
            <pc:sldMk cId="972818047" sldId="363"/>
            <ac:spMk id="6" creationId="{F165D998-9A97-3C43-6262-9D5A6CA7E440}"/>
          </ac:spMkLst>
        </pc:spChg>
        <pc:spChg chg="add mod">
          <ac:chgData name="SAM WALLIS" userId="44530289-ccc7-4160-8871-34129518c892" providerId="ADAL" clId="{5396E9AE-3D8C-5B31-976A-641E45F1AB4B}" dt="2025-12-01T20:10:40.757" v="1065" actId="790"/>
          <ac:spMkLst>
            <pc:docMk/>
            <pc:sldMk cId="972818047" sldId="363"/>
            <ac:spMk id="7" creationId="{9E47F507-9416-577C-26D5-B85E4BB99D67}"/>
          </ac:spMkLst>
        </pc:spChg>
        <pc:spChg chg="add mod">
          <ac:chgData name="SAM WALLIS" userId="44530289-ccc7-4160-8871-34129518c892" providerId="ADAL" clId="{5396E9AE-3D8C-5B31-976A-641E45F1AB4B}" dt="2025-12-01T20:10:40.757" v="1065" actId="790"/>
          <ac:spMkLst>
            <pc:docMk/>
            <pc:sldMk cId="972818047" sldId="363"/>
            <ac:spMk id="8" creationId="{CC944592-1D2C-723A-C64E-678F6B264B31}"/>
          </ac:spMkLst>
        </pc:spChg>
      </pc:sldChg>
      <pc:sldChg chg="addSp delSp modSp new mod">
        <pc:chgData name="SAM WALLIS" userId="44530289-ccc7-4160-8871-34129518c892" providerId="ADAL" clId="{5396E9AE-3D8C-5B31-976A-641E45F1AB4B}" dt="2025-12-01T20:10:48.624" v="1066" actId="790"/>
        <pc:sldMkLst>
          <pc:docMk/>
          <pc:sldMk cId="3259728911" sldId="364"/>
        </pc:sldMkLst>
        <pc:spChg chg="add mod">
          <ac:chgData name="SAM WALLIS" userId="44530289-ccc7-4160-8871-34129518c892" providerId="ADAL" clId="{5396E9AE-3D8C-5B31-976A-641E45F1AB4B}" dt="2025-12-01T18:33:49.067" v="536"/>
          <ac:spMkLst>
            <pc:docMk/>
            <pc:sldMk cId="3259728911" sldId="364"/>
            <ac:spMk id="5" creationId="{1A644E18-6595-F4CA-5AFC-B7447B27A92B}"/>
          </ac:spMkLst>
        </pc:spChg>
        <pc:spChg chg="add mod">
          <ac:chgData name="SAM WALLIS" userId="44530289-ccc7-4160-8871-34129518c892" providerId="ADAL" clId="{5396E9AE-3D8C-5B31-976A-641E45F1AB4B}" dt="2025-12-01T18:33:49.067" v="536"/>
          <ac:spMkLst>
            <pc:docMk/>
            <pc:sldMk cId="3259728911" sldId="364"/>
            <ac:spMk id="7" creationId="{17A0098B-D6B2-C8EE-A89A-F72677E9FF8A}"/>
          </ac:spMkLst>
        </pc:spChg>
        <pc:spChg chg="add mod">
          <ac:chgData name="SAM WALLIS" userId="44530289-ccc7-4160-8871-34129518c892" providerId="ADAL" clId="{5396E9AE-3D8C-5B31-976A-641E45F1AB4B}" dt="2025-12-01T20:10:48.624" v="1066" actId="790"/>
          <ac:spMkLst>
            <pc:docMk/>
            <pc:sldMk cId="3259728911" sldId="364"/>
            <ac:spMk id="9" creationId="{28E73810-B823-FF7C-51F1-74640AA8C909}"/>
          </ac:spMkLst>
        </pc:spChg>
        <pc:picChg chg="add mod">
          <ac:chgData name="SAM WALLIS" userId="44530289-ccc7-4160-8871-34129518c892" providerId="ADAL" clId="{5396E9AE-3D8C-5B31-976A-641E45F1AB4B}" dt="2025-12-01T18:50:22.389" v="850"/>
          <ac:picMkLst>
            <pc:docMk/>
            <pc:sldMk cId="3259728911" sldId="364"/>
            <ac:picMk id="6" creationId="{6D3BF0FB-F13E-BA7F-7365-7CF8FE2A265D}"/>
          </ac:picMkLst>
        </pc:picChg>
        <pc:picChg chg="add mod">
          <ac:chgData name="SAM WALLIS" userId="44530289-ccc7-4160-8871-34129518c892" providerId="ADAL" clId="{5396E9AE-3D8C-5B31-976A-641E45F1AB4B}" dt="2025-12-01T18:38:00.830" v="761" actId="14861"/>
          <ac:picMkLst>
            <pc:docMk/>
            <pc:sldMk cId="3259728911" sldId="364"/>
            <ac:picMk id="8" creationId="{2E43B59F-F520-6C3B-0AEF-743061D61E23}"/>
          </ac:picMkLst>
        </pc:picChg>
      </pc:sldChg>
      <pc:sldChg chg="addSp delSp modSp new mod modClrScheme chgLayout">
        <pc:chgData name="SAM WALLIS" userId="44530289-ccc7-4160-8871-34129518c892" providerId="ADAL" clId="{5396E9AE-3D8C-5B31-976A-641E45F1AB4B}" dt="2025-12-02T14:37:21.364" v="1069" actId="700"/>
        <pc:sldMkLst>
          <pc:docMk/>
          <pc:sldMk cId="3090902119" sldId="365"/>
        </pc:sldMkLst>
        <pc:spChg chg="mod ord">
          <ac:chgData name="SAM WALLIS" userId="44530289-ccc7-4160-8871-34129518c892" providerId="ADAL" clId="{5396E9AE-3D8C-5B31-976A-641E45F1AB4B}" dt="2025-12-02T14:37:21.364" v="1069" actId="700"/>
          <ac:spMkLst>
            <pc:docMk/>
            <pc:sldMk cId="3090902119" sldId="365"/>
            <ac:spMk id="2" creationId="{B51A7100-93D9-E342-1EBA-0448086EB0EC}"/>
          </ac:spMkLst>
        </pc:spChg>
        <pc:spChg chg="add mod ord">
          <ac:chgData name="SAM WALLIS" userId="44530289-ccc7-4160-8871-34129518c892" providerId="ADAL" clId="{5396E9AE-3D8C-5B31-976A-641E45F1AB4B}" dt="2025-12-02T14:37:21.364" v="1069" actId="700"/>
          <ac:spMkLst>
            <pc:docMk/>
            <pc:sldMk cId="3090902119" sldId="365"/>
            <ac:spMk id="10" creationId="{588406BB-549D-EE72-875C-C042AC4FEDC4}"/>
          </ac:spMkLst>
        </pc:spChg>
        <pc:spChg chg="add mod ord">
          <ac:chgData name="SAM WALLIS" userId="44530289-ccc7-4160-8871-34129518c892" providerId="ADAL" clId="{5396E9AE-3D8C-5B31-976A-641E45F1AB4B}" dt="2025-12-02T14:37:21.364" v="1069" actId="700"/>
          <ac:spMkLst>
            <pc:docMk/>
            <pc:sldMk cId="3090902119" sldId="365"/>
            <ac:spMk id="11" creationId="{DAFA7462-5B7C-B814-51A3-69D31D7F24A5}"/>
          </ac:spMkLst>
        </pc:spChg>
        <pc:spChg chg="add mod">
          <ac:chgData name="SAM WALLIS" userId="44530289-ccc7-4160-8871-34129518c892" providerId="ADAL" clId="{5396E9AE-3D8C-5B31-976A-641E45F1AB4B}" dt="2025-12-01T18:39:12.761" v="779" actId="171"/>
          <ac:spMkLst>
            <pc:docMk/>
            <pc:sldMk cId="3090902119" sldId="365"/>
            <ac:spMk id="14" creationId="{1F2D8F6F-DE5D-CE47-5590-3A3957542F82}"/>
          </ac:spMkLst>
        </pc:spChg>
        <pc:picChg chg="add mod modCrop">
          <ac:chgData name="SAM WALLIS" userId="44530289-ccc7-4160-8871-34129518c892" providerId="ADAL" clId="{5396E9AE-3D8C-5B31-976A-641E45F1AB4B}" dt="2025-12-01T19:52:27.253" v="939" actId="196"/>
          <ac:picMkLst>
            <pc:docMk/>
            <pc:sldMk cId="3090902119" sldId="365"/>
            <ac:picMk id="7" creationId="{E211B465-25BA-11D8-0477-7A2ED72359F1}"/>
          </ac:picMkLst>
        </pc:picChg>
        <pc:picChg chg="add mod">
          <ac:chgData name="SAM WALLIS" userId="44530289-ccc7-4160-8871-34129518c892" providerId="ADAL" clId="{5396E9AE-3D8C-5B31-976A-641E45F1AB4B}" dt="2025-12-01T19:52:57.415" v="942" actId="1076"/>
          <ac:picMkLst>
            <pc:docMk/>
            <pc:sldMk cId="3090902119" sldId="365"/>
            <ac:picMk id="9" creationId="{202EAF26-97AE-B787-2B67-CE0D402F007C}"/>
          </ac:picMkLst>
        </pc:picChg>
      </pc:sldChg>
      <pc:sldChg chg="modSp add mod ord">
        <pc:chgData name="SAM WALLIS" userId="44530289-ccc7-4160-8871-34129518c892" providerId="ADAL" clId="{5396E9AE-3D8C-5B31-976A-641E45F1AB4B}" dt="2025-12-01T20:09:56.771" v="1056" actId="1076"/>
        <pc:sldMkLst>
          <pc:docMk/>
          <pc:sldMk cId="2672532794" sldId="366"/>
        </pc:sldMkLst>
        <pc:spChg chg="mod">
          <ac:chgData name="SAM WALLIS" userId="44530289-ccc7-4160-8871-34129518c892" providerId="ADAL" clId="{5396E9AE-3D8C-5B31-976A-641E45F1AB4B}" dt="2025-12-01T20:06:14.537" v="1049" actId="20577"/>
          <ac:spMkLst>
            <pc:docMk/>
            <pc:sldMk cId="2672532794" sldId="366"/>
            <ac:spMk id="9" creationId="{A3F02409-D4DF-2776-2AFF-6CBC5063D8A6}"/>
          </ac:spMkLst>
        </pc:spChg>
        <pc:picChg chg="mod">
          <ac:chgData name="SAM WALLIS" userId="44530289-ccc7-4160-8871-34129518c892" providerId="ADAL" clId="{5396E9AE-3D8C-5B31-976A-641E45F1AB4B}" dt="2025-12-01T20:07:46.100" v="1051" actId="14826"/>
          <ac:picMkLst>
            <pc:docMk/>
            <pc:sldMk cId="2672532794" sldId="366"/>
            <ac:picMk id="6" creationId="{734EAA87-B02C-898A-EFCC-0AEEC2E2B320}"/>
          </ac:picMkLst>
        </pc:picChg>
        <pc:picChg chg="mod">
          <ac:chgData name="SAM WALLIS" userId="44530289-ccc7-4160-8871-34129518c892" providerId="ADAL" clId="{5396E9AE-3D8C-5B31-976A-641E45F1AB4B}" dt="2025-12-01T20:09:56.771" v="1056" actId="1076"/>
          <ac:picMkLst>
            <pc:docMk/>
            <pc:sldMk cId="2672532794" sldId="366"/>
            <ac:picMk id="8" creationId="{7703F6DF-78B2-9F02-77AD-969F1A096DB1}"/>
          </ac:picMkLst>
        </pc:picChg>
      </pc:sldChg>
      <pc:sldChg chg="new del">
        <pc:chgData name="SAM WALLIS" userId="44530289-ccc7-4160-8871-34129518c892" providerId="ADAL" clId="{5396E9AE-3D8C-5B31-976A-641E45F1AB4B}" dt="2025-12-16T14:57:20.131" v="1077" actId="2696"/>
        <pc:sldMkLst>
          <pc:docMk/>
          <pc:sldMk cId="1295984414" sldId="367"/>
        </pc:sldMkLst>
      </pc:sldChg>
      <pc:sldChg chg="add del">
        <pc:chgData name="SAM WALLIS" userId="44530289-ccc7-4160-8871-34129518c892" providerId="ADAL" clId="{5396E9AE-3D8C-5B31-976A-641E45F1AB4B}" dt="2025-12-16T15:14:45.570" v="1080" actId="2696"/>
        <pc:sldMkLst>
          <pc:docMk/>
          <pc:sldMk cId="704979770" sldId="368"/>
        </pc:sldMkLst>
      </pc:sldChg>
      <pc:sldMasterChg chg="modSldLayout">
        <pc:chgData name="SAM WALLIS" userId="44530289-ccc7-4160-8871-34129518c892" providerId="ADAL" clId="{5396E9AE-3D8C-5B31-976A-641E45F1AB4B}" dt="2025-12-01T16:37:05.248" v="22" actId="14100"/>
        <pc:sldMasterMkLst>
          <pc:docMk/>
          <pc:sldMasterMk cId="3524010020" sldId="2147483749"/>
        </pc:sldMasterMkLst>
        <pc:sldLayoutChg chg="modSp">
          <pc:chgData name="SAM WALLIS" userId="44530289-ccc7-4160-8871-34129518c892" providerId="ADAL" clId="{5396E9AE-3D8C-5B31-976A-641E45F1AB4B}" dt="2025-12-01T16:26:23.282" v="1" actId="14826"/>
          <pc:sldLayoutMkLst>
            <pc:docMk/>
            <pc:sldMasterMk cId="3524010020" sldId="2147483749"/>
            <pc:sldLayoutMk cId="2623940899" sldId="2147483683"/>
          </pc:sldLayoutMkLst>
          <pc:picChg chg="mod">
            <ac:chgData name="SAM WALLIS" userId="44530289-ccc7-4160-8871-34129518c892" providerId="ADAL" clId="{5396E9AE-3D8C-5B31-976A-641E45F1AB4B}" dt="2025-12-01T16:26:23.282" v="1" actId="14826"/>
            <ac:picMkLst>
              <pc:docMk/>
              <pc:sldMasterMk cId="3524010020" sldId="2147483749"/>
              <pc:sldLayoutMk cId="2623940899" sldId="2147483683"/>
              <ac:picMk id="3" creationId="{742738C1-054C-39F1-9C4E-05BF9C433190}"/>
            </ac:picMkLst>
          </pc:picChg>
        </pc:sldLayoutChg>
        <pc:sldLayoutChg chg="addSp delSp modSp mod">
          <pc:chgData name="SAM WALLIS" userId="44530289-ccc7-4160-8871-34129518c892" providerId="ADAL" clId="{5396E9AE-3D8C-5B31-976A-641E45F1AB4B}" dt="2025-12-01T16:36:51.638" v="21" actId="14100"/>
          <pc:sldLayoutMkLst>
            <pc:docMk/>
            <pc:sldMasterMk cId="3524010020" sldId="2147483749"/>
            <pc:sldLayoutMk cId="3348167597" sldId="2147483859"/>
          </pc:sldLayoutMkLst>
          <pc:spChg chg="mod">
            <ac:chgData name="SAM WALLIS" userId="44530289-ccc7-4160-8871-34129518c892" providerId="ADAL" clId="{5396E9AE-3D8C-5B31-976A-641E45F1AB4B}" dt="2025-12-01T16:36:51.638" v="21" actId="14100"/>
            <ac:spMkLst>
              <pc:docMk/>
              <pc:sldMasterMk cId="3524010020" sldId="2147483749"/>
              <pc:sldLayoutMk cId="3348167597" sldId="2147483859"/>
              <ac:spMk id="6" creationId="{5897305B-ACAD-C9B2-86D8-F53C5F632660}"/>
            </ac:spMkLst>
          </pc:spChg>
        </pc:sldLayoutChg>
        <pc:sldLayoutChg chg="modSp mod">
          <pc:chgData name="SAM WALLIS" userId="44530289-ccc7-4160-8871-34129518c892" providerId="ADAL" clId="{5396E9AE-3D8C-5B31-976A-641E45F1AB4B}" dt="2025-12-01T16:37:05.248" v="22" actId="14100"/>
          <pc:sldLayoutMkLst>
            <pc:docMk/>
            <pc:sldMasterMk cId="3524010020" sldId="2147483749"/>
            <pc:sldLayoutMk cId="3740982591" sldId="2147483862"/>
          </pc:sldLayoutMkLst>
          <pc:spChg chg="mod">
            <ac:chgData name="SAM WALLIS" userId="44530289-ccc7-4160-8871-34129518c892" providerId="ADAL" clId="{5396E9AE-3D8C-5B31-976A-641E45F1AB4B}" dt="2025-12-01T16:37:05.248" v="22" actId="14100"/>
            <ac:spMkLst>
              <pc:docMk/>
              <pc:sldMasterMk cId="3524010020" sldId="2147483749"/>
              <pc:sldLayoutMk cId="3740982591" sldId="2147483862"/>
              <ac:spMk id="2" creationId="{661A24C4-2B99-EA17-EE50-A2591276F2E9}"/>
            </ac:spMkLst>
          </pc:spChg>
        </pc:sldLayoutChg>
      </pc:sldMasterChg>
      <pc:sldMasterChg chg="modSldLayout sldLayoutOrd">
        <pc:chgData name="SAM WALLIS" userId="44530289-ccc7-4160-8871-34129518c892" providerId="ADAL" clId="{5396E9AE-3D8C-5B31-976A-641E45F1AB4B}" dt="2025-12-02T14:39:26.371" v="1073" actId="20578"/>
        <pc:sldMasterMkLst>
          <pc:docMk/>
          <pc:sldMasterMk cId="4211020604" sldId="2147483750"/>
        </pc:sldMasterMkLst>
        <pc:sldLayoutChg chg="modSp mod">
          <pc:chgData name="SAM WALLIS" userId="44530289-ccc7-4160-8871-34129518c892" providerId="ADAL" clId="{5396E9AE-3D8C-5B31-976A-641E45F1AB4B}" dt="2025-12-01T17:03:18.472" v="300" actId="790"/>
          <pc:sldLayoutMkLst>
            <pc:docMk/>
            <pc:sldMasterMk cId="4211020604" sldId="2147483750"/>
            <pc:sldLayoutMk cId="106152730" sldId="2147483729"/>
          </pc:sldLayoutMkLst>
          <pc:spChg chg="mod">
            <ac:chgData name="SAM WALLIS" userId="44530289-ccc7-4160-8871-34129518c892" providerId="ADAL" clId="{5396E9AE-3D8C-5B31-976A-641E45F1AB4B}" dt="2025-12-01T17:03:18.472" v="300" actId="790"/>
            <ac:spMkLst>
              <pc:docMk/>
              <pc:sldMasterMk cId="4211020604" sldId="2147483750"/>
              <pc:sldLayoutMk cId="106152730" sldId="2147483729"/>
              <ac:spMk id="3" creationId="{7AF1671B-C1E6-64DE-7837-ECBD7EDB10F1}"/>
            </ac:spMkLst>
          </pc:spChg>
          <pc:spChg chg="mod">
            <ac:chgData name="SAM WALLIS" userId="44530289-ccc7-4160-8871-34129518c892" providerId="ADAL" clId="{5396E9AE-3D8C-5B31-976A-641E45F1AB4B}" dt="2025-12-01T17:03:18.472" v="300" actId="790"/>
            <ac:spMkLst>
              <pc:docMk/>
              <pc:sldMasterMk cId="4211020604" sldId="2147483750"/>
              <pc:sldLayoutMk cId="106152730" sldId="2147483729"/>
              <ac:spMk id="4" creationId="{74F80FB6-B03E-0053-B026-D8678D347D76}"/>
            </ac:spMkLst>
          </pc:spChg>
        </pc:sldLayoutChg>
      </pc:sldMasterChg>
      <pc:sldMasterChg chg="del modSldLayout sldLayoutOrd">
        <pc:chgData name="SAM WALLIS" userId="44530289-ccc7-4160-8871-34129518c892" providerId="ADAL" clId="{5396E9AE-3D8C-5B31-976A-641E45F1AB4B}" dt="2025-12-16T15:16:16.134" v="1081" actId="2696"/>
        <pc:sldMasterMkLst>
          <pc:docMk/>
          <pc:sldMasterMk cId="2454644457" sldId="2147483810"/>
        </pc:sldMasterMkLst>
      </pc:sldMasterChg>
    </pc:docChg>
  </pc:docChgLst>
</pc:chgInfo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6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98BAF0D5-E5A2-5E82-2089-B31C57D405DB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762BBDDB-45B5-4BDE-E83C-1922A79AF975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3849858-8141-9548-B929-C53C04812304}" type="datetimeFigureOut">
              <a:rPr lang="en-GB" smtClean="0"/>
              <a:t>16/12/2025</a:t>
            </a:fld>
            <a:endParaRPr lang="en-GB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7D654110-7B5C-E3CC-E56D-1C57E8F7CB5B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20E3C3BF-933D-B482-A69E-C5862675C71C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6396DC71-DE93-0B4E-AE61-B9A66D938FE2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090960250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5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14981F23-20C3-7647-B336-AD4B52A5A78D}" type="datetimeFigureOut">
              <a:rPr lang="en-GB" smtClean="0"/>
              <a:t>16/12/2025</a:t>
            </a:fld>
            <a:endParaRPr lang="en-GB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GB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0B2B8EAE-8016-F64B-92C7-66E7338ADE9F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02575253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B2B8EAE-8016-F64B-92C7-66E7338ADE9F}" type="slidenum">
              <a:rPr lang="en-GB" smtClean="0"/>
              <a:t>8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541322154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BE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GB" b="1" noProof="0" dirty="0"/>
              <a:t>Presentation advice and guidance: </a:t>
            </a:r>
          </a:p>
          <a:p>
            <a:r>
              <a:rPr lang="en-GB" noProof="0" dirty="0"/>
              <a:t>Start from the "why" of the Competition Law Caution, for example:</a:t>
            </a:r>
          </a:p>
          <a:p>
            <a:pPr marL="171450" indent="-171450">
              <a:buFont typeface="Calibri"/>
              <a:buChar char="-"/>
            </a:pPr>
            <a:r>
              <a:rPr lang="en-GB" noProof="0" dirty="0"/>
              <a:t>GS1 is a place where many stakeholders meet to develop standards in a collaborative manner. But we give comfort that this must always happen in a legally compliant manner, so that industry feels safe and protected to participate in our work in full legal compliance.</a:t>
            </a:r>
          </a:p>
          <a:p>
            <a:pPr marL="171450" indent="-171450">
              <a:buFont typeface="Calibri"/>
              <a:buChar char="-"/>
            </a:pPr>
            <a:r>
              <a:rPr lang="en-GB" noProof="0" dirty="0"/>
              <a:t>Between MOs, as we are all independent in a federation, we do collaborate to progress our work together for the benefit of our members – but the limit is that we shall not discuss competitive matters.</a:t>
            </a:r>
          </a:p>
          <a:p>
            <a:r>
              <a:rPr lang="en-GB" noProof="0" dirty="0"/>
              <a:t>And then ensure to read the part in </a:t>
            </a:r>
            <a:r>
              <a:rPr lang="en-GB" b="1" noProof="0" dirty="0"/>
              <a:t>bold </a:t>
            </a:r>
            <a:r>
              <a:rPr lang="en-GB" b="0" noProof="0" dirty="0"/>
              <a:t>on the slide </a:t>
            </a:r>
            <a:r>
              <a:rPr lang="en-GB" noProof="0" dirty="0"/>
              <a:t>as that's the heart of the topic.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31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08A38321-67D2-4949-A83F-1F6FD86E2C78}" type="slidenum">
              <a:rPr kumimoji="0" lang="en-GB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pPr marL="0" marR="0" lvl="0" indent="0" algn="r" defTabSz="91431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13</a:t>
            </a:fld>
            <a:endParaRPr kumimoji="0" lang="en-GB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045804508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jp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jp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jp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jp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Master" Target="../slideMasters/slideMaster4.xml"/></Relationships>
</file>

<file path=ppt/slideLayouts/_rels/slideLayout3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Master" Target="../slideMasters/slideMaster4.xml"/></Relationships>
</file>

<file path=ppt/slideLayouts/_rels/slideLayout3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Master" Target="../slideMasters/slideMaster4.xml"/></Relationships>
</file>

<file path=ppt/slideLayouts/_rels/slideLayout3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Master" Target="../slideMasters/slideMaster4.xml"/></Relationships>
</file>

<file path=ppt/slideLayouts/_rels/slideLayout3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Master" Target="../slideMasters/slideMaster4.xml"/></Relationships>
</file>

<file path=ppt/slideLayouts/_rels/slideLayout3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Master" Target="../slideMasters/slideMaster4.xml"/></Relationships>
</file>

<file path=ppt/slideLayouts/_rels/slideLayout3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Master" Target="../slideMasters/slideMaster4.xml"/></Relationships>
</file>

<file path=ppt/slideLayouts/_rels/slideLayout3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image" Target="../media/image20.png"/><Relationship Id="rId1" Type="http://schemas.openxmlformats.org/officeDocument/2006/relationships/slideMaster" Target="../slideMasters/slideMaster4.xml"/></Relationships>
</file>

<file path=ppt/slideLayouts/_rels/slideLayout3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png"/><Relationship Id="rId1" Type="http://schemas.openxmlformats.org/officeDocument/2006/relationships/slideMaster" Target="../slideMasters/slideMaster4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hoto 1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itle 2"/>
          <p:cNvSpPr>
            <a:spLocks noGrp="1"/>
          </p:cNvSpPr>
          <p:nvPr>
            <p:ph type="title" hasCustomPrompt="1"/>
          </p:nvPr>
        </p:nvSpPr>
        <p:spPr>
          <a:xfrm>
            <a:off x="446163" y="2619813"/>
            <a:ext cx="3897237" cy="543983"/>
          </a:xfrm>
          <a:prstGeom prst="rect">
            <a:avLst/>
          </a:prstGeom>
        </p:spPr>
        <p:txBody>
          <a:bodyPr lIns="0" tIns="0" rIns="0" bIns="0" anchor="t" anchorCtr="0"/>
          <a:lstStyle>
            <a:lvl1pPr algn="l">
              <a:lnSpc>
                <a:spcPct val="100000"/>
              </a:lnSpc>
              <a:defRPr sz="1600" b="0" i="0" cap="none" spc="0" baseline="0">
                <a:solidFill>
                  <a:srgbClr val="FFFFFF"/>
                </a:solidFill>
                <a:latin typeface="Verdana"/>
                <a:cs typeface="Verdana"/>
              </a:defRPr>
            </a:lvl1pPr>
          </a:lstStyle>
          <a:p>
            <a:r>
              <a:rPr lang="en-GB" noProof="0" dirty="0"/>
              <a:t>Title of presentation</a:t>
            </a:r>
            <a:br>
              <a:rPr lang="en-GB" noProof="0" dirty="0"/>
            </a:br>
            <a:r>
              <a:rPr lang="en-GB" noProof="0" dirty="0"/>
              <a:t>Second line title</a:t>
            </a:r>
          </a:p>
        </p:txBody>
      </p:sp>
      <p:sp>
        <p:nvSpPr>
          <p:cNvPr id="10" name="Text Placeholder 19"/>
          <p:cNvSpPr>
            <a:spLocks noGrp="1"/>
          </p:cNvSpPr>
          <p:nvPr>
            <p:ph type="body" sz="quarter" idx="11" hasCustomPrompt="1"/>
          </p:nvPr>
        </p:nvSpPr>
        <p:spPr>
          <a:xfrm>
            <a:off x="446171" y="3256161"/>
            <a:ext cx="3897233" cy="153789"/>
          </a:xfrm>
          <a:prstGeom prst="rect">
            <a:avLst/>
          </a:prstGeom>
        </p:spPr>
        <p:txBody>
          <a:bodyPr lIns="0" tIns="0" rIns="0" bIns="0"/>
          <a:lstStyle>
            <a:lvl1pPr marL="0" indent="0" algn="l">
              <a:buNone/>
              <a:defRPr sz="1000" b="0" i="0" cap="none" spc="0" baseline="0">
                <a:solidFill>
                  <a:srgbClr val="FFFFFF"/>
                </a:solidFill>
                <a:latin typeface="Verdana"/>
                <a:cs typeface="Verdana"/>
              </a:defRPr>
            </a:lvl1pPr>
          </a:lstStyle>
          <a:p>
            <a:pPr lvl="0"/>
            <a:r>
              <a:rPr lang="en-GB" noProof="0" dirty="0"/>
              <a:t>Click to add subtitle</a:t>
            </a:r>
          </a:p>
        </p:txBody>
      </p:sp>
      <p:sp>
        <p:nvSpPr>
          <p:cNvPr id="14" name="Text Placeholder 19"/>
          <p:cNvSpPr>
            <a:spLocks noGrp="1"/>
          </p:cNvSpPr>
          <p:nvPr>
            <p:ph type="body" sz="quarter" idx="12" hasCustomPrompt="1"/>
          </p:nvPr>
        </p:nvSpPr>
        <p:spPr>
          <a:xfrm>
            <a:off x="457219" y="3647300"/>
            <a:ext cx="3890582" cy="153789"/>
          </a:xfrm>
          <a:prstGeom prst="rect">
            <a:avLst/>
          </a:prstGeom>
        </p:spPr>
        <p:txBody>
          <a:bodyPr lIns="0" tIns="0" rIns="0" bIns="0" anchor="b" anchorCtr="0"/>
          <a:lstStyle>
            <a:lvl1pPr marL="0" indent="0" algn="l">
              <a:lnSpc>
                <a:spcPct val="120000"/>
              </a:lnSpc>
              <a:buNone/>
              <a:defRPr sz="900" b="0" cap="none" spc="0" baseline="0">
                <a:solidFill>
                  <a:srgbClr val="FFFFFF"/>
                </a:solidFill>
                <a:latin typeface="Verdana"/>
                <a:cs typeface="Verdana"/>
              </a:defRPr>
            </a:lvl1pPr>
          </a:lstStyle>
          <a:p>
            <a:pPr lvl="0"/>
            <a:r>
              <a:rPr lang="en-GB" noProof="0" dirty="0"/>
              <a:t>Click to add presenter name, title, company</a:t>
            </a:r>
          </a:p>
        </p:txBody>
      </p:sp>
      <p:sp>
        <p:nvSpPr>
          <p:cNvPr id="15" name="Text Placeholder 19"/>
          <p:cNvSpPr>
            <a:spLocks noGrp="1"/>
          </p:cNvSpPr>
          <p:nvPr>
            <p:ph type="body" sz="quarter" idx="14" hasCustomPrompt="1"/>
          </p:nvPr>
        </p:nvSpPr>
        <p:spPr>
          <a:xfrm>
            <a:off x="457200" y="3835389"/>
            <a:ext cx="3890593" cy="153789"/>
          </a:xfrm>
          <a:prstGeom prst="rect">
            <a:avLst/>
          </a:prstGeom>
        </p:spPr>
        <p:txBody>
          <a:bodyPr lIns="0" tIns="0" rIns="0" bIns="0"/>
          <a:lstStyle>
            <a:lvl1pPr marL="0" indent="0" algn="l">
              <a:buNone/>
              <a:defRPr sz="900" b="0" cap="none" spc="0" baseline="0">
                <a:solidFill>
                  <a:srgbClr val="FFFFFF"/>
                </a:solidFill>
                <a:latin typeface="Verdana"/>
                <a:cs typeface="Verdana"/>
              </a:defRPr>
            </a:lvl1pPr>
          </a:lstStyle>
          <a:p>
            <a:pPr lvl="0"/>
            <a:r>
              <a:rPr lang="en-GB" noProof="0"/>
              <a:t>Click to add date</a:t>
            </a:r>
          </a:p>
        </p:txBody>
      </p:sp>
      <p:pic>
        <p:nvPicPr>
          <p:cNvPr id="2" name="Picture Placeholder 2">
            <a:extLst>
              <a:ext uri="{FF2B5EF4-FFF2-40B4-BE49-F238E27FC236}">
                <a16:creationId xmlns:a16="http://schemas.microsoft.com/office/drawing/2014/main" id="{375E3E18-DAAD-600A-19DF-862C77EB4A62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rcRect l="262" r="262"/>
          <a:stretch/>
        </p:blipFill>
        <p:spPr>
          <a:xfrm>
            <a:off x="4646746" y="1622848"/>
            <a:ext cx="4505976" cy="3529382"/>
          </a:xfrm>
          <a:custGeom>
            <a:avLst/>
            <a:gdLst>
              <a:gd name="connsiteX0" fmla="*/ 0 w 4115581"/>
              <a:gd name="connsiteY0" fmla="*/ 0 h 4073007"/>
              <a:gd name="connsiteX1" fmla="*/ 4115581 w 4115581"/>
              <a:gd name="connsiteY1" fmla="*/ 0 h 4073007"/>
              <a:gd name="connsiteX2" fmla="*/ 4115581 w 4115581"/>
              <a:gd name="connsiteY2" fmla="*/ 4073007 h 4073007"/>
              <a:gd name="connsiteX3" fmla="*/ 0 w 4115581"/>
              <a:gd name="connsiteY3" fmla="*/ 4073007 h 4073007"/>
              <a:gd name="connsiteX4" fmla="*/ 0 w 4115581"/>
              <a:gd name="connsiteY4" fmla="*/ 0 h 4073007"/>
              <a:gd name="connsiteX0" fmla="*/ 429846 w 4545427"/>
              <a:gd name="connsiteY0" fmla="*/ 0 h 4073007"/>
              <a:gd name="connsiteX1" fmla="*/ 4545427 w 4545427"/>
              <a:gd name="connsiteY1" fmla="*/ 0 h 4073007"/>
              <a:gd name="connsiteX2" fmla="*/ 4545427 w 4545427"/>
              <a:gd name="connsiteY2" fmla="*/ 4073007 h 4073007"/>
              <a:gd name="connsiteX3" fmla="*/ 429846 w 4545427"/>
              <a:gd name="connsiteY3" fmla="*/ 4073007 h 4073007"/>
              <a:gd name="connsiteX4" fmla="*/ 429846 w 4545427"/>
              <a:gd name="connsiteY4" fmla="*/ 0 h 4073007"/>
              <a:gd name="connsiteX0" fmla="*/ 563853 w 4679434"/>
              <a:gd name="connsiteY0" fmla="*/ 0 h 4073007"/>
              <a:gd name="connsiteX1" fmla="*/ 4679434 w 4679434"/>
              <a:gd name="connsiteY1" fmla="*/ 0 h 4073007"/>
              <a:gd name="connsiteX2" fmla="*/ 4679434 w 4679434"/>
              <a:gd name="connsiteY2" fmla="*/ 4073007 h 4073007"/>
              <a:gd name="connsiteX3" fmla="*/ 563853 w 4679434"/>
              <a:gd name="connsiteY3" fmla="*/ 4073007 h 4073007"/>
              <a:gd name="connsiteX4" fmla="*/ 563853 w 4679434"/>
              <a:gd name="connsiteY4" fmla="*/ 0 h 4073007"/>
              <a:gd name="connsiteX0" fmla="*/ 570773 w 4668769"/>
              <a:gd name="connsiteY0" fmla="*/ 0 h 4081799"/>
              <a:gd name="connsiteX1" fmla="*/ 4668769 w 4668769"/>
              <a:gd name="connsiteY1" fmla="*/ 8792 h 4081799"/>
              <a:gd name="connsiteX2" fmla="*/ 4668769 w 4668769"/>
              <a:gd name="connsiteY2" fmla="*/ 4081799 h 4081799"/>
              <a:gd name="connsiteX3" fmla="*/ 553188 w 4668769"/>
              <a:gd name="connsiteY3" fmla="*/ 4081799 h 4081799"/>
              <a:gd name="connsiteX4" fmla="*/ 570773 w 4668769"/>
              <a:gd name="connsiteY4" fmla="*/ 0 h 4081799"/>
              <a:gd name="connsiteX0" fmla="*/ 570773 w 4677561"/>
              <a:gd name="connsiteY0" fmla="*/ 1 h 4081800"/>
              <a:gd name="connsiteX1" fmla="*/ 4677561 w 4677561"/>
              <a:gd name="connsiteY1" fmla="*/ 0 h 4081800"/>
              <a:gd name="connsiteX2" fmla="*/ 4668769 w 4677561"/>
              <a:gd name="connsiteY2" fmla="*/ 4081800 h 4081800"/>
              <a:gd name="connsiteX3" fmla="*/ 553188 w 4677561"/>
              <a:gd name="connsiteY3" fmla="*/ 4081800 h 4081800"/>
              <a:gd name="connsiteX4" fmla="*/ 570773 w 4677561"/>
              <a:gd name="connsiteY4" fmla="*/ 1 h 4081800"/>
              <a:gd name="connsiteX0" fmla="*/ 599816 w 4706604"/>
              <a:gd name="connsiteY0" fmla="*/ 1 h 4081800"/>
              <a:gd name="connsiteX1" fmla="*/ 4706604 w 4706604"/>
              <a:gd name="connsiteY1" fmla="*/ 0 h 4081800"/>
              <a:gd name="connsiteX2" fmla="*/ 4697812 w 4706604"/>
              <a:gd name="connsiteY2" fmla="*/ 4081800 h 4081800"/>
              <a:gd name="connsiteX3" fmla="*/ 511892 w 4706604"/>
              <a:gd name="connsiteY3" fmla="*/ 3659769 h 4081800"/>
              <a:gd name="connsiteX4" fmla="*/ 599816 w 4706604"/>
              <a:gd name="connsiteY4" fmla="*/ 1 h 4081800"/>
              <a:gd name="connsiteX0" fmla="*/ 599816 w 4706604"/>
              <a:gd name="connsiteY0" fmla="*/ 1 h 3659769"/>
              <a:gd name="connsiteX1" fmla="*/ 4706604 w 4706604"/>
              <a:gd name="connsiteY1" fmla="*/ 0 h 3659769"/>
              <a:gd name="connsiteX2" fmla="*/ 4645059 w 4706604"/>
              <a:gd name="connsiteY2" fmla="*/ 3624600 h 3659769"/>
              <a:gd name="connsiteX3" fmla="*/ 511892 w 4706604"/>
              <a:gd name="connsiteY3" fmla="*/ 3659769 h 3659769"/>
              <a:gd name="connsiteX4" fmla="*/ 599816 w 4706604"/>
              <a:gd name="connsiteY4" fmla="*/ 1 h 3659769"/>
              <a:gd name="connsiteX0" fmla="*/ 599816 w 4707450"/>
              <a:gd name="connsiteY0" fmla="*/ 1 h 3659769"/>
              <a:gd name="connsiteX1" fmla="*/ 4706604 w 4707450"/>
              <a:gd name="connsiteY1" fmla="*/ 0 h 3659769"/>
              <a:gd name="connsiteX2" fmla="*/ 4706605 w 4707450"/>
              <a:gd name="connsiteY2" fmla="*/ 3650977 h 3659769"/>
              <a:gd name="connsiteX3" fmla="*/ 511892 w 4707450"/>
              <a:gd name="connsiteY3" fmla="*/ 3659769 h 3659769"/>
              <a:gd name="connsiteX4" fmla="*/ 599816 w 4707450"/>
              <a:gd name="connsiteY4" fmla="*/ 1 h 3659769"/>
              <a:gd name="connsiteX0" fmla="*/ 634214 w 4741848"/>
              <a:gd name="connsiteY0" fmla="*/ 1 h 3668316"/>
              <a:gd name="connsiteX1" fmla="*/ 4741002 w 4741848"/>
              <a:gd name="connsiteY1" fmla="*/ 0 h 3668316"/>
              <a:gd name="connsiteX2" fmla="*/ 4741003 w 4741848"/>
              <a:gd name="connsiteY2" fmla="*/ 3650977 h 3668316"/>
              <a:gd name="connsiteX3" fmla="*/ 469369 w 4741848"/>
              <a:gd name="connsiteY3" fmla="*/ 3668316 h 3668316"/>
              <a:gd name="connsiteX4" fmla="*/ 634214 w 4741848"/>
              <a:gd name="connsiteY4" fmla="*/ 1 h 3668316"/>
              <a:gd name="connsiteX0" fmla="*/ 642249 w 4732789"/>
              <a:gd name="connsiteY0" fmla="*/ 1 h 3668316"/>
              <a:gd name="connsiteX1" fmla="*/ 4731943 w 4732789"/>
              <a:gd name="connsiteY1" fmla="*/ 0 h 3668316"/>
              <a:gd name="connsiteX2" fmla="*/ 4731944 w 4732789"/>
              <a:gd name="connsiteY2" fmla="*/ 3650977 h 3668316"/>
              <a:gd name="connsiteX3" fmla="*/ 460310 w 4732789"/>
              <a:gd name="connsiteY3" fmla="*/ 3668316 h 3668316"/>
              <a:gd name="connsiteX4" fmla="*/ 642249 w 4732789"/>
              <a:gd name="connsiteY4" fmla="*/ 1 h 3668316"/>
              <a:gd name="connsiteX0" fmla="*/ 642249 w 4732789"/>
              <a:gd name="connsiteY0" fmla="*/ 1 h 3680688"/>
              <a:gd name="connsiteX1" fmla="*/ 4731943 w 4732789"/>
              <a:gd name="connsiteY1" fmla="*/ 0 h 3680688"/>
              <a:gd name="connsiteX2" fmla="*/ 4731944 w 4732789"/>
              <a:gd name="connsiteY2" fmla="*/ 3680688 h 3680688"/>
              <a:gd name="connsiteX3" fmla="*/ 460310 w 4732789"/>
              <a:gd name="connsiteY3" fmla="*/ 3668316 h 3680688"/>
              <a:gd name="connsiteX4" fmla="*/ 642249 w 4732789"/>
              <a:gd name="connsiteY4" fmla="*/ 1 h 3680688"/>
              <a:gd name="connsiteX0" fmla="*/ 642249 w 4732789"/>
              <a:gd name="connsiteY0" fmla="*/ 1 h 3681521"/>
              <a:gd name="connsiteX1" fmla="*/ 4731943 w 4732789"/>
              <a:gd name="connsiteY1" fmla="*/ 0 h 3681521"/>
              <a:gd name="connsiteX2" fmla="*/ 4731944 w 4732789"/>
              <a:gd name="connsiteY2" fmla="*/ 3680688 h 3681521"/>
              <a:gd name="connsiteX3" fmla="*/ 460310 w 4732789"/>
              <a:gd name="connsiteY3" fmla="*/ 3681521 h 3681521"/>
              <a:gd name="connsiteX4" fmla="*/ 642249 w 4732789"/>
              <a:gd name="connsiteY4" fmla="*/ 1 h 3681521"/>
              <a:gd name="connsiteX0" fmla="*/ 651938 w 4742478"/>
              <a:gd name="connsiteY0" fmla="*/ 1 h 3681521"/>
              <a:gd name="connsiteX1" fmla="*/ 4741632 w 4742478"/>
              <a:gd name="connsiteY1" fmla="*/ 0 h 3681521"/>
              <a:gd name="connsiteX2" fmla="*/ 4741633 w 4742478"/>
              <a:gd name="connsiteY2" fmla="*/ 3680688 h 3681521"/>
              <a:gd name="connsiteX3" fmla="*/ 469999 w 4742478"/>
              <a:gd name="connsiteY3" fmla="*/ 3681521 h 3681521"/>
              <a:gd name="connsiteX4" fmla="*/ 651938 w 4742478"/>
              <a:gd name="connsiteY4" fmla="*/ 1 h 3681521"/>
              <a:gd name="connsiteX0" fmla="*/ 651938 w 4742478"/>
              <a:gd name="connsiteY0" fmla="*/ 1 h 3681521"/>
              <a:gd name="connsiteX1" fmla="*/ 4741632 w 4742478"/>
              <a:gd name="connsiteY1" fmla="*/ 0 h 3681521"/>
              <a:gd name="connsiteX2" fmla="*/ 4741633 w 4742478"/>
              <a:gd name="connsiteY2" fmla="*/ 3680688 h 3681521"/>
              <a:gd name="connsiteX3" fmla="*/ 469999 w 4742478"/>
              <a:gd name="connsiteY3" fmla="*/ 3681521 h 3681521"/>
              <a:gd name="connsiteX4" fmla="*/ 651938 w 4742478"/>
              <a:gd name="connsiteY4" fmla="*/ 1 h 3681521"/>
              <a:gd name="connsiteX0" fmla="*/ 636661 w 4760368"/>
              <a:gd name="connsiteY0" fmla="*/ 5491 h 3681521"/>
              <a:gd name="connsiteX1" fmla="*/ 4759522 w 4760368"/>
              <a:gd name="connsiteY1" fmla="*/ 0 h 3681521"/>
              <a:gd name="connsiteX2" fmla="*/ 4759523 w 4760368"/>
              <a:gd name="connsiteY2" fmla="*/ 3680688 h 3681521"/>
              <a:gd name="connsiteX3" fmla="*/ 487889 w 4760368"/>
              <a:gd name="connsiteY3" fmla="*/ 3681521 h 3681521"/>
              <a:gd name="connsiteX4" fmla="*/ 636661 w 4760368"/>
              <a:gd name="connsiteY4" fmla="*/ 5491 h 3681521"/>
              <a:gd name="connsiteX0" fmla="*/ 629168 w 4769574"/>
              <a:gd name="connsiteY0" fmla="*/ 8808 h 3681521"/>
              <a:gd name="connsiteX1" fmla="*/ 4768728 w 4769574"/>
              <a:gd name="connsiteY1" fmla="*/ 0 h 3681521"/>
              <a:gd name="connsiteX2" fmla="*/ 4768729 w 4769574"/>
              <a:gd name="connsiteY2" fmla="*/ 3680688 h 3681521"/>
              <a:gd name="connsiteX3" fmla="*/ 497095 w 4769574"/>
              <a:gd name="connsiteY3" fmla="*/ 3681521 h 3681521"/>
              <a:gd name="connsiteX4" fmla="*/ 629168 w 4769574"/>
              <a:gd name="connsiteY4" fmla="*/ 8808 h 3681521"/>
              <a:gd name="connsiteX0" fmla="*/ 601494 w 4741900"/>
              <a:gd name="connsiteY0" fmla="*/ 8808 h 3684838"/>
              <a:gd name="connsiteX1" fmla="*/ 4741054 w 4741900"/>
              <a:gd name="connsiteY1" fmla="*/ 0 h 3684838"/>
              <a:gd name="connsiteX2" fmla="*/ 4741055 w 4741900"/>
              <a:gd name="connsiteY2" fmla="*/ 3680688 h 3684838"/>
              <a:gd name="connsiteX3" fmla="*/ 533787 w 4741900"/>
              <a:gd name="connsiteY3" fmla="*/ 3684838 h 3684838"/>
              <a:gd name="connsiteX4" fmla="*/ 601494 w 4741900"/>
              <a:gd name="connsiteY4" fmla="*/ 8808 h 3684838"/>
              <a:gd name="connsiteX0" fmla="*/ 617057 w 4757463"/>
              <a:gd name="connsiteY0" fmla="*/ 8808 h 3680688"/>
              <a:gd name="connsiteX1" fmla="*/ 4756617 w 4757463"/>
              <a:gd name="connsiteY1" fmla="*/ 0 h 3680688"/>
              <a:gd name="connsiteX2" fmla="*/ 4756618 w 4757463"/>
              <a:gd name="connsiteY2" fmla="*/ 3680688 h 3680688"/>
              <a:gd name="connsiteX3" fmla="*/ 512611 w 4757463"/>
              <a:gd name="connsiteY3" fmla="*/ 3678203 h 3680688"/>
              <a:gd name="connsiteX4" fmla="*/ 617057 w 4757463"/>
              <a:gd name="connsiteY4" fmla="*/ 8808 h 3680688"/>
              <a:gd name="connsiteX0" fmla="*/ 602464 w 4742870"/>
              <a:gd name="connsiteY0" fmla="*/ 8808 h 3680688"/>
              <a:gd name="connsiteX1" fmla="*/ 4742024 w 4742870"/>
              <a:gd name="connsiteY1" fmla="*/ 0 h 3680688"/>
              <a:gd name="connsiteX2" fmla="*/ 4742025 w 4742870"/>
              <a:gd name="connsiteY2" fmla="*/ 3680688 h 3680688"/>
              <a:gd name="connsiteX3" fmla="*/ 498018 w 4742870"/>
              <a:gd name="connsiteY3" fmla="*/ 3678203 h 3680688"/>
              <a:gd name="connsiteX4" fmla="*/ 602464 w 4742870"/>
              <a:gd name="connsiteY4" fmla="*/ 8808 h 3680688"/>
              <a:gd name="connsiteX0" fmla="*/ 586378 w 4726784"/>
              <a:gd name="connsiteY0" fmla="*/ 8808 h 3680688"/>
              <a:gd name="connsiteX1" fmla="*/ 4725938 w 4726784"/>
              <a:gd name="connsiteY1" fmla="*/ 0 h 3680688"/>
              <a:gd name="connsiteX2" fmla="*/ 4725939 w 4726784"/>
              <a:gd name="connsiteY2" fmla="*/ 3680688 h 3680688"/>
              <a:gd name="connsiteX3" fmla="*/ 481932 w 4726784"/>
              <a:gd name="connsiteY3" fmla="*/ 3678203 h 3680688"/>
              <a:gd name="connsiteX4" fmla="*/ 586378 w 4726784"/>
              <a:gd name="connsiteY4" fmla="*/ 8808 h 3680688"/>
              <a:gd name="connsiteX0" fmla="*/ 575515 w 4715921"/>
              <a:gd name="connsiteY0" fmla="*/ 8808 h 3680688"/>
              <a:gd name="connsiteX1" fmla="*/ 4715075 w 4715921"/>
              <a:gd name="connsiteY1" fmla="*/ 0 h 3680688"/>
              <a:gd name="connsiteX2" fmla="*/ 4715076 w 4715921"/>
              <a:gd name="connsiteY2" fmla="*/ 3680688 h 3680688"/>
              <a:gd name="connsiteX3" fmla="*/ 471069 w 4715921"/>
              <a:gd name="connsiteY3" fmla="*/ 3678203 h 3680688"/>
              <a:gd name="connsiteX4" fmla="*/ 575515 w 4715921"/>
              <a:gd name="connsiteY4" fmla="*/ 8808 h 3680688"/>
              <a:gd name="connsiteX0" fmla="*/ 587738 w 4728144"/>
              <a:gd name="connsiteY0" fmla="*/ 8808 h 3680688"/>
              <a:gd name="connsiteX1" fmla="*/ 4727298 w 4728144"/>
              <a:gd name="connsiteY1" fmla="*/ 0 h 3680688"/>
              <a:gd name="connsiteX2" fmla="*/ 4727299 w 4728144"/>
              <a:gd name="connsiteY2" fmla="*/ 3680688 h 3680688"/>
              <a:gd name="connsiteX3" fmla="*/ 483292 w 4728144"/>
              <a:gd name="connsiteY3" fmla="*/ 3678203 h 3680688"/>
              <a:gd name="connsiteX4" fmla="*/ 587738 w 4728144"/>
              <a:gd name="connsiteY4" fmla="*/ 8808 h 3680688"/>
              <a:gd name="connsiteX0" fmla="*/ 592227 w 4732633"/>
              <a:gd name="connsiteY0" fmla="*/ 8808 h 3680688"/>
              <a:gd name="connsiteX1" fmla="*/ 4731787 w 4732633"/>
              <a:gd name="connsiteY1" fmla="*/ 0 h 3680688"/>
              <a:gd name="connsiteX2" fmla="*/ 4731788 w 4732633"/>
              <a:gd name="connsiteY2" fmla="*/ 3680688 h 3680688"/>
              <a:gd name="connsiteX3" fmla="*/ 487781 w 4732633"/>
              <a:gd name="connsiteY3" fmla="*/ 3678203 h 3680688"/>
              <a:gd name="connsiteX4" fmla="*/ 592227 w 4732633"/>
              <a:gd name="connsiteY4" fmla="*/ 8808 h 3680688"/>
              <a:gd name="connsiteX0" fmla="*/ 590793 w 4734538"/>
              <a:gd name="connsiteY0" fmla="*/ 2174 h 3680688"/>
              <a:gd name="connsiteX1" fmla="*/ 4733692 w 4734538"/>
              <a:gd name="connsiteY1" fmla="*/ 0 h 3680688"/>
              <a:gd name="connsiteX2" fmla="*/ 4733693 w 4734538"/>
              <a:gd name="connsiteY2" fmla="*/ 3680688 h 3680688"/>
              <a:gd name="connsiteX3" fmla="*/ 489686 w 4734538"/>
              <a:gd name="connsiteY3" fmla="*/ 3678203 h 3680688"/>
              <a:gd name="connsiteX4" fmla="*/ 590793 w 4734538"/>
              <a:gd name="connsiteY4" fmla="*/ 2174 h 3680688"/>
              <a:gd name="connsiteX0" fmla="*/ 598022 w 4725068"/>
              <a:gd name="connsiteY0" fmla="*/ 0 h 3681831"/>
              <a:gd name="connsiteX1" fmla="*/ 4724222 w 4725068"/>
              <a:gd name="connsiteY1" fmla="*/ 1143 h 3681831"/>
              <a:gd name="connsiteX2" fmla="*/ 4724223 w 4725068"/>
              <a:gd name="connsiteY2" fmla="*/ 3681831 h 3681831"/>
              <a:gd name="connsiteX3" fmla="*/ 480216 w 4725068"/>
              <a:gd name="connsiteY3" fmla="*/ 3679346 h 3681831"/>
              <a:gd name="connsiteX4" fmla="*/ 598022 w 4725068"/>
              <a:gd name="connsiteY4" fmla="*/ 0 h 3681831"/>
              <a:gd name="connsiteX0" fmla="*/ 598022 w 4725068"/>
              <a:gd name="connsiteY0" fmla="*/ 0 h 3685148"/>
              <a:gd name="connsiteX1" fmla="*/ 4724222 w 4725068"/>
              <a:gd name="connsiteY1" fmla="*/ 4460 h 3685148"/>
              <a:gd name="connsiteX2" fmla="*/ 4724223 w 4725068"/>
              <a:gd name="connsiteY2" fmla="*/ 3685148 h 3685148"/>
              <a:gd name="connsiteX3" fmla="*/ 480216 w 4725068"/>
              <a:gd name="connsiteY3" fmla="*/ 3682663 h 3685148"/>
              <a:gd name="connsiteX4" fmla="*/ 598022 w 4725068"/>
              <a:gd name="connsiteY4" fmla="*/ 0 h 3685148"/>
              <a:gd name="connsiteX0" fmla="*/ 596565 w 4726950"/>
              <a:gd name="connsiteY0" fmla="*/ 2174 h 3680688"/>
              <a:gd name="connsiteX1" fmla="*/ 4726104 w 4726950"/>
              <a:gd name="connsiteY1" fmla="*/ 0 h 3680688"/>
              <a:gd name="connsiteX2" fmla="*/ 4726105 w 4726950"/>
              <a:gd name="connsiteY2" fmla="*/ 3680688 h 3680688"/>
              <a:gd name="connsiteX3" fmla="*/ 482098 w 4726950"/>
              <a:gd name="connsiteY3" fmla="*/ 3678203 h 3680688"/>
              <a:gd name="connsiteX4" fmla="*/ 596565 w 4726950"/>
              <a:gd name="connsiteY4" fmla="*/ 2174 h 3680688"/>
              <a:gd name="connsiteX0" fmla="*/ 600621 w 4731006"/>
              <a:gd name="connsiteY0" fmla="*/ 2174 h 3680688"/>
              <a:gd name="connsiteX1" fmla="*/ 4730160 w 4731006"/>
              <a:gd name="connsiteY1" fmla="*/ 0 h 3680688"/>
              <a:gd name="connsiteX2" fmla="*/ 4730161 w 4731006"/>
              <a:gd name="connsiteY2" fmla="*/ 3680688 h 3680688"/>
              <a:gd name="connsiteX3" fmla="*/ 486154 w 4731006"/>
              <a:gd name="connsiteY3" fmla="*/ 3678203 h 3680688"/>
              <a:gd name="connsiteX4" fmla="*/ 600621 w 4731006"/>
              <a:gd name="connsiteY4" fmla="*/ 2174 h 3680688"/>
              <a:gd name="connsiteX0" fmla="*/ 599177 w 4729562"/>
              <a:gd name="connsiteY0" fmla="*/ 2174 h 3688155"/>
              <a:gd name="connsiteX1" fmla="*/ 4728716 w 4729562"/>
              <a:gd name="connsiteY1" fmla="*/ 0 h 3688155"/>
              <a:gd name="connsiteX2" fmla="*/ 4728717 w 4729562"/>
              <a:gd name="connsiteY2" fmla="*/ 3680688 h 3688155"/>
              <a:gd name="connsiteX3" fmla="*/ 488050 w 4729562"/>
              <a:gd name="connsiteY3" fmla="*/ 3688155 h 3688155"/>
              <a:gd name="connsiteX4" fmla="*/ 599177 w 4729562"/>
              <a:gd name="connsiteY4" fmla="*/ 2174 h 3688155"/>
              <a:gd name="connsiteX0" fmla="*/ 599177 w 4729562"/>
              <a:gd name="connsiteY0" fmla="*/ 0 h 3685981"/>
              <a:gd name="connsiteX1" fmla="*/ 4728716 w 4729562"/>
              <a:gd name="connsiteY1" fmla="*/ 1143 h 3685981"/>
              <a:gd name="connsiteX2" fmla="*/ 4728717 w 4729562"/>
              <a:gd name="connsiteY2" fmla="*/ 3678514 h 3685981"/>
              <a:gd name="connsiteX3" fmla="*/ 488050 w 4729562"/>
              <a:gd name="connsiteY3" fmla="*/ 3685981 h 3685981"/>
              <a:gd name="connsiteX4" fmla="*/ 599177 w 4729562"/>
              <a:gd name="connsiteY4" fmla="*/ 0 h 3685981"/>
              <a:gd name="connsiteX0" fmla="*/ 596303 w 4733367"/>
              <a:gd name="connsiteY0" fmla="*/ 5491 h 3684838"/>
              <a:gd name="connsiteX1" fmla="*/ 4732521 w 4733367"/>
              <a:gd name="connsiteY1" fmla="*/ 0 h 3684838"/>
              <a:gd name="connsiteX2" fmla="*/ 4732522 w 4733367"/>
              <a:gd name="connsiteY2" fmla="*/ 3677371 h 3684838"/>
              <a:gd name="connsiteX3" fmla="*/ 491855 w 4733367"/>
              <a:gd name="connsiteY3" fmla="*/ 3684838 h 3684838"/>
              <a:gd name="connsiteX4" fmla="*/ 596303 w 4733367"/>
              <a:gd name="connsiteY4" fmla="*/ 5491 h 3684838"/>
              <a:gd name="connsiteX0" fmla="*/ 596303 w 4733367"/>
              <a:gd name="connsiteY0" fmla="*/ 5491 h 3684838"/>
              <a:gd name="connsiteX1" fmla="*/ 4732521 w 4733367"/>
              <a:gd name="connsiteY1" fmla="*/ 0 h 3684838"/>
              <a:gd name="connsiteX2" fmla="*/ 4732522 w 4733367"/>
              <a:gd name="connsiteY2" fmla="*/ 3677371 h 3684838"/>
              <a:gd name="connsiteX3" fmla="*/ 491855 w 4733367"/>
              <a:gd name="connsiteY3" fmla="*/ 3684838 h 3684838"/>
              <a:gd name="connsiteX4" fmla="*/ 596303 w 4733367"/>
              <a:gd name="connsiteY4" fmla="*/ 5491 h 3684838"/>
              <a:gd name="connsiteX0" fmla="*/ 594875 w 4735279"/>
              <a:gd name="connsiteY0" fmla="*/ 2174 h 3684838"/>
              <a:gd name="connsiteX1" fmla="*/ 4734433 w 4735279"/>
              <a:gd name="connsiteY1" fmla="*/ 0 h 3684838"/>
              <a:gd name="connsiteX2" fmla="*/ 4734434 w 4735279"/>
              <a:gd name="connsiteY2" fmla="*/ 3677371 h 3684838"/>
              <a:gd name="connsiteX3" fmla="*/ 493767 w 4735279"/>
              <a:gd name="connsiteY3" fmla="*/ 3684838 h 3684838"/>
              <a:gd name="connsiteX4" fmla="*/ 594875 w 4735279"/>
              <a:gd name="connsiteY4" fmla="*/ 2174 h 3684838"/>
              <a:gd name="connsiteX0" fmla="*/ 594875 w 4735279"/>
              <a:gd name="connsiteY0" fmla="*/ 2174 h 3684838"/>
              <a:gd name="connsiteX1" fmla="*/ 4734433 w 4735279"/>
              <a:gd name="connsiteY1" fmla="*/ 0 h 3684838"/>
              <a:gd name="connsiteX2" fmla="*/ 4734434 w 4735279"/>
              <a:gd name="connsiteY2" fmla="*/ 3677371 h 3684838"/>
              <a:gd name="connsiteX3" fmla="*/ 493767 w 4735279"/>
              <a:gd name="connsiteY3" fmla="*/ 3684838 h 3684838"/>
              <a:gd name="connsiteX4" fmla="*/ 594875 w 4735279"/>
              <a:gd name="connsiteY4" fmla="*/ 2174 h 3684838"/>
              <a:gd name="connsiteX0" fmla="*/ 594875 w 4735279"/>
              <a:gd name="connsiteY0" fmla="*/ 5491 h 3684838"/>
              <a:gd name="connsiteX1" fmla="*/ 4734433 w 4735279"/>
              <a:gd name="connsiteY1" fmla="*/ 0 h 3684838"/>
              <a:gd name="connsiteX2" fmla="*/ 4734434 w 4735279"/>
              <a:gd name="connsiteY2" fmla="*/ 3677371 h 3684838"/>
              <a:gd name="connsiteX3" fmla="*/ 493767 w 4735279"/>
              <a:gd name="connsiteY3" fmla="*/ 3684838 h 3684838"/>
              <a:gd name="connsiteX4" fmla="*/ 594875 w 4735279"/>
              <a:gd name="connsiteY4" fmla="*/ 5491 h 3684838"/>
              <a:gd name="connsiteX0" fmla="*/ 596304 w 4733368"/>
              <a:gd name="connsiteY0" fmla="*/ 2174 h 3684838"/>
              <a:gd name="connsiteX1" fmla="*/ 4732522 w 4733368"/>
              <a:gd name="connsiteY1" fmla="*/ 0 h 3684838"/>
              <a:gd name="connsiteX2" fmla="*/ 4732523 w 4733368"/>
              <a:gd name="connsiteY2" fmla="*/ 3677371 h 3684838"/>
              <a:gd name="connsiteX3" fmla="*/ 491856 w 4733368"/>
              <a:gd name="connsiteY3" fmla="*/ 3684838 h 3684838"/>
              <a:gd name="connsiteX4" fmla="*/ 596304 w 4733368"/>
              <a:gd name="connsiteY4" fmla="*/ 2174 h 3684838"/>
              <a:gd name="connsiteX0" fmla="*/ 596304 w 4733368"/>
              <a:gd name="connsiteY0" fmla="*/ 5491 h 3684838"/>
              <a:gd name="connsiteX1" fmla="*/ 4732522 w 4733368"/>
              <a:gd name="connsiteY1" fmla="*/ 0 h 3684838"/>
              <a:gd name="connsiteX2" fmla="*/ 4732523 w 4733368"/>
              <a:gd name="connsiteY2" fmla="*/ 3677371 h 3684838"/>
              <a:gd name="connsiteX3" fmla="*/ 491856 w 4733368"/>
              <a:gd name="connsiteY3" fmla="*/ 3684838 h 3684838"/>
              <a:gd name="connsiteX4" fmla="*/ 596304 w 4733368"/>
              <a:gd name="connsiteY4" fmla="*/ 5491 h 3684838"/>
              <a:gd name="connsiteX0" fmla="*/ 594875 w 4735279"/>
              <a:gd name="connsiteY0" fmla="*/ 5491 h 3684838"/>
              <a:gd name="connsiteX1" fmla="*/ 4734433 w 4735279"/>
              <a:gd name="connsiteY1" fmla="*/ 0 h 3684838"/>
              <a:gd name="connsiteX2" fmla="*/ 4734434 w 4735279"/>
              <a:gd name="connsiteY2" fmla="*/ 3677371 h 3684838"/>
              <a:gd name="connsiteX3" fmla="*/ 493767 w 4735279"/>
              <a:gd name="connsiteY3" fmla="*/ 3684838 h 3684838"/>
              <a:gd name="connsiteX4" fmla="*/ 594875 w 4735279"/>
              <a:gd name="connsiteY4" fmla="*/ 5491 h 3684838"/>
              <a:gd name="connsiteX0" fmla="*/ 596304 w 4733368"/>
              <a:gd name="connsiteY0" fmla="*/ 2174 h 3684838"/>
              <a:gd name="connsiteX1" fmla="*/ 4732522 w 4733368"/>
              <a:gd name="connsiteY1" fmla="*/ 0 h 3684838"/>
              <a:gd name="connsiteX2" fmla="*/ 4732523 w 4733368"/>
              <a:gd name="connsiteY2" fmla="*/ 3677371 h 3684838"/>
              <a:gd name="connsiteX3" fmla="*/ 491856 w 4733368"/>
              <a:gd name="connsiteY3" fmla="*/ 3684838 h 3684838"/>
              <a:gd name="connsiteX4" fmla="*/ 596304 w 4733368"/>
              <a:gd name="connsiteY4" fmla="*/ 2174 h 3684838"/>
              <a:gd name="connsiteX0" fmla="*/ 585455 w 4722519"/>
              <a:gd name="connsiteY0" fmla="*/ 2174 h 3684838"/>
              <a:gd name="connsiteX1" fmla="*/ 4721673 w 4722519"/>
              <a:gd name="connsiteY1" fmla="*/ 0 h 3684838"/>
              <a:gd name="connsiteX2" fmla="*/ 4721674 w 4722519"/>
              <a:gd name="connsiteY2" fmla="*/ 3677371 h 3684838"/>
              <a:gd name="connsiteX3" fmla="*/ 481007 w 4722519"/>
              <a:gd name="connsiteY3" fmla="*/ 3684838 h 3684838"/>
              <a:gd name="connsiteX4" fmla="*/ 585455 w 4722519"/>
              <a:gd name="connsiteY4" fmla="*/ 2174 h 3684838"/>
              <a:gd name="connsiteX0" fmla="*/ 593586 w 4730650"/>
              <a:gd name="connsiteY0" fmla="*/ 2174 h 3684838"/>
              <a:gd name="connsiteX1" fmla="*/ 4729804 w 4730650"/>
              <a:gd name="connsiteY1" fmla="*/ 0 h 3684838"/>
              <a:gd name="connsiteX2" fmla="*/ 4729805 w 4730650"/>
              <a:gd name="connsiteY2" fmla="*/ 3677371 h 3684838"/>
              <a:gd name="connsiteX3" fmla="*/ 489138 w 4730650"/>
              <a:gd name="connsiteY3" fmla="*/ 3684838 h 3684838"/>
              <a:gd name="connsiteX4" fmla="*/ 593586 w 4730650"/>
              <a:gd name="connsiteY4" fmla="*/ 2174 h 3684838"/>
              <a:gd name="connsiteX0" fmla="*/ 593586 w 4736932"/>
              <a:gd name="connsiteY0" fmla="*/ 2174 h 3687322"/>
              <a:gd name="connsiteX1" fmla="*/ 4729804 w 4736932"/>
              <a:gd name="connsiteY1" fmla="*/ 0 h 3687322"/>
              <a:gd name="connsiteX2" fmla="*/ 4736485 w 4736932"/>
              <a:gd name="connsiteY2" fmla="*/ 3687322 h 3687322"/>
              <a:gd name="connsiteX3" fmla="*/ 489138 w 4736932"/>
              <a:gd name="connsiteY3" fmla="*/ 3684838 h 3687322"/>
              <a:gd name="connsiteX4" fmla="*/ 593586 w 4736932"/>
              <a:gd name="connsiteY4" fmla="*/ 2174 h 3687322"/>
              <a:gd name="connsiteX0" fmla="*/ 593586 w 4739824"/>
              <a:gd name="connsiteY0" fmla="*/ 2174 h 3687322"/>
              <a:gd name="connsiteX1" fmla="*/ 4739824 w 4739824"/>
              <a:gd name="connsiteY1" fmla="*/ 0 h 3687322"/>
              <a:gd name="connsiteX2" fmla="*/ 4736485 w 4739824"/>
              <a:gd name="connsiteY2" fmla="*/ 3687322 h 3687322"/>
              <a:gd name="connsiteX3" fmla="*/ 489138 w 4739824"/>
              <a:gd name="connsiteY3" fmla="*/ 3684838 h 3687322"/>
              <a:gd name="connsiteX4" fmla="*/ 593586 w 4739824"/>
              <a:gd name="connsiteY4" fmla="*/ 2174 h 368732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4739824" h="3687322">
                <a:moveTo>
                  <a:pt x="593586" y="2174"/>
                </a:moveTo>
                <a:lnTo>
                  <a:pt x="4739824" y="0"/>
                </a:lnTo>
                <a:cubicBezTo>
                  <a:pt x="4736893" y="1360600"/>
                  <a:pt x="4739416" y="2326722"/>
                  <a:pt x="4736485" y="3687322"/>
                </a:cubicBezTo>
                <a:lnTo>
                  <a:pt x="489138" y="3684838"/>
                </a:lnTo>
                <a:cubicBezTo>
                  <a:pt x="18231" y="2928543"/>
                  <a:pt x="-365842" y="1442490"/>
                  <a:pt x="593586" y="2174"/>
                </a:cubicBezTo>
                <a:close/>
              </a:path>
            </a:pathLst>
          </a:custGeom>
        </p:spPr>
      </p:pic>
    </p:spTree>
    <p:extLst>
      <p:ext uri="{BB962C8B-B14F-4D97-AF65-F5344CB8AC3E}">
        <p14:creationId xmlns:p14="http://schemas.microsoft.com/office/powerpoint/2010/main" val="57105600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hoto 2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Placeholder 7">
            <a:extLst>
              <a:ext uri="{FF2B5EF4-FFF2-40B4-BE49-F238E27FC236}">
                <a16:creationId xmlns:a16="http://schemas.microsoft.com/office/drawing/2014/main" id="{742738C1-054C-39F1-9C4E-05BF9C433190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rcRect l="262" r="262"/>
          <a:stretch/>
        </p:blipFill>
        <p:spPr>
          <a:xfrm>
            <a:off x="4646746" y="1622848"/>
            <a:ext cx="4505976" cy="3529382"/>
          </a:xfrm>
          <a:custGeom>
            <a:avLst/>
            <a:gdLst>
              <a:gd name="connsiteX0" fmla="*/ 0 w 4115581"/>
              <a:gd name="connsiteY0" fmla="*/ 0 h 4073007"/>
              <a:gd name="connsiteX1" fmla="*/ 4115581 w 4115581"/>
              <a:gd name="connsiteY1" fmla="*/ 0 h 4073007"/>
              <a:gd name="connsiteX2" fmla="*/ 4115581 w 4115581"/>
              <a:gd name="connsiteY2" fmla="*/ 4073007 h 4073007"/>
              <a:gd name="connsiteX3" fmla="*/ 0 w 4115581"/>
              <a:gd name="connsiteY3" fmla="*/ 4073007 h 4073007"/>
              <a:gd name="connsiteX4" fmla="*/ 0 w 4115581"/>
              <a:gd name="connsiteY4" fmla="*/ 0 h 4073007"/>
              <a:gd name="connsiteX0" fmla="*/ 429846 w 4545427"/>
              <a:gd name="connsiteY0" fmla="*/ 0 h 4073007"/>
              <a:gd name="connsiteX1" fmla="*/ 4545427 w 4545427"/>
              <a:gd name="connsiteY1" fmla="*/ 0 h 4073007"/>
              <a:gd name="connsiteX2" fmla="*/ 4545427 w 4545427"/>
              <a:gd name="connsiteY2" fmla="*/ 4073007 h 4073007"/>
              <a:gd name="connsiteX3" fmla="*/ 429846 w 4545427"/>
              <a:gd name="connsiteY3" fmla="*/ 4073007 h 4073007"/>
              <a:gd name="connsiteX4" fmla="*/ 429846 w 4545427"/>
              <a:gd name="connsiteY4" fmla="*/ 0 h 4073007"/>
              <a:gd name="connsiteX0" fmla="*/ 563853 w 4679434"/>
              <a:gd name="connsiteY0" fmla="*/ 0 h 4073007"/>
              <a:gd name="connsiteX1" fmla="*/ 4679434 w 4679434"/>
              <a:gd name="connsiteY1" fmla="*/ 0 h 4073007"/>
              <a:gd name="connsiteX2" fmla="*/ 4679434 w 4679434"/>
              <a:gd name="connsiteY2" fmla="*/ 4073007 h 4073007"/>
              <a:gd name="connsiteX3" fmla="*/ 563853 w 4679434"/>
              <a:gd name="connsiteY3" fmla="*/ 4073007 h 4073007"/>
              <a:gd name="connsiteX4" fmla="*/ 563853 w 4679434"/>
              <a:gd name="connsiteY4" fmla="*/ 0 h 4073007"/>
              <a:gd name="connsiteX0" fmla="*/ 570773 w 4668769"/>
              <a:gd name="connsiteY0" fmla="*/ 0 h 4081799"/>
              <a:gd name="connsiteX1" fmla="*/ 4668769 w 4668769"/>
              <a:gd name="connsiteY1" fmla="*/ 8792 h 4081799"/>
              <a:gd name="connsiteX2" fmla="*/ 4668769 w 4668769"/>
              <a:gd name="connsiteY2" fmla="*/ 4081799 h 4081799"/>
              <a:gd name="connsiteX3" fmla="*/ 553188 w 4668769"/>
              <a:gd name="connsiteY3" fmla="*/ 4081799 h 4081799"/>
              <a:gd name="connsiteX4" fmla="*/ 570773 w 4668769"/>
              <a:gd name="connsiteY4" fmla="*/ 0 h 4081799"/>
              <a:gd name="connsiteX0" fmla="*/ 570773 w 4677561"/>
              <a:gd name="connsiteY0" fmla="*/ 1 h 4081800"/>
              <a:gd name="connsiteX1" fmla="*/ 4677561 w 4677561"/>
              <a:gd name="connsiteY1" fmla="*/ 0 h 4081800"/>
              <a:gd name="connsiteX2" fmla="*/ 4668769 w 4677561"/>
              <a:gd name="connsiteY2" fmla="*/ 4081800 h 4081800"/>
              <a:gd name="connsiteX3" fmla="*/ 553188 w 4677561"/>
              <a:gd name="connsiteY3" fmla="*/ 4081800 h 4081800"/>
              <a:gd name="connsiteX4" fmla="*/ 570773 w 4677561"/>
              <a:gd name="connsiteY4" fmla="*/ 1 h 4081800"/>
              <a:gd name="connsiteX0" fmla="*/ 599816 w 4706604"/>
              <a:gd name="connsiteY0" fmla="*/ 1 h 4081800"/>
              <a:gd name="connsiteX1" fmla="*/ 4706604 w 4706604"/>
              <a:gd name="connsiteY1" fmla="*/ 0 h 4081800"/>
              <a:gd name="connsiteX2" fmla="*/ 4697812 w 4706604"/>
              <a:gd name="connsiteY2" fmla="*/ 4081800 h 4081800"/>
              <a:gd name="connsiteX3" fmla="*/ 511892 w 4706604"/>
              <a:gd name="connsiteY3" fmla="*/ 3659769 h 4081800"/>
              <a:gd name="connsiteX4" fmla="*/ 599816 w 4706604"/>
              <a:gd name="connsiteY4" fmla="*/ 1 h 4081800"/>
              <a:gd name="connsiteX0" fmla="*/ 599816 w 4706604"/>
              <a:gd name="connsiteY0" fmla="*/ 1 h 3659769"/>
              <a:gd name="connsiteX1" fmla="*/ 4706604 w 4706604"/>
              <a:gd name="connsiteY1" fmla="*/ 0 h 3659769"/>
              <a:gd name="connsiteX2" fmla="*/ 4645059 w 4706604"/>
              <a:gd name="connsiteY2" fmla="*/ 3624600 h 3659769"/>
              <a:gd name="connsiteX3" fmla="*/ 511892 w 4706604"/>
              <a:gd name="connsiteY3" fmla="*/ 3659769 h 3659769"/>
              <a:gd name="connsiteX4" fmla="*/ 599816 w 4706604"/>
              <a:gd name="connsiteY4" fmla="*/ 1 h 3659769"/>
              <a:gd name="connsiteX0" fmla="*/ 599816 w 4707450"/>
              <a:gd name="connsiteY0" fmla="*/ 1 h 3659769"/>
              <a:gd name="connsiteX1" fmla="*/ 4706604 w 4707450"/>
              <a:gd name="connsiteY1" fmla="*/ 0 h 3659769"/>
              <a:gd name="connsiteX2" fmla="*/ 4706605 w 4707450"/>
              <a:gd name="connsiteY2" fmla="*/ 3650977 h 3659769"/>
              <a:gd name="connsiteX3" fmla="*/ 511892 w 4707450"/>
              <a:gd name="connsiteY3" fmla="*/ 3659769 h 3659769"/>
              <a:gd name="connsiteX4" fmla="*/ 599816 w 4707450"/>
              <a:gd name="connsiteY4" fmla="*/ 1 h 3659769"/>
              <a:gd name="connsiteX0" fmla="*/ 634214 w 4741848"/>
              <a:gd name="connsiteY0" fmla="*/ 1 h 3668316"/>
              <a:gd name="connsiteX1" fmla="*/ 4741002 w 4741848"/>
              <a:gd name="connsiteY1" fmla="*/ 0 h 3668316"/>
              <a:gd name="connsiteX2" fmla="*/ 4741003 w 4741848"/>
              <a:gd name="connsiteY2" fmla="*/ 3650977 h 3668316"/>
              <a:gd name="connsiteX3" fmla="*/ 469369 w 4741848"/>
              <a:gd name="connsiteY3" fmla="*/ 3668316 h 3668316"/>
              <a:gd name="connsiteX4" fmla="*/ 634214 w 4741848"/>
              <a:gd name="connsiteY4" fmla="*/ 1 h 3668316"/>
              <a:gd name="connsiteX0" fmla="*/ 642249 w 4732789"/>
              <a:gd name="connsiteY0" fmla="*/ 1 h 3668316"/>
              <a:gd name="connsiteX1" fmla="*/ 4731943 w 4732789"/>
              <a:gd name="connsiteY1" fmla="*/ 0 h 3668316"/>
              <a:gd name="connsiteX2" fmla="*/ 4731944 w 4732789"/>
              <a:gd name="connsiteY2" fmla="*/ 3650977 h 3668316"/>
              <a:gd name="connsiteX3" fmla="*/ 460310 w 4732789"/>
              <a:gd name="connsiteY3" fmla="*/ 3668316 h 3668316"/>
              <a:gd name="connsiteX4" fmla="*/ 642249 w 4732789"/>
              <a:gd name="connsiteY4" fmla="*/ 1 h 3668316"/>
              <a:gd name="connsiteX0" fmla="*/ 642249 w 4732789"/>
              <a:gd name="connsiteY0" fmla="*/ 1 h 3680688"/>
              <a:gd name="connsiteX1" fmla="*/ 4731943 w 4732789"/>
              <a:gd name="connsiteY1" fmla="*/ 0 h 3680688"/>
              <a:gd name="connsiteX2" fmla="*/ 4731944 w 4732789"/>
              <a:gd name="connsiteY2" fmla="*/ 3680688 h 3680688"/>
              <a:gd name="connsiteX3" fmla="*/ 460310 w 4732789"/>
              <a:gd name="connsiteY3" fmla="*/ 3668316 h 3680688"/>
              <a:gd name="connsiteX4" fmla="*/ 642249 w 4732789"/>
              <a:gd name="connsiteY4" fmla="*/ 1 h 3680688"/>
              <a:gd name="connsiteX0" fmla="*/ 642249 w 4732789"/>
              <a:gd name="connsiteY0" fmla="*/ 1 h 3681521"/>
              <a:gd name="connsiteX1" fmla="*/ 4731943 w 4732789"/>
              <a:gd name="connsiteY1" fmla="*/ 0 h 3681521"/>
              <a:gd name="connsiteX2" fmla="*/ 4731944 w 4732789"/>
              <a:gd name="connsiteY2" fmla="*/ 3680688 h 3681521"/>
              <a:gd name="connsiteX3" fmla="*/ 460310 w 4732789"/>
              <a:gd name="connsiteY3" fmla="*/ 3681521 h 3681521"/>
              <a:gd name="connsiteX4" fmla="*/ 642249 w 4732789"/>
              <a:gd name="connsiteY4" fmla="*/ 1 h 3681521"/>
              <a:gd name="connsiteX0" fmla="*/ 651938 w 4742478"/>
              <a:gd name="connsiteY0" fmla="*/ 1 h 3681521"/>
              <a:gd name="connsiteX1" fmla="*/ 4741632 w 4742478"/>
              <a:gd name="connsiteY1" fmla="*/ 0 h 3681521"/>
              <a:gd name="connsiteX2" fmla="*/ 4741633 w 4742478"/>
              <a:gd name="connsiteY2" fmla="*/ 3680688 h 3681521"/>
              <a:gd name="connsiteX3" fmla="*/ 469999 w 4742478"/>
              <a:gd name="connsiteY3" fmla="*/ 3681521 h 3681521"/>
              <a:gd name="connsiteX4" fmla="*/ 651938 w 4742478"/>
              <a:gd name="connsiteY4" fmla="*/ 1 h 3681521"/>
              <a:gd name="connsiteX0" fmla="*/ 651938 w 4742478"/>
              <a:gd name="connsiteY0" fmla="*/ 1 h 3681521"/>
              <a:gd name="connsiteX1" fmla="*/ 4741632 w 4742478"/>
              <a:gd name="connsiteY1" fmla="*/ 0 h 3681521"/>
              <a:gd name="connsiteX2" fmla="*/ 4741633 w 4742478"/>
              <a:gd name="connsiteY2" fmla="*/ 3680688 h 3681521"/>
              <a:gd name="connsiteX3" fmla="*/ 469999 w 4742478"/>
              <a:gd name="connsiteY3" fmla="*/ 3681521 h 3681521"/>
              <a:gd name="connsiteX4" fmla="*/ 651938 w 4742478"/>
              <a:gd name="connsiteY4" fmla="*/ 1 h 3681521"/>
              <a:gd name="connsiteX0" fmla="*/ 636661 w 4760368"/>
              <a:gd name="connsiteY0" fmla="*/ 5491 h 3681521"/>
              <a:gd name="connsiteX1" fmla="*/ 4759522 w 4760368"/>
              <a:gd name="connsiteY1" fmla="*/ 0 h 3681521"/>
              <a:gd name="connsiteX2" fmla="*/ 4759523 w 4760368"/>
              <a:gd name="connsiteY2" fmla="*/ 3680688 h 3681521"/>
              <a:gd name="connsiteX3" fmla="*/ 487889 w 4760368"/>
              <a:gd name="connsiteY3" fmla="*/ 3681521 h 3681521"/>
              <a:gd name="connsiteX4" fmla="*/ 636661 w 4760368"/>
              <a:gd name="connsiteY4" fmla="*/ 5491 h 3681521"/>
              <a:gd name="connsiteX0" fmla="*/ 629168 w 4769574"/>
              <a:gd name="connsiteY0" fmla="*/ 8808 h 3681521"/>
              <a:gd name="connsiteX1" fmla="*/ 4768728 w 4769574"/>
              <a:gd name="connsiteY1" fmla="*/ 0 h 3681521"/>
              <a:gd name="connsiteX2" fmla="*/ 4768729 w 4769574"/>
              <a:gd name="connsiteY2" fmla="*/ 3680688 h 3681521"/>
              <a:gd name="connsiteX3" fmla="*/ 497095 w 4769574"/>
              <a:gd name="connsiteY3" fmla="*/ 3681521 h 3681521"/>
              <a:gd name="connsiteX4" fmla="*/ 629168 w 4769574"/>
              <a:gd name="connsiteY4" fmla="*/ 8808 h 3681521"/>
              <a:gd name="connsiteX0" fmla="*/ 601494 w 4741900"/>
              <a:gd name="connsiteY0" fmla="*/ 8808 h 3684838"/>
              <a:gd name="connsiteX1" fmla="*/ 4741054 w 4741900"/>
              <a:gd name="connsiteY1" fmla="*/ 0 h 3684838"/>
              <a:gd name="connsiteX2" fmla="*/ 4741055 w 4741900"/>
              <a:gd name="connsiteY2" fmla="*/ 3680688 h 3684838"/>
              <a:gd name="connsiteX3" fmla="*/ 533787 w 4741900"/>
              <a:gd name="connsiteY3" fmla="*/ 3684838 h 3684838"/>
              <a:gd name="connsiteX4" fmla="*/ 601494 w 4741900"/>
              <a:gd name="connsiteY4" fmla="*/ 8808 h 3684838"/>
              <a:gd name="connsiteX0" fmla="*/ 617057 w 4757463"/>
              <a:gd name="connsiteY0" fmla="*/ 8808 h 3680688"/>
              <a:gd name="connsiteX1" fmla="*/ 4756617 w 4757463"/>
              <a:gd name="connsiteY1" fmla="*/ 0 h 3680688"/>
              <a:gd name="connsiteX2" fmla="*/ 4756618 w 4757463"/>
              <a:gd name="connsiteY2" fmla="*/ 3680688 h 3680688"/>
              <a:gd name="connsiteX3" fmla="*/ 512611 w 4757463"/>
              <a:gd name="connsiteY3" fmla="*/ 3678203 h 3680688"/>
              <a:gd name="connsiteX4" fmla="*/ 617057 w 4757463"/>
              <a:gd name="connsiteY4" fmla="*/ 8808 h 3680688"/>
              <a:gd name="connsiteX0" fmla="*/ 602464 w 4742870"/>
              <a:gd name="connsiteY0" fmla="*/ 8808 h 3680688"/>
              <a:gd name="connsiteX1" fmla="*/ 4742024 w 4742870"/>
              <a:gd name="connsiteY1" fmla="*/ 0 h 3680688"/>
              <a:gd name="connsiteX2" fmla="*/ 4742025 w 4742870"/>
              <a:gd name="connsiteY2" fmla="*/ 3680688 h 3680688"/>
              <a:gd name="connsiteX3" fmla="*/ 498018 w 4742870"/>
              <a:gd name="connsiteY3" fmla="*/ 3678203 h 3680688"/>
              <a:gd name="connsiteX4" fmla="*/ 602464 w 4742870"/>
              <a:gd name="connsiteY4" fmla="*/ 8808 h 3680688"/>
              <a:gd name="connsiteX0" fmla="*/ 586378 w 4726784"/>
              <a:gd name="connsiteY0" fmla="*/ 8808 h 3680688"/>
              <a:gd name="connsiteX1" fmla="*/ 4725938 w 4726784"/>
              <a:gd name="connsiteY1" fmla="*/ 0 h 3680688"/>
              <a:gd name="connsiteX2" fmla="*/ 4725939 w 4726784"/>
              <a:gd name="connsiteY2" fmla="*/ 3680688 h 3680688"/>
              <a:gd name="connsiteX3" fmla="*/ 481932 w 4726784"/>
              <a:gd name="connsiteY3" fmla="*/ 3678203 h 3680688"/>
              <a:gd name="connsiteX4" fmla="*/ 586378 w 4726784"/>
              <a:gd name="connsiteY4" fmla="*/ 8808 h 3680688"/>
              <a:gd name="connsiteX0" fmla="*/ 575515 w 4715921"/>
              <a:gd name="connsiteY0" fmla="*/ 8808 h 3680688"/>
              <a:gd name="connsiteX1" fmla="*/ 4715075 w 4715921"/>
              <a:gd name="connsiteY1" fmla="*/ 0 h 3680688"/>
              <a:gd name="connsiteX2" fmla="*/ 4715076 w 4715921"/>
              <a:gd name="connsiteY2" fmla="*/ 3680688 h 3680688"/>
              <a:gd name="connsiteX3" fmla="*/ 471069 w 4715921"/>
              <a:gd name="connsiteY3" fmla="*/ 3678203 h 3680688"/>
              <a:gd name="connsiteX4" fmla="*/ 575515 w 4715921"/>
              <a:gd name="connsiteY4" fmla="*/ 8808 h 3680688"/>
              <a:gd name="connsiteX0" fmla="*/ 587738 w 4728144"/>
              <a:gd name="connsiteY0" fmla="*/ 8808 h 3680688"/>
              <a:gd name="connsiteX1" fmla="*/ 4727298 w 4728144"/>
              <a:gd name="connsiteY1" fmla="*/ 0 h 3680688"/>
              <a:gd name="connsiteX2" fmla="*/ 4727299 w 4728144"/>
              <a:gd name="connsiteY2" fmla="*/ 3680688 h 3680688"/>
              <a:gd name="connsiteX3" fmla="*/ 483292 w 4728144"/>
              <a:gd name="connsiteY3" fmla="*/ 3678203 h 3680688"/>
              <a:gd name="connsiteX4" fmla="*/ 587738 w 4728144"/>
              <a:gd name="connsiteY4" fmla="*/ 8808 h 3680688"/>
              <a:gd name="connsiteX0" fmla="*/ 592227 w 4732633"/>
              <a:gd name="connsiteY0" fmla="*/ 8808 h 3680688"/>
              <a:gd name="connsiteX1" fmla="*/ 4731787 w 4732633"/>
              <a:gd name="connsiteY1" fmla="*/ 0 h 3680688"/>
              <a:gd name="connsiteX2" fmla="*/ 4731788 w 4732633"/>
              <a:gd name="connsiteY2" fmla="*/ 3680688 h 3680688"/>
              <a:gd name="connsiteX3" fmla="*/ 487781 w 4732633"/>
              <a:gd name="connsiteY3" fmla="*/ 3678203 h 3680688"/>
              <a:gd name="connsiteX4" fmla="*/ 592227 w 4732633"/>
              <a:gd name="connsiteY4" fmla="*/ 8808 h 3680688"/>
              <a:gd name="connsiteX0" fmla="*/ 590793 w 4734538"/>
              <a:gd name="connsiteY0" fmla="*/ 2174 h 3680688"/>
              <a:gd name="connsiteX1" fmla="*/ 4733692 w 4734538"/>
              <a:gd name="connsiteY1" fmla="*/ 0 h 3680688"/>
              <a:gd name="connsiteX2" fmla="*/ 4733693 w 4734538"/>
              <a:gd name="connsiteY2" fmla="*/ 3680688 h 3680688"/>
              <a:gd name="connsiteX3" fmla="*/ 489686 w 4734538"/>
              <a:gd name="connsiteY3" fmla="*/ 3678203 h 3680688"/>
              <a:gd name="connsiteX4" fmla="*/ 590793 w 4734538"/>
              <a:gd name="connsiteY4" fmla="*/ 2174 h 3680688"/>
              <a:gd name="connsiteX0" fmla="*/ 598022 w 4725068"/>
              <a:gd name="connsiteY0" fmla="*/ 0 h 3681831"/>
              <a:gd name="connsiteX1" fmla="*/ 4724222 w 4725068"/>
              <a:gd name="connsiteY1" fmla="*/ 1143 h 3681831"/>
              <a:gd name="connsiteX2" fmla="*/ 4724223 w 4725068"/>
              <a:gd name="connsiteY2" fmla="*/ 3681831 h 3681831"/>
              <a:gd name="connsiteX3" fmla="*/ 480216 w 4725068"/>
              <a:gd name="connsiteY3" fmla="*/ 3679346 h 3681831"/>
              <a:gd name="connsiteX4" fmla="*/ 598022 w 4725068"/>
              <a:gd name="connsiteY4" fmla="*/ 0 h 3681831"/>
              <a:gd name="connsiteX0" fmla="*/ 598022 w 4725068"/>
              <a:gd name="connsiteY0" fmla="*/ 0 h 3685148"/>
              <a:gd name="connsiteX1" fmla="*/ 4724222 w 4725068"/>
              <a:gd name="connsiteY1" fmla="*/ 4460 h 3685148"/>
              <a:gd name="connsiteX2" fmla="*/ 4724223 w 4725068"/>
              <a:gd name="connsiteY2" fmla="*/ 3685148 h 3685148"/>
              <a:gd name="connsiteX3" fmla="*/ 480216 w 4725068"/>
              <a:gd name="connsiteY3" fmla="*/ 3682663 h 3685148"/>
              <a:gd name="connsiteX4" fmla="*/ 598022 w 4725068"/>
              <a:gd name="connsiteY4" fmla="*/ 0 h 3685148"/>
              <a:gd name="connsiteX0" fmla="*/ 596565 w 4726950"/>
              <a:gd name="connsiteY0" fmla="*/ 2174 h 3680688"/>
              <a:gd name="connsiteX1" fmla="*/ 4726104 w 4726950"/>
              <a:gd name="connsiteY1" fmla="*/ 0 h 3680688"/>
              <a:gd name="connsiteX2" fmla="*/ 4726105 w 4726950"/>
              <a:gd name="connsiteY2" fmla="*/ 3680688 h 3680688"/>
              <a:gd name="connsiteX3" fmla="*/ 482098 w 4726950"/>
              <a:gd name="connsiteY3" fmla="*/ 3678203 h 3680688"/>
              <a:gd name="connsiteX4" fmla="*/ 596565 w 4726950"/>
              <a:gd name="connsiteY4" fmla="*/ 2174 h 3680688"/>
              <a:gd name="connsiteX0" fmla="*/ 600621 w 4731006"/>
              <a:gd name="connsiteY0" fmla="*/ 2174 h 3680688"/>
              <a:gd name="connsiteX1" fmla="*/ 4730160 w 4731006"/>
              <a:gd name="connsiteY1" fmla="*/ 0 h 3680688"/>
              <a:gd name="connsiteX2" fmla="*/ 4730161 w 4731006"/>
              <a:gd name="connsiteY2" fmla="*/ 3680688 h 3680688"/>
              <a:gd name="connsiteX3" fmla="*/ 486154 w 4731006"/>
              <a:gd name="connsiteY3" fmla="*/ 3678203 h 3680688"/>
              <a:gd name="connsiteX4" fmla="*/ 600621 w 4731006"/>
              <a:gd name="connsiteY4" fmla="*/ 2174 h 3680688"/>
              <a:gd name="connsiteX0" fmla="*/ 599177 w 4729562"/>
              <a:gd name="connsiteY0" fmla="*/ 2174 h 3688155"/>
              <a:gd name="connsiteX1" fmla="*/ 4728716 w 4729562"/>
              <a:gd name="connsiteY1" fmla="*/ 0 h 3688155"/>
              <a:gd name="connsiteX2" fmla="*/ 4728717 w 4729562"/>
              <a:gd name="connsiteY2" fmla="*/ 3680688 h 3688155"/>
              <a:gd name="connsiteX3" fmla="*/ 488050 w 4729562"/>
              <a:gd name="connsiteY3" fmla="*/ 3688155 h 3688155"/>
              <a:gd name="connsiteX4" fmla="*/ 599177 w 4729562"/>
              <a:gd name="connsiteY4" fmla="*/ 2174 h 3688155"/>
              <a:gd name="connsiteX0" fmla="*/ 599177 w 4729562"/>
              <a:gd name="connsiteY0" fmla="*/ 0 h 3685981"/>
              <a:gd name="connsiteX1" fmla="*/ 4728716 w 4729562"/>
              <a:gd name="connsiteY1" fmla="*/ 1143 h 3685981"/>
              <a:gd name="connsiteX2" fmla="*/ 4728717 w 4729562"/>
              <a:gd name="connsiteY2" fmla="*/ 3678514 h 3685981"/>
              <a:gd name="connsiteX3" fmla="*/ 488050 w 4729562"/>
              <a:gd name="connsiteY3" fmla="*/ 3685981 h 3685981"/>
              <a:gd name="connsiteX4" fmla="*/ 599177 w 4729562"/>
              <a:gd name="connsiteY4" fmla="*/ 0 h 3685981"/>
              <a:gd name="connsiteX0" fmla="*/ 596303 w 4733367"/>
              <a:gd name="connsiteY0" fmla="*/ 5491 h 3684838"/>
              <a:gd name="connsiteX1" fmla="*/ 4732521 w 4733367"/>
              <a:gd name="connsiteY1" fmla="*/ 0 h 3684838"/>
              <a:gd name="connsiteX2" fmla="*/ 4732522 w 4733367"/>
              <a:gd name="connsiteY2" fmla="*/ 3677371 h 3684838"/>
              <a:gd name="connsiteX3" fmla="*/ 491855 w 4733367"/>
              <a:gd name="connsiteY3" fmla="*/ 3684838 h 3684838"/>
              <a:gd name="connsiteX4" fmla="*/ 596303 w 4733367"/>
              <a:gd name="connsiteY4" fmla="*/ 5491 h 3684838"/>
              <a:gd name="connsiteX0" fmla="*/ 596303 w 4733367"/>
              <a:gd name="connsiteY0" fmla="*/ 5491 h 3684838"/>
              <a:gd name="connsiteX1" fmla="*/ 4732521 w 4733367"/>
              <a:gd name="connsiteY1" fmla="*/ 0 h 3684838"/>
              <a:gd name="connsiteX2" fmla="*/ 4732522 w 4733367"/>
              <a:gd name="connsiteY2" fmla="*/ 3677371 h 3684838"/>
              <a:gd name="connsiteX3" fmla="*/ 491855 w 4733367"/>
              <a:gd name="connsiteY3" fmla="*/ 3684838 h 3684838"/>
              <a:gd name="connsiteX4" fmla="*/ 596303 w 4733367"/>
              <a:gd name="connsiteY4" fmla="*/ 5491 h 3684838"/>
              <a:gd name="connsiteX0" fmla="*/ 594875 w 4735279"/>
              <a:gd name="connsiteY0" fmla="*/ 2174 h 3684838"/>
              <a:gd name="connsiteX1" fmla="*/ 4734433 w 4735279"/>
              <a:gd name="connsiteY1" fmla="*/ 0 h 3684838"/>
              <a:gd name="connsiteX2" fmla="*/ 4734434 w 4735279"/>
              <a:gd name="connsiteY2" fmla="*/ 3677371 h 3684838"/>
              <a:gd name="connsiteX3" fmla="*/ 493767 w 4735279"/>
              <a:gd name="connsiteY3" fmla="*/ 3684838 h 3684838"/>
              <a:gd name="connsiteX4" fmla="*/ 594875 w 4735279"/>
              <a:gd name="connsiteY4" fmla="*/ 2174 h 3684838"/>
              <a:gd name="connsiteX0" fmla="*/ 594875 w 4735279"/>
              <a:gd name="connsiteY0" fmla="*/ 2174 h 3684838"/>
              <a:gd name="connsiteX1" fmla="*/ 4734433 w 4735279"/>
              <a:gd name="connsiteY1" fmla="*/ 0 h 3684838"/>
              <a:gd name="connsiteX2" fmla="*/ 4734434 w 4735279"/>
              <a:gd name="connsiteY2" fmla="*/ 3677371 h 3684838"/>
              <a:gd name="connsiteX3" fmla="*/ 493767 w 4735279"/>
              <a:gd name="connsiteY3" fmla="*/ 3684838 h 3684838"/>
              <a:gd name="connsiteX4" fmla="*/ 594875 w 4735279"/>
              <a:gd name="connsiteY4" fmla="*/ 2174 h 3684838"/>
              <a:gd name="connsiteX0" fmla="*/ 594875 w 4735279"/>
              <a:gd name="connsiteY0" fmla="*/ 5491 h 3684838"/>
              <a:gd name="connsiteX1" fmla="*/ 4734433 w 4735279"/>
              <a:gd name="connsiteY1" fmla="*/ 0 h 3684838"/>
              <a:gd name="connsiteX2" fmla="*/ 4734434 w 4735279"/>
              <a:gd name="connsiteY2" fmla="*/ 3677371 h 3684838"/>
              <a:gd name="connsiteX3" fmla="*/ 493767 w 4735279"/>
              <a:gd name="connsiteY3" fmla="*/ 3684838 h 3684838"/>
              <a:gd name="connsiteX4" fmla="*/ 594875 w 4735279"/>
              <a:gd name="connsiteY4" fmla="*/ 5491 h 3684838"/>
              <a:gd name="connsiteX0" fmla="*/ 596304 w 4733368"/>
              <a:gd name="connsiteY0" fmla="*/ 2174 h 3684838"/>
              <a:gd name="connsiteX1" fmla="*/ 4732522 w 4733368"/>
              <a:gd name="connsiteY1" fmla="*/ 0 h 3684838"/>
              <a:gd name="connsiteX2" fmla="*/ 4732523 w 4733368"/>
              <a:gd name="connsiteY2" fmla="*/ 3677371 h 3684838"/>
              <a:gd name="connsiteX3" fmla="*/ 491856 w 4733368"/>
              <a:gd name="connsiteY3" fmla="*/ 3684838 h 3684838"/>
              <a:gd name="connsiteX4" fmla="*/ 596304 w 4733368"/>
              <a:gd name="connsiteY4" fmla="*/ 2174 h 3684838"/>
              <a:gd name="connsiteX0" fmla="*/ 596304 w 4733368"/>
              <a:gd name="connsiteY0" fmla="*/ 5491 h 3684838"/>
              <a:gd name="connsiteX1" fmla="*/ 4732522 w 4733368"/>
              <a:gd name="connsiteY1" fmla="*/ 0 h 3684838"/>
              <a:gd name="connsiteX2" fmla="*/ 4732523 w 4733368"/>
              <a:gd name="connsiteY2" fmla="*/ 3677371 h 3684838"/>
              <a:gd name="connsiteX3" fmla="*/ 491856 w 4733368"/>
              <a:gd name="connsiteY3" fmla="*/ 3684838 h 3684838"/>
              <a:gd name="connsiteX4" fmla="*/ 596304 w 4733368"/>
              <a:gd name="connsiteY4" fmla="*/ 5491 h 3684838"/>
              <a:gd name="connsiteX0" fmla="*/ 594875 w 4735279"/>
              <a:gd name="connsiteY0" fmla="*/ 5491 h 3684838"/>
              <a:gd name="connsiteX1" fmla="*/ 4734433 w 4735279"/>
              <a:gd name="connsiteY1" fmla="*/ 0 h 3684838"/>
              <a:gd name="connsiteX2" fmla="*/ 4734434 w 4735279"/>
              <a:gd name="connsiteY2" fmla="*/ 3677371 h 3684838"/>
              <a:gd name="connsiteX3" fmla="*/ 493767 w 4735279"/>
              <a:gd name="connsiteY3" fmla="*/ 3684838 h 3684838"/>
              <a:gd name="connsiteX4" fmla="*/ 594875 w 4735279"/>
              <a:gd name="connsiteY4" fmla="*/ 5491 h 3684838"/>
              <a:gd name="connsiteX0" fmla="*/ 596304 w 4733368"/>
              <a:gd name="connsiteY0" fmla="*/ 2174 h 3684838"/>
              <a:gd name="connsiteX1" fmla="*/ 4732522 w 4733368"/>
              <a:gd name="connsiteY1" fmla="*/ 0 h 3684838"/>
              <a:gd name="connsiteX2" fmla="*/ 4732523 w 4733368"/>
              <a:gd name="connsiteY2" fmla="*/ 3677371 h 3684838"/>
              <a:gd name="connsiteX3" fmla="*/ 491856 w 4733368"/>
              <a:gd name="connsiteY3" fmla="*/ 3684838 h 3684838"/>
              <a:gd name="connsiteX4" fmla="*/ 596304 w 4733368"/>
              <a:gd name="connsiteY4" fmla="*/ 2174 h 3684838"/>
              <a:gd name="connsiteX0" fmla="*/ 585455 w 4722519"/>
              <a:gd name="connsiteY0" fmla="*/ 2174 h 3684838"/>
              <a:gd name="connsiteX1" fmla="*/ 4721673 w 4722519"/>
              <a:gd name="connsiteY1" fmla="*/ 0 h 3684838"/>
              <a:gd name="connsiteX2" fmla="*/ 4721674 w 4722519"/>
              <a:gd name="connsiteY2" fmla="*/ 3677371 h 3684838"/>
              <a:gd name="connsiteX3" fmla="*/ 481007 w 4722519"/>
              <a:gd name="connsiteY3" fmla="*/ 3684838 h 3684838"/>
              <a:gd name="connsiteX4" fmla="*/ 585455 w 4722519"/>
              <a:gd name="connsiteY4" fmla="*/ 2174 h 3684838"/>
              <a:gd name="connsiteX0" fmla="*/ 593586 w 4730650"/>
              <a:gd name="connsiteY0" fmla="*/ 2174 h 3684838"/>
              <a:gd name="connsiteX1" fmla="*/ 4729804 w 4730650"/>
              <a:gd name="connsiteY1" fmla="*/ 0 h 3684838"/>
              <a:gd name="connsiteX2" fmla="*/ 4729805 w 4730650"/>
              <a:gd name="connsiteY2" fmla="*/ 3677371 h 3684838"/>
              <a:gd name="connsiteX3" fmla="*/ 489138 w 4730650"/>
              <a:gd name="connsiteY3" fmla="*/ 3684838 h 3684838"/>
              <a:gd name="connsiteX4" fmla="*/ 593586 w 4730650"/>
              <a:gd name="connsiteY4" fmla="*/ 2174 h 3684838"/>
              <a:gd name="connsiteX0" fmla="*/ 593586 w 4736932"/>
              <a:gd name="connsiteY0" fmla="*/ 2174 h 3687322"/>
              <a:gd name="connsiteX1" fmla="*/ 4729804 w 4736932"/>
              <a:gd name="connsiteY1" fmla="*/ 0 h 3687322"/>
              <a:gd name="connsiteX2" fmla="*/ 4736485 w 4736932"/>
              <a:gd name="connsiteY2" fmla="*/ 3687322 h 3687322"/>
              <a:gd name="connsiteX3" fmla="*/ 489138 w 4736932"/>
              <a:gd name="connsiteY3" fmla="*/ 3684838 h 3687322"/>
              <a:gd name="connsiteX4" fmla="*/ 593586 w 4736932"/>
              <a:gd name="connsiteY4" fmla="*/ 2174 h 3687322"/>
              <a:gd name="connsiteX0" fmla="*/ 593586 w 4739824"/>
              <a:gd name="connsiteY0" fmla="*/ 2174 h 3687322"/>
              <a:gd name="connsiteX1" fmla="*/ 4739824 w 4739824"/>
              <a:gd name="connsiteY1" fmla="*/ 0 h 3687322"/>
              <a:gd name="connsiteX2" fmla="*/ 4736485 w 4739824"/>
              <a:gd name="connsiteY2" fmla="*/ 3687322 h 3687322"/>
              <a:gd name="connsiteX3" fmla="*/ 489138 w 4739824"/>
              <a:gd name="connsiteY3" fmla="*/ 3684838 h 3687322"/>
              <a:gd name="connsiteX4" fmla="*/ 593586 w 4739824"/>
              <a:gd name="connsiteY4" fmla="*/ 2174 h 368732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4739824" h="3687322">
                <a:moveTo>
                  <a:pt x="593586" y="2174"/>
                </a:moveTo>
                <a:lnTo>
                  <a:pt x="4739824" y="0"/>
                </a:lnTo>
                <a:cubicBezTo>
                  <a:pt x="4736893" y="1360600"/>
                  <a:pt x="4739416" y="2326722"/>
                  <a:pt x="4736485" y="3687322"/>
                </a:cubicBezTo>
                <a:lnTo>
                  <a:pt x="489138" y="3684838"/>
                </a:lnTo>
                <a:cubicBezTo>
                  <a:pt x="18231" y="2928543"/>
                  <a:pt x="-365842" y="1442490"/>
                  <a:pt x="593586" y="2174"/>
                </a:cubicBezTo>
                <a:close/>
              </a:path>
            </a:pathLst>
          </a:custGeom>
        </p:spPr>
      </p:pic>
      <p:sp>
        <p:nvSpPr>
          <p:cNvPr id="2" name="Title 2">
            <a:extLst>
              <a:ext uri="{FF2B5EF4-FFF2-40B4-BE49-F238E27FC236}">
                <a16:creationId xmlns:a16="http://schemas.microsoft.com/office/drawing/2014/main" id="{9EBC4D3C-FE75-2F4B-83CC-6A50131A285B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46163" y="2619813"/>
            <a:ext cx="3897237" cy="543983"/>
          </a:xfrm>
          <a:prstGeom prst="rect">
            <a:avLst/>
          </a:prstGeom>
        </p:spPr>
        <p:txBody>
          <a:bodyPr lIns="0" tIns="0" rIns="0" bIns="0" anchor="t" anchorCtr="0"/>
          <a:lstStyle>
            <a:lvl1pPr algn="l">
              <a:lnSpc>
                <a:spcPct val="100000"/>
              </a:lnSpc>
              <a:defRPr sz="1600" b="0" i="0" cap="none" spc="0" baseline="0">
                <a:solidFill>
                  <a:srgbClr val="FFFFFF"/>
                </a:solidFill>
                <a:latin typeface="Verdana"/>
                <a:cs typeface="Verdana"/>
              </a:defRPr>
            </a:lvl1pPr>
          </a:lstStyle>
          <a:p>
            <a:r>
              <a:rPr lang="en-GB" noProof="0" dirty="0"/>
              <a:t>Title of presentation</a:t>
            </a:r>
            <a:br>
              <a:rPr lang="en-GB" noProof="0" dirty="0"/>
            </a:br>
            <a:r>
              <a:rPr lang="en-GB" noProof="0" dirty="0"/>
              <a:t>Second line title</a:t>
            </a:r>
          </a:p>
        </p:txBody>
      </p:sp>
      <p:sp>
        <p:nvSpPr>
          <p:cNvPr id="4" name="Text Placeholder 19">
            <a:extLst>
              <a:ext uri="{FF2B5EF4-FFF2-40B4-BE49-F238E27FC236}">
                <a16:creationId xmlns:a16="http://schemas.microsoft.com/office/drawing/2014/main" id="{EFF785F7-63EC-310D-2BD4-6B3DBF9CD3FA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446171" y="3256161"/>
            <a:ext cx="3897233" cy="153789"/>
          </a:xfrm>
          <a:prstGeom prst="rect">
            <a:avLst/>
          </a:prstGeom>
        </p:spPr>
        <p:txBody>
          <a:bodyPr lIns="0" tIns="0" rIns="0" bIns="0"/>
          <a:lstStyle>
            <a:lvl1pPr marL="0" indent="0" algn="l">
              <a:buNone/>
              <a:defRPr sz="1000" b="0" i="0" cap="none" spc="0" baseline="0">
                <a:solidFill>
                  <a:srgbClr val="FFFFFF"/>
                </a:solidFill>
                <a:latin typeface="Verdana"/>
                <a:cs typeface="Verdana"/>
              </a:defRPr>
            </a:lvl1pPr>
          </a:lstStyle>
          <a:p>
            <a:pPr lvl="0"/>
            <a:r>
              <a:rPr lang="en-GB" noProof="0" dirty="0"/>
              <a:t>Click to add subtitle</a:t>
            </a:r>
          </a:p>
        </p:txBody>
      </p:sp>
      <p:sp>
        <p:nvSpPr>
          <p:cNvPr id="5" name="Text Placeholder 19">
            <a:extLst>
              <a:ext uri="{FF2B5EF4-FFF2-40B4-BE49-F238E27FC236}">
                <a16:creationId xmlns:a16="http://schemas.microsoft.com/office/drawing/2014/main" id="{E6BA33A9-C657-0C9B-E2C8-2C7FB4B56FD9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457219" y="3647300"/>
            <a:ext cx="3890582" cy="153789"/>
          </a:xfrm>
          <a:prstGeom prst="rect">
            <a:avLst/>
          </a:prstGeom>
        </p:spPr>
        <p:txBody>
          <a:bodyPr lIns="0" tIns="0" rIns="0" bIns="0" anchor="b" anchorCtr="0"/>
          <a:lstStyle>
            <a:lvl1pPr marL="0" indent="0" algn="l">
              <a:lnSpc>
                <a:spcPct val="120000"/>
              </a:lnSpc>
              <a:buNone/>
              <a:defRPr sz="900" b="0" cap="none" spc="0" baseline="0">
                <a:solidFill>
                  <a:srgbClr val="FFFFFF"/>
                </a:solidFill>
                <a:latin typeface="Verdana"/>
                <a:cs typeface="Verdana"/>
              </a:defRPr>
            </a:lvl1pPr>
          </a:lstStyle>
          <a:p>
            <a:pPr lvl="0"/>
            <a:r>
              <a:rPr lang="en-GB" noProof="0" dirty="0"/>
              <a:t>Click to add presenter name, title, company</a:t>
            </a:r>
          </a:p>
        </p:txBody>
      </p:sp>
      <p:sp>
        <p:nvSpPr>
          <p:cNvPr id="6" name="Text Placeholder 19">
            <a:extLst>
              <a:ext uri="{FF2B5EF4-FFF2-40B4-BE49-F238E27FC236}">
                <a16:creationId xmlns:a16="http://schemas.microsoft.com/office/drawing/2014/main" id="{496D12BB-F311-C326-A5C1-0F2FB1B1B920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457200" y="3835389"/>
            <a:ext cx="3890593" cy="153789"/>
          </a:xfrm>
          <a:prstGeom prst="rect">
            <a:avLst/>
          </a:prstGeom>
        </p:spPr>
        <p:txBody>
          <a:bodyPr lIns="0" tIns="0" rIns="0" bIns="0"/>
          <a:lstStyle>
            <a:lvl1pPr marL="0" indent="0" algn="l">
              <a:buNone/>
              <a:defRPr sz="900" b="0" cap="none" spc="0" baseline="0">
                <a:solidFill>
                  <a:srgbClr val="FFFFFF"/>
                </a:solidFill>
                <a:latin typeface="Verdana"/>
                <a:cs typeface="Verdana"/>
              </a:defRPr>
            </a:lvl1pPr>
          </a:lstStyle>
          <a:p>
            <a:pPr lvl="0"/>
            <a:r>
              <a:rPr lang="en-GB" noProof="0"/>
              <a:t>Click to add date</a:t>
            </a:r>
          </a:p>
        </p:txBody>
      </p:sp>
    </p:spTree>
    <p:extLst>
      <p:ext uri="{BB962C8B-B14F-4D97-AF65-F5344CB8AC3E}">
        <p14:creationId xmlns:p14="http://schemas.microsoft.com/office/powerpoint/2010/main" val="262394089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hoto 3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8C745E06-743C-C876-87B8-95E3742F1E89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46163" y="2619813"/>
            <a:ext cx="3897237" cy="543983"/>
          </a:xfrm>
          <a:prstGeom prst="rect">
            <a:avLst/>
          </a:prstGeom>
        </p:spPr>
        <p:txBody>
          <a:bodyPr lIns="0" tIns="0" rIns="0" bIns="0" anchor="t" anchorCtr="0"/>
          <a:lstStyle>
            <a:lvl1pPr algn="l">
              <a:lnSpc>
                <a:spcPct val="100000"/>
              </a:lnSpc>
              <a:defRPr sz="1600" b="0" i="0" cap="none" spc="0" baseline="0">
                <a:solidFill>
                  <a:srgbClr val="FFFFFF"/>
                </a:solidFill>
                <a:latin typeface="Verdana"/>
                <a:cs typeface="Verdana"/>
              </a:defRPr>
            </a:lvl1pPr>
          </a:lstStyle>
          <a:p>
            <a:r>
              <a:rPr lang="en-GB" noProof="0" dirty="0"/>
              <a:t>Title of presentation</a:t>
            </a:r>
            <a:br>
              <a:rPr lang="en-GB" noProof="0" dirty="0"/>
            </a:br>
            <a:r>
              <a:rPr lang="en-GB" noProof="0" dirty="0"/>
              <a:t>Second line title</a:t>
            </a:r>
          </a:p>
        </p:txBody>
      </p:sp>
      <p:sp>
        <p:nvSpPr>
          <p:cNvPr id="4" name="Text Placeholder 19">
            <a:extLst>
              <a:ext uri="{FF2B5EF4-FFF2-40B4-BE49-F238E27FC236}">
                <a16:creationId xmlns:a16="http://schemas.microsoft.com/office/drawing/2014/main" id="{271F3776-249B-4F0A-E9C2-C82814FA4280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446171" y="3256161"/>
            <a:ext cx="3897233" cy="153789"/>
          </a:xfrm>
          <a:prstGeom prst="rect">
            <a:avLst/>
          </a:prstGeom>
        </p:spPr>
        <p:txBody>
          <a:bodyPr lIns="0" tIns="0" rIns="0" bIns="0"/>
          <a:lstStyle>
            <a:lvl1pPr marL="0" indent="0" algn="l">
              <a:buNone/>
              <a:defRPr sz="1000" b="0" i="0" cap="none" spc="0" baseline="0">
                <a:solidFill>
                  <a:srgbClr val="FFFFFF"/>
                </a:solidFill>
                <a:latin typeface="Verdana"/>
                <a:cs typeface="Verdana"/>
              </a:defRPr>
            </a:lvl1pPr>
          </a:lstStyle>
          <a:p>
            <a:pPr lvl="0"/>
            <a:r>
              <a:rPr lang="en-GB" noProof="0" dirty="0"/>
              <a:t>Click to add subtitle</a:t>
            </a:r>
          </a:p>
        </p:txBody>
      </p:sp>
      <p:sp>
        <p:nvSpPr>
          <p:cNvPr id="5" name="Text Placeholder 19">
            <a:extLst>
              <a:ext uri="{FF2B5EF4-FFF2-40B4-BE49-F238E27FC236}">
                <a16:creationId xmlns:a16="http://schemas.microsoft.com/office/drawing/2014/main" id="{D3339755-1441-3682-B662-366EACD6BAEF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457219" y="3647300"/>
            <a:ext cx="3890582" cy="153789"/>
          </a:xfrm>
          <a:prstGeom prst="rect">
            <a:avLst/>
          </a:prstGeom>
        </p:spPr>
        <p:txBody>
          <a:bodyPr lIns="0" tIns="0" rIns="0" bIns="0" anchor="b" anchorCtr="0"/>
          <a:lstStyle>
            <a:lvl1pPr marL="0" indent="0" algn="l">
              <a:lnSpc>
                <a:spcPct val="120000"/>
              </a:lnSpc>
              <a:buNone/>
              <a:defRPr sz="900" b="0" cap="none" spc="0" baseline="0">
                <a:solidFill>
                  <a:srgbClr val="FFFFFF"/>
                </a:solidFill>
                <a:latin typeface="Verdana"/>
                <a:cs typeface="Verdana"/>
              </a:defRPr>
            </a:lvl1pPr>
          </a:lstStyle>
          <a:p>
            <a:pPr lvl="0"/>
            <a:r>
              <a:rPr lang="en-GB" noProof="0" dirty="0"/>
              <a:t>Click to add presenter name, title, company</a:t>
            </a:r>
          </a:p>
        </p:txBody>
      </p:sp>
      <p:sp>
        <p:nvSpPr>
          <p:cNvPr id="6" name="Text Placeholder 19">
            <a:extLst>
              <a:ext uri="{FF2B5EF4-FFF2-40B4-BE49-F238E27FC236}">
                <a16:creationId xmlns:a16="http://schemas.microsoft.com/office/drawing/2014/main" id="{4D22C558-8A4A-7C45-01C9-1D8F2E0E8C36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457200" y="3835389"/>
            <a:ext cx="3890593" cy="153789"/>
          </a:xfrm>
          <a:prstGeom prst="rect">
            <a:avLst/>
          </a:prstGeom>
        </p:spPr>
        <p:txBody>
          <a:bodyPr lIns="0" tIns="0" rIns="0" bIns="0"/>
          <a:lstStyle>
            <a:lvl1pPr marL="0" indent="0" algn="l">
              <a:buNone/>
              <a:defRPr sz="900" b="0" cap="none" spc="0" baseline="0">
                <a:solidFill>
                  <a:srgbClr val="FFFFFF"/>
                </a:solidFill>
                <a:latin typeface="Verdana"/>
                <a:cs typeface="Verdana"/>
              </a:defRPr>
            </a:lvl1pPr>
          </a:lstStyle>
          <a:p>
            <a:pPr lvl="0"/>
            <a:r>
              <a:rPr lang="en-GB" noProof="0"/>
              <a:t>Click to add date</a:t>
            </a:r>
          </a:p>
        </p:txBody>
      </p:sp>
      <p:pic>
        <p:nvPicPr>
          <p:cNvPr id="8" name="Picture Placeholder 7">
            <a:extLst>
              <a:ext uri="{FF2B5EF4-FFF2-40B4-BE49-F238E27FC236}">
                <a16:creationId xmlns:a16="http://schemas.microsoft.com/office/drawing/2014/main" id="{DB2717E0-D1AB-75F4-8FE9-45F25E9A9A21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rcRect l="262" r="262"/>
          <a:stretch/>
        </p:blipFill>
        <p:spPr>
          <a:xfrm>
            <a:off x="4646746" y="1622848"/>
            <a:ext cx="4505976" cy="3529382"/>
          </a:xfrm>
          <a:custGeom>
            <a:avLst/>
            <a:gdLst>
              <a:gd name="connsiteX0" fmla="*/ 0 w 4115581"/>
              <a:gd name="connsiteY0" fmla="*/ 0 h 4073007"/>
              <a:gd name="connsiteX1" fmla="*/ 4115581 w 4115581"/>
              <a:gd name="connsiteY1" fmla="*/ 0 h 4073007"/>
              <a:gd name="connsiteX2" fmla="*/ 4115581 w 4115581"/>
              <a:gd name="connsiteY2" fmla="*/ 4073007 h 4073007"/>
              <a:gd name="connsiteX3" fmla="*/ 0 w 4115581"/>
              <a:gd name="connsiteY3" fmla="*/ 4073007 h 4073007"/>
              <a:gd name="connsiteX4" fmla="*/ 0 w 4115581"/>
              <a:gd name="connsiteY4" fmla="*/ 0 h 4073007"/>
              <a:gd name="connsiteX0" fmla="*/ 429846 w 4545427"/>
              <a:gd name="connsiteY0" fmla="*/ 0 h 4073007"/>
              <a:gd name="connsiteX1" fmla="*/ 4545427 w 4545427"/>
              <a:gd name="connsiteY1" fmla="*/ 0 h 4073007"/>
              <a:gd name="connsiteX2" fmla="*/ 4545427 w 4545427"/>
              <a:gd name="connsiteY2" fmla="*/ 4073007 h 4073007"/>
              <a:gd name="connsiteX3" fmla="*/ 429846 w 4545427"/>
              <a:gd name="connsiteY3" fmla="*/ 4073007 h 4073007"/>
              <a:gd name="connsiteX4" fmla="*/ 429846 w 4545427"/>
              <a:gd name="connsiteY4" fmla="*/ 0 h 4073007"/>
              <a:gd name="connsiteX0" fmla="*/ 563853 w 4679434"/>
              <a:gd name="connsiteY0" fmla="*/ 0 h 4073007"/>
              <a:gd name="connsiteX1" fmla="*/ 4679434 w 4679434"/>
              <a:gd name="connsiteY1" fmla="*/ 0 h 4073007"/>
              <a:gd name="connsiteX2" fmla="*/ 4679434 w 4679434"/>
              <a:gd name="connsiteY2" fmla="*/ 4073007 h 4073007"/>
              <a:gd name="connsiteX3" fmla="*/ 563853 w 4679434"/>
              <a:gd name="connsiteY3" fmla="*/ 4073007 h 4073007"/>
              <a:gd name="connsiteX4" fmla="*/ 563853 w 4679434"/>
              <a:gd name="connsiteY4" fmla="*/ 0 h 4073007"/>
              <a:gd name="connsiteX0" fmla="*/ 570773 w 4668769"/>
              <a:gd name="connsiteY0" fmla="*/ 0 h 4081799"/>
              <a:gd name="connsiteX1" fmla="*/ 4668769 w 4668769"/>
              <a:gd name="connsiteY1" fmla="*/ 8792 h 4081799"/>
              <a:gd name="connsiteX2" fmla="*/ 4668769 w 4668769"/>
              <a:gd name="connsiteY2" fmla="*/ 4081799 h 4081799"/>
              <a:gd name="connsiteX3" fmla="*/ 553188 w 4668769"/>
              <a:gd name="connsiteY3" fmla="*/ 4081799 h 4081799"/>
              <a:gd name="connsiteX4" fmla="*/ 570773 w 4668769"/>
              <a:gd name="connsiteY4" fmla="*/ 0 h 4081799"/>
              <a:gd name="connsiteX0" fmla="*/ 570773 w 4677561"/>
              <a:gd name="connsiteY0" fmla="*/ 1 h 4081800"/>
              <a:gd name="connsiteX1" fmla="*/ 4677561 w 4677561"/>
              <a:gd name="connsiteY1" fmla="*/ 0 h 4081800"/>
              <a:gd name="connsiteX2" fmla="*/ 4668769 w 4677561"/>
              <a:gd name="connsiteY2" fmla="*/ 4081800 h 4081800"/>
              <a:gd name="connsiteX3" fmla="*/ 553188 w 4677561"/>
              <a:gd name="connsiteY3" fmla="*/ 4081800 h 4081800"/>
              <a:gd name="connsiteX4" fmla="*/ 570773 w 4677561"/>
              <a:gd name="connsiteY4" fmla="*/ 1 h 4081800"/>
              <a:gd name="connsiteX0" fmla="*/ 599816 w 4706604"/>
              <a:gd name="connsiteY0" fmla="*/ 1 h 4081800"/>
              <a:gd name="connsiteX1" fmla="*/ 4706604 w 4706604"/>
              <a:gd name="connsiteY1" fmla="*/ 0 h 4081800"/>
              <a:gd name="connsiteX2" fmla="*/ 4697812 w 4706604"/>
              <a:gd name="connsiteY2" fmla="*/ 4081800 h 4081800"/>
              <a:gd name="connsiteX3" fmla="*/ 511892 w 4706604"/>
              <a:gd name="connsiteY3" fmla="*/ 3659769 h 4081800"/>
              <a:gd name="connsiteX4" fmla="*/ 599816 w 4706604"/>
              <a:gd name="connsiteY4" fmla="*/ 1 h 4081800"/>
              <a:gd name="connsiteX0" fmla="*/ 599816 w 4706604"/>
              <a:gd name="connsiteY0" fmla="*/ 1 h 3659769"/>
              <a:gd name="connsiteX1" fmla="*/ 4706604 w 4706604"/>
              <a:gd name="connsiteY1" fmla="*/ 0 h 3659769"/>
              <a:gd name="connsiteX2" fmla="*/ 4645059 w 4706604"/>
              <a:gd name="connsiteY2" fmla="*/ 3624600 h 3659769"/>
              <a:gd name="connsiteX3" fmla="*/ 511892 w 4706604"/>
              <a:gd name="connsiteY3" fmla="*/ 3659769 h 3659769"/>
              <a:gd name="connsiteX4" fmla="*/ 599816 w 4706604"/>
              <a:gd name="connsiteY4" fmla="*/ 1 h 3659769"/>
              <a:gd name="connsiteX0" fmla="*/ 599816 w 4707450"/>
              <a:gd name="connsiteY0" fmla="*/ 1 h 3659769"/>
              <a:gd name="connsiteX1" fmla="*/ 4706604 w 4707450"/>
              <a:gd name="connsiteY1" fmla="*/ 0 h 3659769"/>
              <a:gd name="connsiteX2" fmla="*/ 4706605 w 4707450"/>
              <a:gd name="connsiteY2" fmla="*/ 3650977 h 3659769"/>
              <a:gd name="connsiteX3" fmla="*/ 511892 w 4707450"/>
              <a:gd name="connsiteY3" fmla="*/ 3659769 h 3659769"/>
              <a:gd name="connsiteX4" fmla="*/ 599816 w 4707450"/>
              <a:gd name="connsiteY4" fmla="*/ 1 h 3659769"/>
              <a:gd name="connsiteX0" fmla="*/ 634214 w 4741848"/>
              <a:gd name="connsiteY0" fmla="*/ 1 h 3668316"/>
              <a:gd name="connsiteX1" fmla="*/ 4741002 w 4741848"/>
              <a:gd name="connsiteY1" fmla="*/ 0 h 3668316"/>
              <a:gd name="connsiteX2" fmla="*/ 4741003 w 4741848"/>
              <a:gd name="connsiteY2" fmla="*/ 3650977 h 3668316"/>
              <a:gd name="connsiteX3" fmla="*/ 469369 w 4741848"/>
              <a:gd name="connsiteY3" fmla="*/ 3668316 h 3668316"/>
              <a:gd name="connsiteX4" fmla="*/ 634214 w 4741848"/>
              <a:gd name="connsiteY4" fmla="*/ 1 h 3668316"/>
              <a:gd name="connsiteX0" fmla="*/ 642249 w 4732789"/>
              <a:gd name="connsiteY0" fmla="*/ 1 h 3668316"/>
              <a:gd name="connsiteX1" fmla="*/ 4731943 w 4732789"/>
              <a:gd name="connsiteY1" fmla="*/ 0 h 3668316"/>
              <a:gd name="connsiteX2" fmla="*/ 4731944 w 4732789"/>
              <a:gd name="connsiteY2" fmla="*/ 3650977 h 3668316"/>
              <a:gd name="connsiteX3" fmla="*/ 460310 w 4732789"/>
              <a:gd name="connsiteY3" fmla="*/ 3668316 h 3668316"/>
              <a:gd name="connsiteX4" fmla="*/ 642249 w 4732789"/>
              <a:gd name="connsiteY4" fmla="*/ 1 h 3668316"/>
              <a:gd name="connsiteX0" fmla="*/ 642249 w 4732789"/>
              <a:gd name="connsiteY0" fmla="*/ 1 h 3680688"/>
              <a:gd name="connsiteX1" fmla="*/ 4731943 w 4732789"/>
              <a:gd name="connsiteY1" fmla="*/ 0 h 3680688"/>
              <a:gd name="connsiteX2" fmla="*/ 4731944 w 4732789"/>
              <a:gd name="connsiteY2" fmla="*/ 3680688 h 3680688"/>
              <a:gd name="connsiteX3" fmla="*/ 460310 w 4732789"/>
              <a:gd name="connsiteY3" fmla="*/ 3668316 h 3680688"/>
              <a:gd name="connsiteX4" fmla="*/ 642249 w 4732789"/>
              <a:gd name="connsiteY4" fmla="*/ 1 h 3680688"/>
              <a:gd name="connsiteX0" fmla="*/ 642249 w 4732789"/>
              <a:gd name="connsiteY0" fmla="*/ 1 h 3681521"/>
              <a:gd name="connsiteX1" fmla="*/ 4731943 w 4732789"/>
              <a:gd name="connsiteY1" fmla="*/ 0 h 3681521"/>
              <a:gd name="connsiteX2" fmla="*/ 4731944 w 4732789"/>
              <a:gd name="connsiteY2" fmla="*/ 3680688 h 3681521"/>
              <a:gd name="connsiteX3" fmla="*/ 460310 w 4732789"/>
              <a:gd name="connsiteY3" fmla="*/ 3681521 h 3681521"/>
              <a:gd name="connsiteX4" fmla="*/ 642249 w 4732789"/>
              <a:gd name="connsiteY4" fmla="*/ 1 h 3681521"/>
              <a:gd name="connsiteX0" fmla="*/ 651938 w 4742478"/>
              <a:gd name="connsiteY0" fmla="*/ 1 h 3681521"/>
              <a:gd name="connsiteX1" fmla="*/ 4741632 w 4742478"/>
              <a:gd name="connsiteY1" fmla="*/ 0 h 3681521"/>
              <a:gd name="connsiteX2" fmla="*/ 4741633 w 4742478"/>
              <a:gd name="connsiteY2" fmla="*/ 3680688 h 3681521"/>
              <a:gd name="connsiteX3" fmla="*/ 469999 w 4742478"/>
              <a:gd name="connsiteY3" fmla="*/ 3681521 h 3681521"/>
              <a:gd name="connsiteX4" fmla="*/ 651938 w 4742478"/>
              <a:gd name="connsiteY4" fmla="*/ 1 h 3681521"/>
              <a:gd name="connsiteX0" fmla="*/ 651938 w 4742478"/>
              <a:gd name="connsiteY0" fmla="*/ 1 h 3681521"/>
              <a:gd name="connsiteX1" fmla="*/ 4741632 w 4742478"/>
              <a:gd name="connsiteY1" fmla="*/ 0 h 3681521"/>
              <a:gd name="connsiteX2" fmla="*/ 4741633 w 4742478"/>
              <a:gd name="connsiteY2" fmla="*/ 3680688 h 3681521"/>
              <a:gd name="connsiteX3" fmla="*/ 469999 w 4742478"/>
              <a:gd name="connsiteY3" fmla="*/ 3681521 h 3681521"/>
              <a:gd name="connsiteX4" fmla="*/ 651938 w 4742478"/>
              <a:gd name="connsiteY4" fmla="*/ 1 h 3681521"/>
              <a:gd name="connsiteX0" fmla="*/ 636661 w 4760368"/>
              <a:gd name="connsiteY0" fmla="*/ 5491 h 3681521"/>
              <a:gd name="connsiteX1" fmla="*/ 4759522 w 4760368"/>
              <a:gd name="connsiteY1" fmla="*/ 0 h 3681521"/>
              <a:gd name="connsiteX2" fmla="*/ 4759523 w 4760368"/>
              <a:gd name="connsiteY2" fmla="*/ 3680688 h 3681521"/>
              <a:gd name="connsiteX3" fmla="*/ 487889 w 4760368"/>
              <a:gd name="connsiteY3" fmla="*/ 3681521 h 3681521"/>
              <a:gd name="connsiteX4" fmla="*/ 636661 w 4760368"/>
              <a:gd name="connsiteY4" fmla="*/ 5491 h 3681521"/>
              <a:gd name="connsiteX0" fmla="*/ 629168 w 4769574"/>
              <a:gd name="connsiteY0" fmla="*/ 8808 h 3681521"/>
              <a:gd name="connsiteX1" fmla="*/ 4768728 w 4769574"/>
              <a:gd name="connsiteY1" fmla="*/ 0 h 3681521"/>
              <a:gd name="connsiteX2" fmla="*/ 4768729 w 4769574"/>
              <a:gd name="connsiteY2" fmla="*/ 3680688 h 3681521"/>
              <a:gd name="connsiteX3" fmla="*/ 497095 w 4769574"/>
              <a:gd name="connsiteY3" fmla="*/ 3681521 h 3681521"/>
              <a:gd name="connsiteX4" fmla="*/ 629168 w 4769574"/>
              <a:gd name="connsiteY4" fmla="*/ 8808 h 3681521"/>
              <a:gd name="connsiteX0" fmla="*/ 601494 w 4741900"/>
              <a:gd name="connsiteY0" fmla="*/ 8808 h 3684838"/>
              <a:gd name="connsiteX1" fmla="*/ 4741054 w 4741900"/>
              <a:gd name="connsiteY1" fmla="*/ 0 h 3684838"/>
              <a:gd name="connsiteX2" fmla="*/ 4741055 w 4741900"/>
              <a:gd name="connsiteY2" fmla="*/ 3680688 h 3684838"/>
              <a:gd name="connsiteX3" fmla="*/ 533787 w 4741900"/>
              <a:gd name="connsiteY3" fmla="*/ 3684838 h 3684838"/>
              <a:gd name="connsiteX4" fmla="*/ 601494 w 4741900"/>
              <a:gd name="connsiteY4" fmla="*/ 8808 h 3684838"/>
              <a:gd name="connsiteX0" fmla="*/ 617057 w 4757463"/>
              <a:gd name="connsiteY0" fmla="*/ 8808 h 3680688"/>
              <a:gd name="connsiteX1" fmla="*/ 4756617 w 4757463"/>
              <a:gd name="connsiteY1" fmla="*/ 0 h 3680688"/>
              <a:gd name="connsiteX2" fmla="*/ 4756618 w 4757463"/>
              <a:gd name="connsiteY2" fmla="*/ 3680688 h 3680688"/>
              <a:gd name="connsiteX3" fmla="*/ 512611 w 4757463"/>
              <a:gd name="connsiteY3" fmla="*/ 3678203 h 3680688"/>
              <a:gd name="connsiteX4" fmla="*/ 617057 w 4757463"/>
              <a:gd name="connsiteY4" fmla="*/ 8808 h 3680688"/>
              <a:gd name="connsiteX0" fmla="*/ 602464 w 4742870"/>
              <a:gd name="connsiteY0" fmla="*/ 8808 h 3680688"/>
              <a:gd name="connsiteX1" fmla="*/ 4742024 w 4742870"/>
              <a:gd name="connsiteY1" fmla="*/ 0 h 3680688"/>
              <a:gd name="connsiteX2" fmla="*/ 4742025 w 4742870"/>
              <a:gd name="connsiteY2" fmla="*/ 3680688 h 3680688"/>
              <a:gd name="connsiteX3" fmla="*/ 498018 w 4742870"/>
              <a:gd name="connsiteY3" fmla="*/ 3678203 h 3680688"/>
              <a:gd name="connsiteX4" fmla="*/ 602464 w 4742870"/>
              <a:gd name="connsiteY4" fmla="*/ 8808 h 3680688"/>
              <a:gd name="connsiteX0" fmla="*/ 586378 w 4726784"/>
              <a:gd name="connsiteY0" fmla="*/ 8808 h 3680688"/>
              <a:gd name="connsiteX1" fmla="*/ 4725938 w 4726784"/>
              <a:gd name="connsiteY1" fmla="*/ 0 h 3680688"/>
              <a:gd name="connsiteX2" fmla="*/ 4725939 w 4726784"/>
              <a:gd name="connsiteY2" fmla="*/ 3680688 h 3680688"/>
              <a:gd name="connsiteX3" fmla="*/ 481932 w 4726784"/>
              <a:gd name="connsiteY3" fmla="*/ 3678203 h 3680688"/>
              <a:gd name="connsiteX4" fmla="*/ 586378 w 4726784"/>
              <a:gd name="connsiteY4" fmla="*/ 8808 h 3680688"/>
              <a:gd name="connsiteX0" fmla="*/ 575515 w 4715921"/>
              <a:gd name="connsiteY0" fmla="*/ 8808 h 3680688"/>
              <a:gd name="connsiteX1" fmla="*/ 4715075 w 4715921"/>
              <a:gd name="connsiteY1" fmla="*/ 0 h 3680688"/>
              <a:gd name="connsiteX2" fmla="*/ 4715076 w 4715921"/>
              <a:gd name="connsiteY2" fmla="*/ 3680688 h 3680688"/>
              <a:gd name="connsiteX3" fmla="*/ 471069 w 4715921"/>
              <a:gd name="connsiteY3" fmla="*/ 3678203 h 3680688"/>
              <a:gd name="connsiteX4" fmla="*/ 575515 w 4715921"/>
              <a:gd name="connsiteY4" fmla="*/ 8808 h 3680688"/>
              <a:gd name="connsiteX0" fmla="*/ 587738 w 4728144"/>
              <a:gd name="connsiteY0" fmla="*/ 8808 h 3680688"/>
              <a:gd name="connsiteX1" fmla="*/ 4727298 w 4728144"/>
              <a:gd name="connsiteY1" fmla="*/ 0 h 3680688"/>
              <a:gd name="connsiteX2" fmla="*/ 4727299 w 4728144"/>
              <a:gd name="connsiteY2" fmla="*/ 3680688 h 3680688"/>
              <a:gd name="connsiteX3" fmla="*/ 483292 w 4728144"/>
              <a:gd name="connsiteY3" fmla="*/ 3678203 h 3680688"/>
              <a:gd name="connsiteX4" fmla="*/ 587738 w 4728144"/>
              <a:gd name="connsiteY4" fmla="*/ 8808 h 3680688"/>
              <a:gd name="connsiteX0" fmla="*/ 592227 w 4732633"/>
              <a:gd name="connsiteY0" fmla="*/ 8808 h 3680688"/>
              <a:gd name="connsiteX1" fmla="*/ 4731787 w 4732633"/>
              <a:gd name="connsiteY1" fmla="*/ 0 h 3680688"/>
              <a:gd name="connsiteX2" fmla="*/ 4731788 w 4732633"/>
              <a:gd name="connsiteY2" fmla="*/ 3680688 h 3680688"/>
              <a:gd name="connsiteX3" fmla="*/ 487781 w 4732633"/>
              <a:gd name="connsiteY3" fmla="*/ 3678203 h 3680688"/>
              <a:gd name="connsiteX4" fmla="*/ 592227 w 4732633"/>
              <a:gd name="connsiteY4" fmla="*/ 8808 h 3680688"/>
              <a:gd name="connsiteX0" fmla="*/ 590793 w 4734538"/>
              <a:gd name="connsiteY0" fmla="*/ 2174 h 3680688"/>
              <a:gd name="connsiteX1" fmla="*/ 4733692 w 4734538"/>
              <a:gd name="connsiteY1" fmla="*/ 0 h 3680688"/>
              <a:gd name="connsiteX2" fmla="*/ 4733693 w 4734538"/>
              <a:gd name="connsiteY2" fmla="*/ 3680688 h 3680688"/>
              <a:gd name="connsiteX3" fmla="*/ 489686 w 4734538"/>
              <a:gd name="connsiteY3" fmla="*/ 3678203 h 3680688"/>
              <a:gd name="connsiteX4" fmla="*/ 590793 w 4734538"/>
              <a:gd name="connsiteY4" fmla="*/ 2174 h 3680688"/>
              <a:gd name="connsiteX0" fmla="*/ 598022 w 4725068"/>
              <a:gd name="connsiteY0" fmla="*/ 0 h 3681831"/>
              <a:gd name="connsiteX1" fmla="*/ 4724222 w 4725068"/>
              <a:gd name="connsiteY1" fmla="*/ 1143 h 3681831"/>
              <a:gd name="connsiteX2" fmla="*/ 4724223 w 4725068"/>
              <a:gd name="connsiteY2" fmla="*/ 3681831 h 3681831"/>
              <a:gd name="connsiteX3" fmla="*/ 480216 w 4725068"/>
              <a:gd name="connsiteY3" fmla="*/ 3679346 h 3681831"/>
              <a:gd name="connsiteX4" fmla="*/ 598022 w 4725068"/>
              <a:gd name="connsiteY4" fmla="*/ 0 h 3681831"/>
              <a:gd name="connsiteX0" fmla="*/ 598022 w 4725068"/>
              <a:gd name="connsiteY0" fmla="*/ 0 h 3685148"/>
              <a:gd name="connsiteX1" fmla="*/ 4724222 w 4725068"/>
              <a:gd name="connsiteY1" fmla="*/ 4460 h 3685148"/>
              <a:gd name="connsiteX2" fmla="*/ 4724223 w 4725068"/>
              <a:gd name="connsiteY2" fmla="*/ 3685148 h 3685148"/>
              <a:gd name="connsiteX3" fmla="*/ 480216 w 4725068"/>
              <a:gd name="connsiteY3" fmla="*/ 3682663 h 3685148"/>
              <a:gd name="connsiteX4" fmla="*/ 598022 w 4725068"/>
              <a:gd name="connsiteY4" fmla="*/ 0 h 3685148"/>
              <a:gd name="connsiteX0" fmla="*/ 596565 w 4726950"/>
              <a:gd name="connsiteY0" fmla="*/ 2174 h 3680688"/>
              <a:gd name="connsiteX1" fmla="*/ 4726104 w 4726950"/>
              <a:gd name="connsiteY1" fmla="*/ 0 h 3680688"/>
              <a:gd name="connsiteX2" fmla="*/ 4726105 w 4726950"/>
              <a:gd name="connsiteY2" fmla="*/ 3680688 h 3680688"/>
              <a:gd name="connsiteX3" fmla="*/ 482098 w 4726950"/>
              <a:gd name="connsiteY3" fmla="*/ 3678203 h 3680688"/>
              <a:gd name="connsiteX4" fmla="*/ 596565 w 4726950"/>
              <a:gd name="connsiteY4" fmla="*/ 2174 h 3680688"/>
              <a:gd name="connsiteX0" fmla="*/ 600621 w 4731006"/>
              <a:gd name="connsiteY0" fmla="*/ 2174 h 3680688"/>
              <a:gd name="connsiteX1" fmla="*/ 4730160 w 4731006"/>
              <a:gd name="connsiteY1" fmla="*/ 0 h 3680688"/>
              <a:gd name="connsiteX2" fmla="*/ 4730161 w 4731006"/>
              <a:gd name="connsiteY2" fmla="*/ 3680688 h 3680688"/>
              <a:gd name="connsiteX3" fmla="*/ 486154 w 4731006"/>
              <a:gd name="connsiteY3" fmla="*/ 3678203 h 3680688"/>
              <a:gd name="connsiteX4" fmla="*/ 600621 w 4731006"/>
              <a:gd name="connsiteY4" fmla="*/ 2174 h 3680688"/>
              <a:gd name="connsiteX0" fmla="*/ 599177 w 4729562"/>
              <a:gd name="connsiteY0" fmla="*/ 2174 h 3688155"/>
              <a:gd name="connsiteX1" fmla="*/ 4728716 w 4729562"/>
              <a:gd name="connsiteY1" fmla="*/ 0 h 3688155"/>
              <a:gd name="connsiteX2" fmla="*/ 4728717 w 4729562"/>
              <a:gd name="connsiteY2" fmla="*/ 3680688 h 3688155"/>
              <a:gd name="connsiteX3" fmla="*/ 488050 w 4729562"/>
              <a:gd name="connsiteY3" fmla="*/ 3688155 h 3688155"/>
              <a:gd name="connsiteX4" fmla="*/ 599177 w 4729562"/>
              <a:gd name="connsiteY4" fmla="*/ 2174 h 3688155"/>
              <a:gd name="connsiteX0" fmla="*/ 599177 w 4729562"/>
              <a:gd name="connsiteY0" fmla="*/ 0 h 3685981"/>
              <a:gd name="connsiteX1" fmla="*/ 4728716 w 4729562"/>
              <a:gd name="connsiteY1" fmla="*/ 1143 h 3685981"/>
              <a:gd name="connsiteX2" fmla="*/ 4728717 w 4729562"/>
              <a:gd name="connsiteY2" fmla="*/ 3678514 h 3685981"/>
              <a:gd name="connsiteX3" fmla="*/ 488050 w 4729562"/>
              <a:gd name="connsiteY3" fmla="*/ 3685981 h 3685981"/>
              <a:gd name="connsiteX4" fmla="*/ 599177 w 4729562"/>
              <a:gd name="connsiteY4" fmla="*/ 0 h 3685981"/>
              <a:gd name="connsiteX0" fmla="*/ 596303 w 4733367"/>
              <a:gd name="connsiteY0" fmla="*/ 5491 h 3684838"/>
              <a:gd name="connsiteX1" fmla="*/ 4732521 w 4733367"/>
              <a:gd name="connsiteY1" fmla="*/ 0 h 3684838"/>
              <a:gd name="connsiteX2" fmla="*/ 4732522 w 4733367"/>
              <a:gd name="connsiteY2" fmla="*/ 3677371 h 3684838"/>
              <a:gd name="connsiteX3" fmla="*/ 491855 w 4733367"/>
              <a:gd name="connsiteY3" fmla="*/ 3684838 h 3684838"/>
              <a:gd name="connsiteX4" fmla="*/ 596303 w 4733367"/>
              <a:gd name="connsiteY4" fmla="*/ 5491 h 3684838"/>
              <a:gd name="connsiteX0" fmla="*/ 596303 w 4733367"/>
              <a:gd name="connsiteY0" fmla="*/ 5491 h 3684838"/>
              <a:gd name="connsiteX1" fmla="*/ 4732521 w 4733367"/>
              <a:gd name="connsiteY1" fmla="*/ 0 h 3684838"/>
              <a:gd name="connsiteX2" fmla="*/ 4732522 w 4733367"/>
              <a:gd name="connsiteY2" fmla="*/ 3677371 h 3684838"/>
              <a:gd name="connsiteX3" fmla="*/ 491855 w 4733367"/>
              <a:gd name="connsiteY3" fmla="*/ 3684838 h 3684838"/>
              <a:gd name="connsiteX4" fmla="*/ 596303 w 4733367"/>
              <a:gd name="connsiteY4" fmla="*/ 5491 h 3684838"/>
              <a:gd name="connsiteX0" fmla="*/ 594875 w 4735279"/>
              <a:gd name="connsiteY0" fmla="*/ 2174 h 3684838"/>
              <a:gd name="connsiteX1" fmla="*/ 4734433 w 4735279"/>
              <a:gd name="connsiteY1" fmla="*/ 0 h 3684838"/>
              <a:gd name="connsiteX2" fmla="*/ 4734434 w 4735279"/>
              <a:gd name="connsiteY2" fmla="*/ 3677371 h 3684838"/>
              <a:gd name="connsiteX3" fmla="*/ 493767 w 4735279"/>
              <a:gd name="connsiteY3" fmla="*/ 3684838 h 3684838"/>
              <a:gd name="connsiteX4" fmla="*/ 594875 w 4735279"/>
              <a:gd name="connsiteY4" fmla="*/ 2174 h 3684838"/>
              <a:gd name="connsiteX0" fmla="*/ 594875 w 4735279"/>
              <a:gd name="connsiteY0" fmla="*/ 2174 h 3684838"/>
              <a:gd name="connsiteX1" fmla="*/ 4734433 w 4735279"/>
              <a:gd name="connsiteY1" fmla="*/ 0 h 3684838"/>
              <a:gd name="connsiteX2" fmla="*/ 4734434 w 4735279"/>
              <a:gd name="connsiteY2" fmla="*/ 3677371 h 3684838"/>
              <a:gd name="connsiteX3" fmla="*/ 493767 w 4735279"/>
              <a:gd name="connsiteY3" fmla="*/ 3684838 h 3684838"/>
              <a:gd name="connsiteX4" fmla="*/ 594875 w 4735279"/>
              <a:gd name="connsiteY4" fmla="*/ 2174 h 3684838"/>
              <a:gd name="connsiteX0" fmla="*/ 594875 w 4735279"/>
              <a:gd name="connsiteY0" fmla="*/ 5491 h 3684838"/>
              <a:gd name="connsiteX1" fmla="*/ 4734433 w 4735279"/>
              <a:gd name="connsiteY1" fmla="*/ 0 h 3684838"/>
              <a:gd name="connsiteX2" fmla="*/ 4734434 w 4735279"/>
              <a:gd name="connsiteY2" fmla="*/ 3677371 h 3684838"/>
              <a:gd name="connsiteX3" fmla="*/ 493767 w 4735279"/>
              <a:gd name="connsiteY3" fmla="*/ 3684838 h 3684838"/>
              <a:gd name="connsiteX4" fmla="*/ 594875 w 4735279"/>
              <a:gd name="connsiteY4" fmla="*/ 5491 h 3684838"/>
              <a:gd name="connsiteX0" fmla="*/ 596304 w 4733368"/>
              <a:gd name="connsiteY0" fmla="*/ 2174 h 3684838"/>
              <a:gd name="connsiteX1" fmla="*/ 4732522 w 4733368"/>
              <a:gd name="connsiteY1" fmla="*/ 0 h 3684838"/>
              <a:gd name="connsiteX2" fmla="*/ 4732523 w 4733368"/>
              <a:gd name="connsiteY2" fmla="*/ 3677371 h 3684838"/>
              <a:gd name="connsiteX3" fmla="*/ 491856 w 4733368"/>
              <a:gd name="connsiteY3" fmla="*/ 3684838 h 3684838"/>
              <a:gd name="connsiteX4" fmla="*/ 596304 w 4733368"/>
              <a:gd name="connsiteY4" fmla="*/ 2174 h 3684838"/>
              <a:gd name="connsiteX0" fmla="*/ 596304 w 4733368"/>
              <a:gd name="connsiteY0" fmla="*/ 5491 h 3684838"/>
              <a:gd name="connsiteX1" fmla="*/ 4732522 w 4733368"/>
              <a:gd name="connsiteY1" fmla="*/ 0 h 3684838"/>
              <a:gd name="connsiteX2" fmla="*/ 4732523 w 4733368"/>
              <a:gd name="connsiteY2" fmla="*/ 3677371 h 3684838"/>
              <a:gd name="connsiteX3" fmla="*/ 491856 w 4733368"/>
              <a:gd name="connsiteY3" fmla="*/ 3684838 h 3684838"/>
              <a:gd name="connsiteX4" fmla="*/ 596304 w 4733368"/>
              <a:gd name="connsiteY4" fmla="*/ 5491 h 3684838"/>
              <a:gd name="connsiteX0" fmla="*/ 594875 w 4735279"/>
              <a:gd name="connsiteY0" fmla="*/ 5491 h 3684838"/>
              <a:gd name="connsiteX1" fmla="*/ 4734433 w 4735279"/>
              <a:gd name="connsiteY1" fmla="*/ 0 h 3684838"/>
              <a:gd name="connsiteX2" fmla="*/ 4734434 w 4735279"/>
              <a:gd name="connsiteY2" fmla="*/ 3677371 h 3684838"/>
              <a:gd name="connsiteX3" fmla="*/ 493767 w 4735279"/>
              <a:gd name="connsiteY3" fmla="*/ 3684838 h 3684838"/>
              <a:gd name="connsiteX4" fmla="*/ 594875 w 4735279"/>
              <a:gd name="connsiteY4" fmla="*/ 5491 h 3684838"/>
              <a:gd name="connsiteX0" fmla="*/ 596304 w 4733368"/>
              <a:gd name="connsiteY0" fmla="*/ 2174 h 3684838"/>
              <a:gd name="connsiteX1" fmla="*/ 4732522 w 4733368"/>
              <a:gd name="connsiteY1" fmla="*/ 0 h 3684838"/>
              <a:gd name="connsiteX2" fmla="*/ 4732523 w 4733368"/>
              <a:gd name="connsiteY2" fmla="*/ 3677371 h 3684838"/>
              <a:gd name="connsiteX3" fmla="*/ 491856 w 4733368"/>
              <a:gd name="connsiteY3" fmla="*/ 3684838 h 3684838"/>
              <a:gd name="connsiteX4" fmla="*/ 596304 w 4733368"/>
              <a:gd name="connsiteY4" fmla="*/ 2174 h 3684838"/>
              <a:gd name="connsiteX0" fmla="*/ 585455 w 4722519"/>
              <a:gd name="connsiteY0" fmla="*/ 2174 h 3684838"/>
              <a:gd name="connsiteX1" fmla="*/ 4721673 w 4722519"/>
              <a:gd name="connsiteY1" fmla="*/ 0 h 3684838"/>
              <a:gd name="connsiteX2" fmla="*/ 4721674 w 4722519"/>
              <a:gd name="connsiteY2" fmla="*/ 3677371 h 3684838"/>
              <a:gd name="connsiteX3" fmla="*/ 481007 w 4722519"/>
              <a:gd name="connsiteY3" fmla="*/ 3684838 h 3684838"/>
              <a:gd name="connsiteX4" fmla="*/ 585455 w 4722519"/>
              <a:gd name="connsiteY4" fmla="*/ 2174 h 3684838"/>
              <a:gd name="connsiteX0" fmla="*/ 593586 w 4730650"/>
              <a:gd name="connsiteY0" fmla="*/ 2174 h 3684838"/>
              <a:gd name="connsiteX1" fmla="*/ 4729804 w 4730650"/>
              <a:gd name="connsiteY1" fmla="*/ 0 h 3684838"/>
              <a:gd name="connsiteX2" fmla="*/ 4729805 w 4730650"/>
              <a:gd name="connsiteY2" fmla="*/ 3677371 h 3684838"/>
              <a:gd name="connsiteX3" fmla="*/ 489138 w 4730650"/>
              <a:gd name="connsiteY3" fmla="*/ 3684838 h 3684838"/>
              <a:gd name="connsiteX4" fmla="*/ 593586 w 4730650"/>
              <a:gd name="connsiteY4" fmla="*/ 2174 h 3684838"/>
              <a:gd name="connsiteX0" fmla="*/ 593586 w 4736932"/>
              <a:gd name="connsiteY0" fmla="*/ 2174 h 3687322"/>
              <a:gd name="connsiteX1" fmla="*/ 4729804 w 4736932"/>
              <a:gd name="connsiteY1" fmla="*/ 0 h 3687322"/>
              <a:gd name="connsiteX2" fmla="*/ 4736485 w 4736932"/>
              <a:gd name="connsiteY2" fmla="*/ 3687322 h 3687322"/>
              <a:gd name="connsiteX3" fmla="*/ 489138 w 4736932"/>
              <a:gd name="connsiteY3" fmla="*/ 3684838 h 3687322"/>
              <a:gd name="connsiteX4" fmla="*/ 593586 w 4736932"/>
              <a:gd name="connsiteY4" fmla="*/ 2174 h 3687322"/>
              <a:gd name="connsiteX0" fmla="*/ 593586 w 4739824"/>
              <a:gd name="connsiteY0" fmla="*/ 2174 h 3687322"/>
              <a:gd name="connsiteX1" fmla="*/ 4739824 w 4739824"/>
              <a:gd name="connsiteY1" fmla="*/ 0 h 3687322"/>
              <a:gd name="connsiteX2" fmla="*/ 4736485 w 4739824"/>
              <a:gd name="connsiteY2" fmla="*/ 3687322 h 3687322"/>
              <a:gd name="connsiteX3" fmla="*/ 489138 w 4739824"/>
              <a:gd name="connsiteY3" fmla="*/ 3684838 h 3687322"/>
              <a:gd name="connsiteX4" fmla="*/ 593586 w 4739824"/>
              <a:gd name="connsiteY4" fmla="*/ 2174 h 368732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4739824" h="3687322">
                <a:moveTo>
                  <a:pt x="593586" y="2174"/>
                </a:moveTo>
                <a:lnTo>
                  <a:pt x="4739824" y="0"/>
                </a:lnTo>
                <a:cubicBezTo>
                  <a:pt x="4736893" y="1360600"/>
                  <a:pt x="4739416" y="2326722"/>
                  <a:pt x="4736485" y="3687322"/>
                </a:cubicBezTo>
                <a:lnTo>
                  <a:pt x="489138" y="3684838"/>
                </a:lnTo>
                <a:cubicBezTo>
                  <a:pt x="18231" y="2928543"/>
                  <a:pt x="-365842" y="1442490"/>
                  <a:pt x="593586" y="2174"/>
                </a:cubicBezTo>
                <a:close/>
              </a:path>
            </a:pathLst>
          </a:custGeom>
        </p:spPr>
      </p:pic>
    </p:spTree>
    <p:extLst>
      <p:ext uri="{BB962C8B-B14F-4D97-AF65-F5344CB8AC3E}">
        <p14:creationId xmlns:p14="http://schemas.microsoft.com/office/powerpoint/2010/main" val="156872973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hoto 4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Placeholder 7">
            <a:extLst>
              <a:ext uri="{FF2B5EF4-FFF2-40B4-BE49-F238E27FC236}">
                <a16:creationId xmlns:a16="http://schemas.microsoft.com/office/drawing/2014/main" id="{7E45A080-DD6F-8355-AD70-AA2FEF31A177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rcRect l="262" r="262"/>
          <a:stretch/>
        </p:blipFill>
        <p:spPr>
          <a:xfrm>
            <a:off x="4646746" y="1622848"/>
            <a:ext cx="4505976" cy="3529382"/>
          </a:xfrm>
          <a:custGeom>
            <a:avLst/>
            <a:gdLst>
              <a:gd name="connsiteX0" fmla="*/ 0 w 4115581"/>
              <a:gd name="connsiteY0" fmla="*/ 0 h 4073007"/>
              <a:gd name="connsiteX1" fmla="*/ 4115581 w 4115581"/>
              <a:gd name="connsiteY1" fmla="*/ 0 h 4073007"/>
              <a:gd name="connsiteX2" fmla="*/ 4115581 w 4115581"/>
              <a:gd name="connsiteY2" fmla="*/ 4073007 h 4073007"/>
              <a:gd name="connsiteX3" fmla="*/ 0 w 4115581"/>
              <a:gd name="connsiteY3" fmla="*/ 4073007 h 4073007"/>
              <a:gd name="connsiteX4" fmla="*/ 0 w 4115581"/>
              <a:gd name="connsiteY4" fmla="*/ 0 h 4073007"/>
              <a:gd name="connsiteX0" fmla="*/ 429846 w 4545427"/>
              <a:gd name="connsiteY0" fmla="*/ 0 h 4073007"/>
              <a:gd name="connsiteX1" fmla="*/ 4545427 w 4545427"/>
              <a:gd name="connsiteY1" fmla="*/ 0 h 4073007"/>
              <a:gd name="connsiteX2" fmla="*/ 4545427 w 4545427"/>
              <a:gd name="connsiteY2" fmla="*/ 4073007 h 4073007"/>
              <a:gd name="connsiteX3" fmla="*/ 429846 w 4545427"/>
              <a:gd name="connsiteY3" fmla="*/ 4073007 h 4073007"/>
              <a:gd name="connsiteX4" fmla="*/ 429846 w 4545427"/>
              <a:gd name="connsiteY4" fmla="*/ 0 h 4073007"/>
              <a:gd name="connsiteX0" fmla="*/ 563853 w 4679434"/>
              <a:gd name="connsiteY0" fmla="*/ 0 h 4073007"/>
              <a:gd name="connsiteX1" fmla="*/ 4679434 w 4679434"/>
              <a:gd name="connsiteY1" fmla="*/ 0 h 4073007"/>
              <a:gd name="connsiteX2" fmla="*/ 4679434 w 4679434"/>
              <a:gd name="connsiteY2" fmla="*/ 4073007 h 4073007"/>
              <a:gd name="connsiteX3" fmla="*/ 563853 w 4679434"/>
              <a:gd name="connsiteY3" fmla="*/ 4073007 h 4073007"/>
              <a:gd name="connsiteX4" fmla="*/ 563853 w 4679434"/>
              <a:gd name="connsiteY4" fmla="*/ 0 h 4073007"/>
              <a:gd name="connsiteX0" fmla="*/ 570773 w 4668769"/>
              <a:gd name="connsiteY0" fmla="*/ 0 h 4081799"/>
              <a:gd name="connsiteX1" fmla="*/ 4668769 w 4668769"/>
              <a:gd name="connsiteY1" fmla="*/ 8792 h 4081799"/>
              <a:gd name="connsiteX2" fmla="*/ 4668769 w 4668769"/>
              <a:gd name="connsiteY2" fmla="*/ 4081799 h 4081799"/>
              <a:gd name="connsiteX3" fmla="*/ 553188 w 4668769"/>
              <a:gd name="connsiteY3" fmla="*/ 4081799 h 4081799"/>
              <a:gd name="connsiteX4" fmla="*/ 570773 w 4668769"/>
              <a:gd name="connsiteY4" fmla="*/ 0 h 4081799"/>
              <a:gd name="connsiteX0" fmla="*/ 570773 w 4677561"/>
              <a:gd name="connsiteY0" fmla="*/ 1 h 4081800"/>
              <a:gd name="connsiteX1" fmla="*/ 4677561 w 4677561"/>
              <a:gd name="connsiteY1" fmla="*/ 0 h 4081800"/>
              <a:gd name="connsiteX2" fmla="*/ 4668769 w 4677561"/>
              <a:gd name="connsiteY2" fmla="*/ 4081800 h 4081800"/>
              <a:gd name="connsiteX3" fmla="*/ 553188 w 4677561"/>
              <a:gd name="connsiteY3" fmla="*/ 4081800 h 4081800"/>
              <a:gd name="connsiteX4" fmla="*/ 570773 w 4677561"/>
              <a:gd name="connsiteY4" fmla="*/ 1 h 4081800"/>
              <a:gd name="connsiteX0" fmla="*/ 599816 w 4706604"/>
              <a:gd name="connsiteY0" fmla="*/ 1 h 4081800"/>
              <a:gd name="connsiteX1" fmla="*/ 4706604 w 4706604"/>
              <a:gd name="connsiteY1" fmla="*/ 0 h 4081800"/>
              <a:gd name="connsiteX2" fmla="*/ 4697812 w 4706604"/>
              <a:gd name="connsiteY2" fmla="*/ 4081800 h 4081800"/>
              <a:gd name="connsiteX3" fmla="*/ 511892 w 4706604"/>
              <a:gd name="connsiteY3" fmla="*/ 3659769 h 4081800"/>
              <a:gd name="connsiteX4" fmla="*/ 599816 w 4706604"/>
              <a:gd name="connsiteY4" fmla="*/ 1 h 4081800"/>
              <a:gd name="connsiteX0" fmla="*/ 599816 w 4706604"/>
              <a:gd name="connsiteY0" fmla="*/ 1 h 3659769"/>
              <a:gd name="connsiteX1" fmla="*/ 4706604 w 4706604"/>
              <a:gd name="connsiteY1" fmla="*/ 0 h 3659769"/>
              <a:gd name="connsiteX2" fmla="*/ 4645059 w 4706604"/>
              <a:gd name="connsiteY2" fmla="*/ 3624600 h 3659769"/>
              <a:gd name="connsiteX3" fmla="*/ 511892 w 4706604"/>
              <a:gd name="connsiteY3" fmla="*/ 3659769 h 3659769"/>
              <a:gd name="connsiteX4" fmla="*/ 599816 w 4706604"/>
              <a:gd name="connsiteY4" fmla="*/ 1 h 3659769"/>
              <a:gd name="connsiteX0" fmla="*/ 599816 w 4707450"/>
              <a:gd name="connsiteY0" fmla="*/ 1 h 3659769"/>
              <a:gd name="connsiteX1" fmla="*/ 4706604 w 4707450"/>
              <a:gd name="connsiteY1" fmla="*/ 0 h 3659769"/>
              <a:gd name="connsiteX2" fmla="*/ 4706605 w 4707450"/>
              <a:gd name="connsiteY2" fmla="*/ 3650977 h 3659769"/>
              <a:gd name="connsiteX3" fmla="*/ 511892 w 4707450"/>
              <a:gd name="connsiteY3" fmla="*/ 3659769 h 3659769"/>
              <a:gd name="connsiteX4" fmla="*/ 599816 w 4707450"/>
              <a:gd name="connsiteY4" fmla="*/ 1 h 3659769"/>
              <a:gd name="connsiteX0" fmla="*/ 634214 w 4741848"/>
              <a:gd name="connsiteY0" fmla="*/ 1 h 3668316"/>
              <a:gd name="connsiteX1" fmla="*/ 4741002 w 4741848"/>
              <a:gd name="connsiteY1" fmla="*/ 0 h 3668316"/>
              <a:gd name="connsiteX2" fmla="*/ 4741003 w 4741848"/>
              <a:gd name="connsiteY2" fmla="*/ 3650977 h 3668316"/>
              <a:gd name="connsiteX3" fmla="*/ 469369 w 4741848"/>
              <a:gd name="connsiteY3" fmla="*/ 3668316 h 3668316"/>
              <a:gd name="connsiteX4" fmla="*/ 634214 w 4741848"/>
              <a:gd name="connsiteY4" fmla="*/ 1 h 3668316"/>
              <a:gd name="connsiteX0" fmla="*/ 642249 w 4732789"/>
              <a:gd name="connsiteY0" fmla="*/ 1 h 3668316"/>
              <a:gd name="connsiteX1" fmla="*/ 4731943 w 4732789"/>
              <a:gd name="connsiteY1" fmla="*/ 0 h 3668316"/>
              <a:gd name="connsiteX2" fmla="*/ 4731944 w 4732789"/>
              <a:gd name="connsiteY2" fmla="*/ 3650977 h 3668316"/>
              <a:gd name="connsiteX3" fmla="*/ 460310 w 4732789"/>
              <a:gd name="connsiteY3" fmla="*/ 3668316 h 3668316"/>
              <a:gd name="connsiteX4" fmla="*/ 642249 w 4732789"/>
              <a:gd name="connsiteY4" fmla="*/ 1 h 3668316"/>
              <a:gd name="connsiteX0" fmla="*/ 642249 w 4732789"/>
              <a:gd name="connsiteY0" fmla="*/ 1 h 3680688"/>
              <a:gd name="connsiteX1" fmla="*/ 4731943 w 4732789"/>
              <a:gd name="connsiteY1" fmla="*/ 0 h 3680688"/>
              <a:gd name="connsiteX2" fmla="*/ 4731944 w 4732789"/>
              <a:gd name="connsiteY2" fmla="*/ 3680688 h 3680688"/>
              <a:gd name="connsiteX3" fmla="*/ 460310 w 4732789"/>
              <a:gd name="connsiteY3" fmla="*/ 3668316 h 3680688"/>
              <a:gd name="connsiteX4" fmla="*/ 642249 w 4732789"/>
              <a:gd name="connsiteY4" fmla="*/ 1 h 3680688"/>
              <a:gd name="connsiteX0" fmla="*/ 642249 w 4732789"/>
              <a:gd name="connsiteY0" fmla="*/ 1 h 3681521"/>
              <a:gd name="connsiteX1" fmla="*/ 4731943 w 4732789"/>
              <a:gd name="connsiteY1" fmla="*/ 0 h 3681521"/>
              <a:gd name="connsiteX2" fmla="*/ 4731944 w 4732789"/>
              <a:gd name="connsiteY2" fmla="*/ 3680688 h 3681521"/>
              <a:gd name="connsiteX3" fmla="*/ 460310 w 4732789"/>
              <a:gd name="connsiteY3" fmla="*/ 3681521 h 3681521"/>
              <a:gd name="connsiteX4" fmla="*/ 642249 w 4732789"/>
              <a:gd name="connsiteY4" fmla="*/ 1 h 3681521"/>
              <a:gd name="connsiteX0" fmla="*/ 651938 w 4742478"/>
              <a:gd name="connsiteY0" fmla="*/ 1 h 3681521"/>
              <a:gd name="connsiteX1" fmla="*/ 4741632 w 4742478"/>
              <a:gd name="connsiteY1" fmla="*/ 0 h 3681521"/>
              <a:gd name="connsiteX2" fmla="*/ 4741633 w 4742478"/>
              <a:gd name="connsiteY2" fmla="*/ 3680688 h 3681521"/>
              <a:gd name="connsiteX3" fmla="*/ 469999 w 4742478"/>
              <a:gd name="connsiteY3" fmla="*/ 3681521 h 3681521"/>
              <a:gd name="connsiteX4" fmla="*/ 651938 w 4742478"/>
              <a:gd name="connsiteY4" fmla="*/ 1 h 3681521"/>
              <a:gd name="connsiteX0" fmla="*/ 651938 w 4742478"/>
              <a:gd name="connsiteY0" fmla="*/ 1 h 3681521"/>
              <a:gd name="connsiteX1" fmla="*/ 4741632 w 4742478"/>
              <a:gd name="connsiteY1" fmla="*/ 0 h 3681521"/>
              <a:gd name="connsiteX2" fmla="*/ 4741633 w 4742478"/>
              <a:gd name="connsiteY2" fmla="*/ 3680688 h 3681521"/>
              <a:gd name="connsiteX3" fmla="*/ 469999 w 4742478"/>
              <a:gd name="connsiteY3" fmla="*/ 3681521 h 3681521"/>
              <a:gd name="connsiteX4" fmla="*/ 651938 w 4742478"/>
              <a:gd name="connsiteY4" fmla="*/ 1 h 3681521"/>
              <a:gd name="connsiteX0" fmla="*/ 636661 w 4760368"/>
              <a:gd name="connsiteY0" fmla="*/ 5491 h 3681521"/>
              <a:gd name="connsiteX1" fmla="*/ 4759522 w 4760368"/>
              <a:gd name="connsiteY1" fmla="*/ 0 h 3681521"/>
              <a:gd name="connsiteX2" fmla="*/ 4759523 w 4760368"/>
              <a:gd name="connsiteY2" fmla="*/ 3680688 h 3681521"/>
              <a:gd name="connsiteX3" fmla="*/ 487889 w 4760368"/>
              <a:gd name="connsiteY3" fmla="*/ 3681521 h 3681521"/>
              <a:gd name="connsiteX4" fmla="*/ 636661 w 4760368"/>
              <a:gd name="connsiteY4" fmla="*/ 5491 h 3681521"/>
              <a:gd name="connsiteX0" fmla="*/ 629168 w 4769574"/>
              <a:gd name="connsiteY0" fmla="*/ 8808 h 3681521"/>
              <a:gd name="connsiteX1" fmla="*/ 4768728 w 4769574"/>
              <a:gd name="connsiteY1" fmla="*/ 0 h 3681521"/>
              <a:gd name="connsiteX2" fmla="*/ 4768729 w 4769574"/>
              <a:gd name="connsiteY2" fmla="*/ 3680688 h 3681521"/>
              <a:gd name="connsiteX3" fmla="*/ 497095 w 4769574"/>
              <a:gd name="connsiteY3" fmla="*/ 3681521 h 3681521"/>
              <a:gd name="connsiteX4" fmla="*/ 629168 w 4769574"/>
              <a:gd name="connsiteY4" fmla="*/ 8808 h 3681521"/>
              <a:gd name="connsiteX0" fmla="*/ 601494 w 4741900"/>
              <a:gd name="connsiteY0" fmla="*/ 8808 h 3684838"/>
              <a:gd name="connsiteX1" fmla="*/ 4741054 w 4741900"/>
              <a:gd name="connsiteY1" fmla="*/ 0 h 3684838"/>
              <a:gd name="connsiteX2" fmla="*/ 4741055 w 4741900"/>
              <a:gd name="connsiteY2" fmla="*/ 3680688 h 3684838"/>
              <a:gd name="connsiteX3" fmla="*/ 533787 w 4741900"/>
              <a:gd name="connsiteY3" fmla="*/ 3684838 h 3684838"/>
              <a:gd name="connsiteX4" fmla="*/ 601494 w 4741900"/>
              <a:gd name="connsiteY4" fmla="*/ 8808 h 3684838"/>
              <a:gd name="connsiteX0" fmla="*/ 617057 w 4757463"/>
              <a:gd name="connsiteY0" fmla="*/ 8808 h 3680688"/>
              <a:gd name="connsiteX1" fmla="*/ 4756617 w 4757463"/>
              <a:gd name="connsiteY1" fmla="*/ 0 h 3680688"/>
              <a:gd name="connsiteX2" fmla="*/ 4756618 w 4757463"/>
              <a:gd name="connsiteY2" fmla="*/ 3680688 h 3680688"/>
              <a:gd name="connsiteX3" fmla="*/ 512611 w 4757463"/>
              <a:gd name="connsiteY3" fmla="*/ 3678203 h 3680688"/>
              <a:gd name="connsiteX4" fmla="*/ 617057 w 4757463"/>
              <a:gd name="connsiteY4" fmla="*/ 8808 h 3680688"/>
              <a:gd name="connsiteX0" fmla="*/ 602464 w 4742870"/>
              <a:gd name="connsiteY0" fmla="*/ 8808 h 3680688"/>
              <a:gd name="connsiteX1" fmla="*/ 4742024 w 4742870"/>
              <a:gd name="connsiteY1" fmla="*/ 0 h 3680688"/>
              <a:gd name="connsiteX2" fmla="*/ 4742025 w 4742870"/>
              <a:gd name="connsiteY2" fmla="*/ 3680688 h 3680688"/>
              <a:gd name="connsiteX3" fmla="*/ 498018 w 4742870"/>
              <a:gd name="connsiteY3" fmla="*/ 3678203 h 3680688"/>
              <a:gd name="connsiteX4" fmla="*/ 602464 w 4742870"/>
              <a:gd name="connsiteY4" fmla="*/ 8808 h 3680688"/>
              <a:gd name="connsiteX0" fmla="*/ 586378 w 4726784"/>
              <a:gd name="connsiteY0" fmla="*/ 8808 h 3680688"/>
              <a:gd name="connsiteX1" fmla="*/ 4725938 w 4726784"/>
              <a:gd name="connsiteY1" fmla="*/ 0 h 3680688"/>
              <a:gd name="connsiteX2" fmla="*/ 4725939 w 4726784"/>
              <a:gd name="connsiteY2" fmla="*/ 3680688 h 3680688"/>
              <a:gd name="connsiteX3" fmla="*/ 481932 w 4726784"/>
              <a:gd name="connsiteY3" fmla="*/ 3678203 h 3680688"/>
              <a:gd name="connsiteX4" fmla="*/ 586378 w 4726784"/>
              <a:gd name="connsiteY4" fmla="*/ 8808 h 3680688"/>
              <a:gd name="connsiteX0" fmla="*/ 575515 w 4715921"/>
              <a:gd name="connsiteY0" fmla="*/ 8808 h 3680688"/>
              <a:gd name="connsiteX1" fmla="*/ 4715075 w 4715921"/>
              <a:gd name="connsiteY1" fmla="*/ 0 h 3680688"/>
              <a:gd name="connsiteX2" fmla="*/ 4715076 w 4715921"/>
              <a:gd name="connsiteY2" fmla="*/ 3680688 h 3680688"/>
              <a:gd name="connsiteX3" fmla="*/ 471069 w 4715921"/>
              <a:gd name="connsiteY3" fmla="*/ 3678203 h 3680688"/>
              <a:gd name="connsiteX4" fmla="*/ 575515 w 4715921"/>
              <a:gd name="connsiteY4" fmla="*/ 8808 h 3680688"/>
              <a:gd name="connsiteX0" fmla="*/ 587738 w 4728144"/>
              <a:gd name="connsiteY0" fmla="*/ 8808 h 3680688"/>
              <a:gd name="connsiteX1" fmla="*/ 4727298 w 4728144"/>
              <a:gd name="connsiteY1" fmla="*/ 0 h 3680688"/>
              <a:gd name="connsiteX2" fmla="*/ 4727299 w 4728144"/>
              <a:gd name="connsiteY2" fmla="*/ 3680688 h 3680688"/>
              <a:gd name="connsiteX3" fmla="*/ 483292 w 4728144"/>
              <a:gd name="connsiteY3" fmla="*/ 3678203 h 3680688"/>
              <a:gd name="connsiteX4" fmla="*/ 587738 w 4728144"/>
              <a:gd name="connsiteY4" fmla="*/ 8808 h 3680688"/>
              <a:gd name="connsiteX0" fmla="*/ 592227 w 4732633"/>
              <a:gd name="connsiteY0" fmla="*/ 8808 h 3680688"/>
              <a:gd name="connsiteX1" fmla="*/ 4731787 w 4732633"/>
              <a:gd name="connsiteY1" fmla="*/ 0 h 3680688"/>
              <a:gd name="connsiteX2" fmla="*/ 4731788 w 4732633"/>
              <a:gd name="connsiteY2" fmla="*/ 3680688 h 3680688"/>
              <a:gd name="connsiteX3" fmla="*/ 487781 w 4732633"/>
              <a:gd name="connsiteY3" fmla="*/ 3678203 h 3680688"/>
              <a:gd name="connsiteX4" fmla="*/ 592227 w 4732633"/>
              <a:gd name="connsiteY4" fmla="*/ 8808 h 3680688"/>
              <a:gd name="connsiteX0" fmla="*/ 590793 w 4734538"/>
              <a:gd name="connsiteY0" fmla="*/ 2174 h 3680688"/>
              <a:gd name="connsiteX1" fmla="*/ 4733692 w 4734538"/>
              <a:gd name="connsiteY1" fmla="*/ 0 h 3680688"/>
              <a:gd name="connsiteX2" fmla="*/ 4733693 w 4734538"/>
              <a:gd name="connsiteY2" fmla="*/ 3680688 h 3680688"/>
              <a:gd name="connsiteX3" fmla="*/ 489686 w 4734538"/>
              <a:gd name="connsiteY3" fmla="*/ 3678203 h 3680688"/>
              <a:gd name="connsiteX4" fmla="*/ 590793 w 4734538"/>
              <a:gd name="connsiteY4" fmla="*/ 2174 h 3680688"/>
              <a:gd name="connsiteX0" fmla="*/ 598022 w 4725068"/>
              <a:gd name="connsiteY0" fmla="*/ 0 h 3681831"/>
              <a:gd name="connsiteX1" fmla="*/ 4724222 w 4725068"/>
              <a:gd name="connsiteY1" fmla="*/ 1143 h 3681831"/>
              <a:gd name="connsiteX2" fmla="*/ 4724223 w 4725068"/>
              <a:gd name="connsiteY2" fmla="*/ 3681831 h 3681831"/>
              <a:gd name="connsiteX3" fmla="*/ 480216 w 4725068"/>
              <a:gd name="connsiteY3" fmla="*/ 3679346 h 3681831"/>
              <a:gd name="connsiteX4" fmla="*/ 598022 w 4725068"/>
              <a:gd name="connsiteY4" fmla="*/ 0 h 3681831"/>
              <a:gd name="connsiteX0" fmla="*/ 598022 w 4725068"/>
              <a:gd name="connsiteY0" fmla="*/ 0 h 3685148"/>
              <a:gd name="connsiteX1" fmla="*/ 4724222 w 4725068"/>
              <a:gd name="connsiteY1" fmla="*/ 4460 h 3685148"/>
              <a:gd name="connsiteX2" fmla="*/ 4724223 w 4725068"/>
              <a:gd name="connsiteY2" fmla="*/ 3685148 h 3685148"/>
              <a:gd name="connsiteX3" fmla="*/ 480216 w 4725068"/>
              <a:gd name="connsiteY3" fmla="*/ 3682663 h 3685148"/>
              <a:gd name="connsiteX4" fmla="*/ 598022 w 4725068"/>
              <a:gd name="connsiteY4" fmla="*/ 0 h 3685148"/>
              <a:gd name="connsiteX0" fmla="*/ 596565 w 4726950"/>
              <a:gd name="connsiteY0" fmla="*/ 2174 h 3680688"/>
              <a:gd name="connsiteX1" fmla="*/ 4726104 w 4726950"/>
              <a:gd name="connsiteY1" fmla="*/ 0 h 3680688"/>
              <a:gd name="connsiteX2" fmla="*/ 4726105 w 4726950"/>
              <a:gd name="connsiteY2" fmla="*/ 3680688 h 3680688"/>
              <a:gd name="connsiteX3" fmla="*/ 482098 w 4726950"/>
              <a:gd name="connsiteY3" fmla="*/ 3678203 h 3680688"/>
              <a:gd name="connsiteX4" fmla="*/ 596565 w 4726950"/>
              <a:gd name="connsiteY4" fmla="*/ 2174 h 3680688"/>
              <a:gd name="connsiteX0" fmla="*/ 600621 w 4731006"/>
              <a:gd name="connsiteY0" fmla="*/ 2174 h 3680688"/>
              <a:gd name="connsiteX1" fmla="*/ 4730160 w 4731006"/>
              <a:gd name="connsiteY1" fmla="*/ 0 h 3680688"/>
              <a:gd name="connsiteX2" fmla="*/ 4730161 w 4731006"/>
              <a:gd name="connsiteY2" fmla="*/ 3680688 h 3680688"/>
              <a:gd name="connsiteX3" fmla="*/ 486154 w 4731006"/>
              <a:gd name="connsiteY3" fmla="*/ 3678203 h 3680688"/>
              <a:gd name="connsiteX4" fmla="*/ 600621 w 4731006"/>
              <a:gd name="connsiteY4" fmla="*/ 2174 h 3680688"/>
              <a:gd name="connsiteX0" fmla="*/ 599177 w 4729562"/>
              <a:gd name="connsiteY0" fmla="*/ 2174 h 3688155"/>
              <a:gd name="connsiteX1" fmla="*/ 4728716 w 4729562"/>
              <a:gd name="connsiteY1" fmla="*/ 0 h 3688155"/>
              <a:gd name="connsiteX2" fmla="*/ 4728717 w 4729562"/>
              <a:gd name="connsiteY2" fmla="*/ 3680688 h 3688155"/>
              <a:gd name="connsiteX3" fmla="*/ 488050 w 4729562"/>
              <a:gd name="connsiteY3" fmla="*/ 3688155 h 3688155"/>
              <a:gd name="connsiteX4" fmla="*/ 599177 w 4729562"/>
              <a:gd name="connsiteY4" fmla="*/ 2174 h 3688155"/>
              <a:gd name="connsiteX0" fmla="*/ 599177 w 4729562"/>
              <a:gd name="connsiteY0" fmla="*/ 0 h 3685981"/>
              <a:gd name="connsiteX1" fmla="*/ 4728716 w 4729562"/>
              <a:gd name="connsiteY1" fmla="*/ 1143 h 3685981"/>
              <a:gd name="connsiteX2" fmla="*/ 4728717 w 4729562"/>
              <a:gd name="connsiteY2" fmla="*/ 3678514 h 3685981"/>
              <a:gd name="connsiteX3" fmla="*/ 488050 w 4729562"/>
              <a:gd name="connsiteY3" fmla="*/ 3685981 h 3685981"/>
              <a:gd name="connsiteX4" fmla="*/ 599177 w 4729562"/>
              <a:gd name="connsiteY4" fmla="*/ 0 h 3685981"/>
              <a:gd name="connsiteX0" fmla="*/ 596303 w 4733367"/>
              <a:gd name="connsiteY0" fmla="*/ 5491 h 3684838"/>
              <a:gd name="connsiteX1" fmla="*/ 4732521 w 4733367"/>
              <a:gd name="connsiteY1" fmla="*/ 0 h 3684838"/>
              <a:gd name="connsiteX2" fmla="*/ 4732522 w 4733367"/>
              <a:gd name="connsiteY2" fmla="*/ 3677371 h 3684838"/>
              <a:gd name="connsiteX3" fmla="*/ 491855 w 4733367"/>
              <a:gd name="connsiteY3" fmla="*/ 3684838 h 3684838"/>
              <a:gd name="connsiteX4" fmla="*/ 596303 w 4733367"/>
              <a:gd name="connsiteY4" fmla="*/ 5491 h 3684838"/>
              <a:gd name="connsiteX0" fmla="*/ 596303 w 4733367"/>
              <a:gd name="connsiteY0" fmla="*/ 5491 h 3684838"/>
              <a:gd name="connsiteX1" fmla="*/ 4732521 w 4733367"/>
              <a:gd name="connsiteY1" fmla="*/ 0 h 3684838"/>
              <a:gd name="connsiteX2" fmla="*/ 4732522 w 4733367"/>
              <a:gd name="connsiteY2" fmla="*/ 3677371 h 3684838"/>
              <a:gd name="connsiteX3" fmla="*/ 491855 w 4733367"/>
              <a:gd name="connsiteY3" fmla="*/ 3684838 h 3684838"/>
              <a:gd name="connsiteX4" fmla="*/ 596303 w 4733367"/>
              <a:gd name="connsiteY4" fmla="*/ 5491 h 3684838"/>
              <a:gd name="connsiteX0" fmla="*/ 594875 w 4735279"/>
              <a:gd name="connsiteY0" fmla="*/ 2174 h 3684838"/>
              <a:gd name="connsiteX1" fmla="*/ 4734433 w 4735279"/>
              <a:gd name="connsiteY1" fmla="*/ 0 h 3684838"/>
              <a:gd name="connsiteX2" fmla="*/ 4734434 w 4735279"/>
              <a:gd name="connsiteY2" fmla="*/ 3677371 h 3684838"/>
              <a:gd name="connsiteX3" fmla="*/ 493767 w 4735279"/>
              <a:gd name="connsiteY3" fmla="*/ 3684838 h 3684838"/>
              <a:gd name="connsiteX4" fmla="*/ 594875 w 4735279"/>
              <a:gd name="connsiteY4" fmla="*/ 2174 h 3684838"/>
              <a:gd name="connsiteX0" fmla="*/ 594875 w 4735279"/>
              <a:gd name="connsiteY0" fmla="*/ 2174 h 3684838"/>
              <a:gd name="connsiteX1" fmla="*/ 4734433 w 4735279"/>
              <a:gd name="connsiteY1" fmla="*/ 0 h 3684838"/>
              <a:gd name="connsiteX2" fmla="*/ 4734434 w 4735279"/>
              <a:gd name="connsiteY2" fmla="*/ 3677371 h 3684838"/>
              <a:gd name="connsiteX3" fmla="*/ 493767 w 4735279"/>
              <a:gd name="connsiteY3" fmla="*/ 3684838 h 3684838"/>
              <a:gd name="connsiteX4" fmla="*/ 594875 w 4735279"/>
              <a:gd name="connsiteY4" fmla="*/ 2174 h 3684838"/>
              <a:gd name="connsiteX0" fmla="*/ 594875 w 4735279"/>
              <a:gd name="connsiteY0" fmla="*/ 5491 h 3684838"/>
              <a:gd name="connsiteX1" fmla="*/ 4734433 w 4735279"/>
              <a:gd name="connsiteY1" fmla="*/ 0 h 3684838"/>
              <a:gd name="connsiteX2" fmla="*/ 4734434 w 4735279"/>
              <a:gd name="connsiteY2" fmla="*/ 3677371 h 3684838"/>
              <a:gd name="connsiteX3" fmla="*/ 493767 w 4735279"/>
              <a:gd name="connsiteY3" fmla="*/ 3684838 h 3684838"/>
              <a:gd name="connsiteX4" fmla="*/ 594875 w 4735279"/>
              <a:gd name="connsiteY4" fmla="*/ 5491 h 3684838"/>
              <a:gd name="connsiteX0" fmla="*/ 596304 w 4733368"/>
              <a:gd name="connsiteY0" fmla="*/ 2174 h 3684838"/>
              <a:gd name="connsiteX1" fmla="*/ 4732522 w 4733368"/>
              <a:gd name="connsiteY1" fmla="*/ 0 h 3684838"/>
              <a:gd name="connsiteX2" fmla="*/ 4732523 w 4733368"/>
              <a:gd name="connsiteY2" fmla="*/ 3677371 h 3684838"/>
              <a:gd name="connsiteX3" fmla="*/ 491856 w 4733368"/>
              <a:gd name="connsiteY3" fmla="*/ 3684838 h 3684838"/>
              <a:gd name="connsiteX4" fmla="*/ 596304 w 4733368"/>
              <a:gd name="connsiteY4" fmla="*/ 2174 h 3684838"/>
              <a:gd name="connsiteX0" fmla="*/ 596304 w 4733368"/>
              <a:gd name="connsiteY0" fmla="*/ 5491 h 3684838"/>
              <a:gd name="connsiteX1" fmla="*/ 4732522 w 4733368"/>
              <a:gd name="connsiteY1" fmla="*/ 0 h 3684838"/>
              <a:gd name="connsiteX2" fmla="*/ 4732523 w 4733368"/>
              <a:gd name="connsiteY2" fmla="*/ 3677371 h 3684838"/>
              <a:gd name="connsiteX3" fmla="*/ 491856 w 4733368"/>
              <a:gd name="connsiteY3" fmla="*/ 3684838 h 3684838"/>
              <a:gd name="connsiteX4" fmla="*/ 596304 w 4733368"/>
              <a:gd name="connsiteY4" fmla="*/ 5491 h 3684838"/>
              <a:gd name="connsiteX0" fmla="*/ 594875 w 4735279"/>
              <a:gd name="connsiteY0" fmla="*/ 5491 h 3684838"/>
              <a:gd name="connsiteX1" fmla="*/ 4734433 w 4735279"/>
              <a:gd name="connsiteY1" fmla="*/ 0 h 3684838"/>
              <a:gd name="connsiteX2" fmla="*/ 4734434 w 4735279"/>
              <a:gd name="connsiteY2" fmla="*/ 3677371 h 3684838"/>
              <a:gd name="connsiteX3" fmla="*/ 493767 w 4735279"/>
              <a:gd name="connsiteY3" fmla="*/ 3684838 h 3684838"/>
              <a:gd name="connsiteX4" fmla="*/ 594875 w 4735279"/>
              <a:gd name="connsiteY4" fmla="*/ 5491 h 3684838"/>
              <a:gd name="connsiteX0" fmla="*/ 596304 w 4733368"/>
              <a:gd name="connsiteY0" fmla="*/ 2174 h 3684838"/>
              <a:gd name="connsiteX1" fmla="*/ 4732522 w 4733368"/>
              <a:gd name="connsiteY1" fmla="*/ 0 h 3684838"/>
              <a:gd name="connsiteX2" fmla="*/ 4732523 w 4733368"/>
              <a:gd name="connsiteY2" fmla="*/ 3677371 h 3684838"/>
              <a:gd name="connsiteX3" fmla="*/ 491856 w 4733368"/>
              <a:gd name="connsiteY3" fmla="*/ 3684838 h 3684838"/>
              <a:gd name="connsiteX4" fmla="*/ 596304 w 4733368"/>
              <a:gd name="connsiteY4" fmla="*/ 2174 h 3684838"/>
              <a:gd name="connsiteX0" fmla="*/ 585455 w 4722519"/>
              <a:gd name="connsiteY0" fmla="*/ 2174 h 3684838"/>
              <a:gd name="connsiteX1" fmla="*/ 4721673 w 4722519"/>
              <a:gd name="connsiteY1" fmla="*/ 0 h 3684838"/>
              <a:gd name="connsiteX2" fmla="*/ 4721674 w 4722519"/>
              <a:gd name="connsiteY2" fmla="*/ 3677371 h 3684838"/>
              <a:gd name="connsiteX3" fmla="*/ 481007 w 4722519"/>
              <a:gd name="connsiteY3" fmla="*/ 3684838 h 3684838"/>
              <a:gd name="connsiteX4" fmla="*/ 585455 w 4722519"/>
              <a:gd name="connsiteY4" fmla="*/ 2174 h 3684838"/>
              <a:gd name="connsiteX0" fmla="*/ 593586 w 4730650"/>
              <a:gd name="connsiteY0" fmla="*/ 2174 h 3684838"/>
              <a:gd name="connsiteX1" fmla="*/ 4729804 w 4730650"/>
              <a:gd name="connsiteY1" fmla="*/ 0 h 3684838"/>
              <a:gd name="connsiteX2" fmla="*/ 4729805 w 4730650"/>
              <a:gd name="connsiteY2" fmla="*/ 3677371 h 3684838"/>
              <a:gd name="connsiteX3" fmla="*/ 489138 w 4730650"/>
              <a:gd name="connsiteY3" fmla="*/ 3684838 h 3684838"/>
              <a:gd name="connsiteX4" fmla="*/ 593586 w 4730650"/>
              <a:gd name="connsiteY4" fmla="*/ 2174 h 3684838"/>
              <a:gd name="connsiteX0" fmla="*/ 593586 w 4736932"/>
              <a:gd name="connsiteY0" fmla="*/ 2174 h 3687322"/>
              <a:gd name="connsiteX1" fmla="*/ 4729804 w 4736932"/>
              <a:gd name="connsiteY1" fmla="*/ 0 h 3687322"/>
              <a:gd name="connsiteX2" fmla="*/ 4736485 w 4736932"/>
              <a:gd name="connsiteY2" fmla="*/ 3687322 h 3687322"/>
              <a:gd name="connsiteX3" fmla="*/ 489138 w 4736932"/>
              <a:gd name="connsiteY3" fmla="*/ 3684838 h 3687322"/>
              <a:gd name="connsiteX4" fmla="*/ 593586 w 4736932"/>
              <a:gd name="connsiteY4" fmla="*/ 2174 h 3687322"/>
              <a:gd name="connsiteX0" fmla="*/ 593586 w 4739824"/>
              <a:gd name="connsiteY0" fmla="*/ 2174 h 3687322"/>
              <a:gd name="connsiteX1" fmla="*/ 4739824 w 4739824"/>
              <a:gd name="connsiteY1" fmla="*/ 0 h 3687322"/>
              <a:gd name="connsiteX2" fmla="*/ 4736485 w 4739824"/>
              <a:gd name="connsiteY2" fmla="*/ 3687322 h 3687322"/>
              <a:gd name="connsiteX3" fmla="*/ 489138 w 4739824"/>
              <a:gd name="connsiteY3" fmla="*/ 3684838 h 3687322"/>
              <a:gd name="connsiteX4" fmla="*/ 593586 w 4739824"/>
              <a:gd name="connsiteY4" fmla="*/ 2174 h 368732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4739824" h="3687322">
                <a:moveTo>
                  <a:pt x="593586" y="2174"/>
                </a:moveTo>
                <a:lnTo>
                  <a:pt x="4739824" y="0"/>
                </a:lnTo>
                <a:cubicBezTo>
                  <a:pt x="4736893" y="1360600"/>
                  <a:pt x="4739416" y="2326722"/>
                  <a:pt x="4736485" y="3687322"/>
                </a:cubicBezTo>
                <a:lnTo>
                  <a:pt x="489138" y="3684838"/>
                </a:lnTo>
                <a:cubicBezTo>
                  <a:pt x="18231" y="2928543"/>
                  <a:pt x="-365842" y="1442490"/>
                  <a:pt x="593586" y="2174"/>
                </a:cubicBezTo>
                <a:close/>
              </a:path>
            </a:pathLst>
          </a:custGeom>
        </p:spPr>
      </p:pic>
      <p:sp>
        <p:nvSpPr>
          <p:cNvPr id="2" name="Title 2">
            <a:extLst>
              <a:ext uri="{FF2B5EF4-FFF2-40B4-BE49-F238E27FC236}">
                <a16:creationId xmlns:a16="http://schemas.microsoft.com/office/drawing/2014/main" id="{BEC34314-EE32-3BD8-559D-B29F07F3ADD2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46163" y="2619813"/>
            <a:ext cx="3897237" cy="543983"/>
          </a:xfrm>
          <a:prstGeom prst="rect">
            <a:avLst/>
          </a:prstGeom>
        </p:spPr>
        <p:txBody>
          <a:bodyPr lIns="0" tIns="0" rIns="0" bIns="0" anchor="t" anchorCtr="0"/>
          <a:lstStyle>
            <a:lvl1pPr algn="l">
              <a:lnSpc>
                <a:spcPct val="100000"/>
              </a:lnSpc>
              <a:defRPr sz="1600" b="0" i="0" cap="none" spc="0" baseline="0">
                <a:solidFill>
                  <a:srgbClr val="FFFFFF"/>
                </a:solidFill>
                <a:latin typeface="Verdana"/>
                <a:cs typeface="Verdana"/>
              </a:defRPr>
            </a:lvl1pPr>
          </a:lstStyle>
          <a:p>
            <a:r>
              <a:rPr lang="en-GB" noProof="0" dirty="0"/>
              <a:t>Title of presentation</a:t>
            </a:r>
            <a:br>
              <a:rPr lang="en-GB" noProof="0" dirty="0"/>
            </a:br>
            <a:r>
              <a:rPr lang="en-GB" noProof="0" dirty="0"/>
              <a:t>Second line title</a:t>
            </a:r>
          </a:p>
        </p:txBody>
      </p:sp>
      <p:sp>
        <p:nvSpPr>
          <p:cNvPr id="4" name="Text Placeholder 19">
            <a:extLst>
              <a:ext uri="{FF2B5EF4-FFF2-40B4-BE49-F238E27FC236}">
                <a16:creationId xmlns:a16="http://schemas.microsoft.com/office/drawing/2014/main" id="{3FDD2788-3D9E-F707-DD1A-D7DC25B5D9CA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446171" y="3256161"/>
            <a:ext cx="3897233" cy="153789"/>
          </a:xfrm>
          <a:prstGeom prst="rect">
            <a:avLst/>
          </a:prstGeom>
        </p:spPr>
        <p:txBody>
          <a:bodyPr lIns="0" tIns="0" rIns="0" bIns="0"/>
          <a:lstStyle>
            <a:lvl1pPr marL="0" indent="0" algn="l">
              <a:buNone/>
              <a:defRPr sz="1000" b="0" i="0" cap="none" spc="0" baseline="0">
                <a:solidFill>
                  <a:srgbClr val="FFFFFF"/>
                </a:solidFill>
                <a:latin typeface="Verdana"/>
                <a:cs typeface="Verdana"/>
              </a:defRPr>
            </a:lvl1pPr>
          </a:lstStyle>
          <a:p>
            <a:pPr lvl="0"/>
            <a:r>
              <a:rPr lang="en-GB" noProof="0" dirty="0"/>
              <a:t>Click to add subtitle</a:t>
            </a:r>
          </a:p>
        </p:txBody>
      </p:sp>
      <p:sp>
        <p:nvSpPr>
          <p:cNvPr id="5" name="Text Placeholder 19">
            <a:extLst>
              <a:ext uri="{FF2B5EF4-FFF2-40B4-BE49-F238E27FC236}">
                <a16:creationId xmlns:a16="http://schemas.microsoft.com/office/drawing/2014/main" id="{E153CF60-2BCF-DC95-33F3-F24371AB5CDD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457219" y="3647300"/>
            <a:ext cx="3890582" cy="153789"/>
          </a:xfrm>
          <a:prstGeom prst="rect">
            <a:avLst/>
          </a:prstGeom>
        </p:spPr>
        <p:txBody>
          <a:bodyPr lIns="0" tIns="0" rIns="0" bIns="0" anchor="b" anchorCtr="0"/>
          <a:lstStyle>
            <a:lvl1pPr marL="0" indent="0" algn="l">
              <a:lnSpc>
                <a:spcPct val="120000"/>
              </a:lnSpc>
              <a:buNone/>
              <a:defRPr sz="900" b="0" cap="none" spc="0" baseline="0">
                <a:solidFill>
                  <a:srgbClr val="FFFFFF"/>
                </a:solidFill>
                <a:latin typeface="Verdana"/>
                <a:cs typeface="Verdana"/>
              </a:defRPr>
            </a:lvl1pPr>
          </a:lstStyle>
          <a:p>
            <a:pPr lvl="0"/>
            <a:r>
              <a:rPr lang="en-GB" noProof="0" dirty="0"/>
              <a:t>Click to add presenter name, title, company</a:t>
            </a:r>
          </a:p>
        </p:txBody>
      </p:sp>
      <p:sp>
        <p:nvSpPr>
          <p:cNvPr id="6" name="Text Placeholder 19">
            <a:extLst>
              <a:ext uri="{FF2B5EF4-FFF2-40B4-BE49-F238E27FC236}">
                <a16:creationId xmlns:a16="http://schemas.microsoft.com/office/drawing/2014/main" id="{BBB68B55-825D-5DBB-3BAA-43A4B654228B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457200" y="3835389"/>
            <a:ext cx="3890593" cy="153789"/>
          </a:xfrm>
          <a:prstGeom prst="rect">
            <a:avLst/>
          </a:prstGeom>
        </p:spPr>
        <p:txBody>
          <a:bodyPr lIns="0" tIns="0" rIns="0" bIns="0"/>
          <a:lstStyle>
            <a:lvl1pPr marL="0" indent="0" algn="l">
              <a:buNone/>
              <a:defRPr sz="900" b="0" cap="none" spc="0" baseline="0">
                <a:solidFill>
                  <a:srgbClr val="FFFFFF"/>
                </a:solidFill>
                <a:latin typeface="Verdana"/>
                <a:cs typeface="Verdana"/>
              </a:defRPr>
            </a:lvl1pPr>
          </a:lstStyle>
          <a:p>
            <a:pPr lvl="0"/>
            <a:r>
              <a:rPr lang="en-GB" noProof="0"/>
              <a:t>Click to add date</a:t>
            </a:r>
          </a:p>
        </p:txBody>
      </p:sp>
    </p:spTree>
    <p:extLst>
      <p:ext uri="{BB962C8B-B14F-4D97-AF65-F5344CB8AC3E}">
        <p14:creationId xmlns:p14="http://schemas.microsoft.com/office/powerpoint/2010/main" val="247350859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hoto 5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Placeholder 7">
            <a:extLst>
              <a:ext uri="{FF2B5EF4-FFF2-40B4-BE49-F238E27FC236}">
                <a16:creationId xmlns:a16="http://schemas.microsoft.com/office/drawing/2014/main" id="{7E45A080-DD6F-8355-AD70-AA2FEF31A177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rcRect l="262" r="262"/>
          <a:stretch/>
        </p:blipFill>
        <p:spPr>
          <a:xfrm>
            <a:off x="4646746" y="1622848"/>
            <a:ext cx="4505976" cy="3529382"/>
          </a:xfrm>
          <a:custGeom>
            <a:avLst/>
            <a:gdLst>
              <a:gd name="connsiteX0" fmla="*/ 0 w 4115581"/>
              <a:gd name="connsiteY0" fmla="*/ 0 h 4073007"/>
              <a:gd name="connsiteX1" fmla="*/ 4115581 w 4115581"/>
              <a:gd name="connsiteY1" fmla="*/ 0 h 4073007"/>
              <a:gd name="connsiteX2" fmla="*/ 4115581 w 4115581"/>
              <a:gd name="connsiteY2" fmla="*/ 4073007 h 4073007"/>
              <a:gd name="connsiteX3" fmla="*/ 0 w 4115581"/>
              <a:gd name="connsiteY3" fmla="*/ 4073007 h 4073007"/>
              <a:gd name="connsiteX4" fmla="*/ 0 w 4115581"/>
              <a:gd name="connsiteY4" fmla="*/ 0 h 4073007"/>
              <a:gd name="connsiteX0" fmla="*/ 429846 w 4545427"/>
              <a:gd name="connsiteY0" fmla="*/ 0 h 4073007"/>
              <a:gd name="connsiteX1" fmla="*/ 4545427 w 4545427"/>
              <a:gd name="connsiteY1" fmla="*/ 0 h 4073007"/>
              <a:gd name="connsiteX2" fmla="*/ 4545427 w 4545427"/>
              <a:gd name="connsiteY2" fmla="*/ 4073007 h 4073007"/>
              <a:gd name="connsiteX3" fmla="*/ 429846 w 4545427"/>
              <a:gd name="connsiteY3" fmla="*/ 4073007 h 4073007"/>
              <a:gd name="connsiteX4" fmla="*/ 429846 w 4545427"/>
              <a:gd name="connsiteY4" fmla="*/ 0 h 4073007"/>
              <a:gd name="connsiteX0" fmla="*/ 563853 w 4679434"/>
              <a:gd name="connsiteY0" fmla="*/ 0 h 4073007"/>
              <a:gd name="connsiteX1" fmla="*/ 4679434 w 4679434"/>
              <a:gd name="connsiteY1" fmla="*/ 0 h 4073007"/>
              <a:gd name="connsiteX2" fmla="*/ 4679434 w 4679434"/>
              <a:gd name="connsiteY2" fmla="*/ 4073007 h 4073007"/>
              <a:gd name="connsiteX3" fmla="*/ 563853 w 4679434"/>
              <a:gd name="connsiteY3" fmla="*/ 4073007 h 4073007"/>
              <a:gd name="connsiteX4" fmla="*/ 563853 w 4679434"/>
              <a:gd name="connsiteY4" fmla="*/ 0 h 4073007"/>
              <a:gd name="connsiteX0" fmla="*/ 570773 w 4668769"/>
              <a:gd name="connsiteY0" fmla="*/ 0 h 4081799"/>
              <a:gd name="connsiteX1" fmla="*/ 4668769 w 4668769"/>
              <a:gd name="connsiteY1" fmla="*/ 8792 h 4081799"/>
              <a:gd name="connsiteX2" fmla="*/ 4668769 w 4668769"/>
              <a:gd name="connsiteY2" fmla="*/ 4081799 h 4081799"/>
              <a:gd name="connsiteX3" fmla="*/ 553188 w 4668769"/>
              <a:gd name="connsiteY3" fmla="*/ 4081799 h 4081799"/>
              <a:gd name="connsiteX4" fmla="*/ 570773 w 4668769"/>
              <a:gd name="connsiteY4" fmla="*/ 0 h 4081799"/>
              <a:gd name="connsiteX0" fmla="*/ 570773 w 4677561"/>
              <a:gd name="connsiteY0" fmla="*/ 1 h 4081800"/>
              <a:gd name="connsiteX1" fmla="*/ 4677561 w 4677561"/>
              <a:gd name="connsiteY1" fmla="*/ 0 h 4081800"/>
              <a:gd name="connsiteX2" fmla="*/ 4668769 w 4677561"/>
              <a:gd name="connsiteY2" fmla="*/ 4081800 h 4081800"/>
              <a:gd name="connsiteX3" fmla="*/ 553188 w 4677561"/>
              <a:gd name="connsiteY3" fmla="*/ 4081800 h 4081800"/>
              <a:gd name="connsiteX4" fmla="*/ 570773 w 4677561"/>
              <a:gd name="connsiteY4" fmla="*/ 1 h 4081800"/>
              <a:gd name="connsiteX0" fmla="*/ 599816 w 4706604"/>
              <a:gd name="connsiteY0" fmla="*/ 1 h 4081800"/>
              <a:gd name="connsiteX1" fmla="*/ 4706604 w 4706604"/>
              <a:gd name="connsiteY1" fmla="*/ 0 h 4081800"/>
              <a:gd name="connsiteX2" fmla="*/ 4697812 w 4706604"/>
              <a:gd name="connsiteY2" fmla="*/ 4081800 h 4081800"/>
              <a:gd name="connsiteX3" fmla="*/ 511892 w 4706604"/>
              <a:gd name="connsiteY3" fmla="*/ 3659769 h 4081800"/>
              <a:gd name="connsiteX4" fmla="*/ 599816 w 4706604"/>
              <a:gd name="connsiteY4" fmla="*/ 1 h 4081800"/>
              <a:gd name="connsiteX0" fmla="*/ 599816 w 4706604"/>
              <a:gd name="connsiteY0" fmla="*/ 1 h 3659769"/>
              <a:gd name="connsiteX1" fmla="*/ 4706604 w 4706604"/>
              <a:gd name="connsiteY1" fmla="*/ 0 h 3659769"/>
              <a:gd name="connsiteX2" fmla="*/ 4645059 w 4706604"/>
              <a:gd name="connsiteY2" fmla="*/ 3624600 h 3659769"/>
              <a:gd name="connsiteX3" fmla="*/ 511892 w 4706604"/>
              <a:gd name="connsiteY3" fmla="*/ 3659769 h 3659769"/>
              <a:gd name="connsiteX4" fmla="*/ 599816 w 4706604"/>
              <a:gd name="connsiteY4" fmla="*/ 1 h 3659769"/>
              <a:gd name="connsiteX0" fmla="*/ 599816 w 4707450"/>
              <a:gd name="connsiteY0" fmla="*/ 1 h 3659769"/>
              <a:gd name="connsiteX1" fmla="*/ 4706604 w 4707450"/>
              <a:gd name="connsiteY1" fmla="*/ 0 h 3659769"/>
              <a:gd name="connsiteX2" fmla="*/ 4706605 w 4707450"/>
              <a:gd name="connsiteY2" fmla="*/ 3650977 h 3659769"/>
              <a:gd name="connsiteX3" fmla="*/ 511892 w 4707450"/>
              <a:gd name="connsiteY3" fmla="*/ 3659769 h 3659769"/>
              <a:gd name="connsiteX4" fmla="*/ 599816 w 4707450"/>
              <a:gd name="connsiteY4" fmla="*/ 1 h 3659769"/>
              <a:gd name="connsiteX0" fmla="*/ 634214 w 4741848"/>
              <a:gd name="connsiteY0" fmla="*/ 1 h 3668316"/>
              <a:gd name="connsiteX1" fmla="*/ 4741002 w 4741848"/>
              <a:gd name="connsiteY1" fmla="*/ 0 h 3668316"/>
              <a:gd name="connsiteX2" fmla="*/ 4741003 w 4741848"/>
              <a:gd name="connsiteY2" fmla="*/ 3650977 h 3668316"/>
              <a:gd name="connsiteX3" fmla="*/ 469369 w 4741848"/>
              <a:gd name="connsiteY3" fmla="*/ 3668316 h 3668316"/>
              <a:gd name="connsiteX4" fmla="*/ 634214 w 4741848"/>
              <a:gd name="connsiteY4" fmla="*/ 1 h 3668316"/>
              <a:gd name="connsiteX0" fmla="*/ 642249 w 4732789"/>
              <a:gd name="connsiteY0" fmla="*/ 1 h 3668316"/>
              <a:gd name="connsiteX1" fmla="*/ 4731943 w 4732789"/>
              <a:gd name="connsiteY1" fmla="*/ 0 h 3668316"/>
              <a:gd name="connsiteX2" fmla="*/ 4731944 w 4732789"/>
              <a:gd name="connsiteY2" fmla="*/ 3650977 h 3668316"/>
              <a:gd name="connsiteX3" fmla="*/ 460310 w 4732789"/>
              <a:gd name="connsiteY3" fmla="*/ 3668316 h 3668316"/>
              <a:gd name="connsiteX4" fmla="*/ 642249 w 4732789"/>
              <a:gd name="connsiteY4" fmla="*/ 1 h 3668316"/>
              <a:gd name="connsiteX0" fmla="*/ 642249 w 4732789"/>
              <a:gd name="connsiteY0" fmla="*/ 1 h 3680688"/>
              <a:gd name="connsiteX1" fmla="*/ 4731943 w 4732789"/>
              <a:gd name="connsiteY1" fmla="*/ 0 h 3680688"/>
              <a:gd name="connsiteX2" fmla="*/ 4731944 w 4732789"/>
              <a:gd name="connsiteY2" fmla="*/ 3680688 h 3680688"/>
              <a:gd name="connsiteX3" fmla="*/ 460310 w 4732789"/>
              <a:gd name="connsiteY3" fmla="*/ 3668316 h 3680688"/>
              <a:gd name="connsiteX4" fmla="*/ 642249 w 4732789"/>
              <a:gd name="connsiteY4" fmla="*/ 1 h 3680688"/>
              <a:gd name="connsiteX0" fmla="*/ 642249 w 4732789"/>
              <a:gd name="connsiteY0" fmla="*/ 1 h 3681521"/>
              <a:gd name="connsiteX1" fmla="*/ 4731943 w 4732789"/>
              <a:gd name="connsiteY1" fmla="*/ 0 h 3681521"/>
              <a:gd name="connsiteX2" fmla="*/ 4731944 w 4732789"/>
              <a:gd name="connsiteY2" fmla="*/ 3680688 h 3681521"/>
              <a:gd name="connsiteX3" fmla="*/ 460310 w 4732789"/>
              <a:gd name="connsiteY3" fmla="*/ 3681521 h 3681521"/>
              <a:gd name="connsiteX4" fmla="*/ 642249 w 4732789"/>
              <a:gd name="connsiteY4" fmla="*/ 1 h 3681521"/>
              <a:gd name="connsiteX0" fmla="*/ 651938 w 4742478"/>
              <a:gd name="connsiteY0" fmla="*/ 1 h 3681521"/>
              <a:gd name="connsiteX1" fmla="*/ 4741632 w 4742478"/>
              <a:gd name="connsiteY1" fmla="*/ 0 h 3681521"/>
              <a:gd name="connsiteX2" fmla="*/ 4741633 w 4742478"/>
              <a:gd name="connsiteY2" fmla="*/ 3680688 h 3681521"/>
              <a:gd name="connsiteX3" fmla="*/ 469999 w 4742478"/>
              <a:gd name="connsiteY3" fmla="*/ 3681521 h 3681521"/>
              <a:gd name="connsiteX4" fmla="*/ 651938 w 4742478"/>
              <a:gd name="connsiteY4" fmla="*/ 1 h 3681521"/>
              <a:gd name="connsiteX0" fmla="*/ 651938 w 4742478"/>
              <a:gd name="connsiteY0" fmla="*/ 1 h 3681521"/>
              <a:gd name="connsiteX1" fmla="*/ 4741632 w 4742478"/>
              <a:gd name="connsiteY1" fmla="*/ 0 h 3681521"/>
              <a:gd name="connsiteX2" fmla="*/ 4741633 w 4742478"/>
              <a:gd name="connsiteY2" fmla="*/ 3680688 h 3681521"/>
              <a:gd name="connsiteX3" fmla="*/ 469999 w 4742478"/>
              <a:gd name="connsiteY3" fmla="*/ 3681521 h 3681521"/>
              <a:gd name="connsiteX4" fmla="*/ 651938 w 4742478"/>
              <a:gd name="connsiteY4" fmla="*/ 1 h 3681521"/>
              <a:gd name="connsiteX0" fmla="*/ 636661 w 4760368"/>
              <a:gd name="connsiteY0" fmla="*/ 5491 h 3681521"/>
              <a:gd name="connsiteX1" fmla="*/ 4759522 w 4760368"/>
              <a:gd name="connsiteY1" fmla="*/ 0 h 3681521"/>
              <a:gd name="connsiteX2" fmla="*/ 4759523 w 4760368"/>
              <a:gd name="connsiteY2" fmla="*/ 3680688 h 3681521"/>
              <a:gd name="connsiteX3" fmla="*/ 487889 w 4760368"/>
              <a:gd name="connsiteY3" fmla="*/ 3681521 h 3681521"/>
              <a:gd name="connsiteX4" fmla="*/ 636661 w 4760368"/>
              <a:gd name="connsiteY4" fmla="*/ 5491 h 3681521"/>
              <a:gd name="connsiteX0" fmla="*/ 629168 w 4769574"/>
              <a:gd name="connsiteY0" fmla="*/ 8808 h 3681521"/>
              <a:gd name="connsiteX1" fmla="*/ 4768728 w 4769574"/>
              <a:gd name="connsiteY1" fmla="*/ 0 h 3681521"/>
              <a:gd name="connsiteX2" fmla="*/ 4768729 w 4769574"/>
              <a:gd name="connsiteY2" fmla="*/ 3680688 h 3681521"/>
              <a:gd name="connsiteX3" fmla="*/ 497095 w 4769574"/>
              <a:gd name="connsiteY3" fmla="*/ 3681521 h 3681521"/>
              <a:gd name="connsiteX4" fmla="*/ 629168 w 4769574"/>
              <a:gd name="connsiteY4" fmla="*/ 8808 h 3681521"/>
              <a:gd name="connsiteX0" fmla="*/ 601494 w 4741900"/>
              <a:gd name="connsiteY0" fmla="*/ 8808 h 3684838"/>
              <a:gd name="connsiteX1" fmla="*/ 4741054 w 4741900"/>
              <a:gd name="connsiteY1" fmla="*/ 0 h 3684838"/>
              <a:gd name="connsiteX2" fmla="*/ 4741055 w 4741900"/>
              <a:gd name="connsiteY2" fmla="*/ 3680688 h 3684838"/>
              <a:gd name="connsiteX3" fmla="*/ 533787 w 4741900"/>
              <a:gd name="connsiteY3" fmla="*/ 3684838 h 3684838"/>
              <a:gd name="connsiteX4" fmla="*/ 601494 w 4741900"/>
              <a:gd name="connsiteY4" fmla="*/ 8808 h 3684838"/>
              <a:gd name="connsiteX0" fmla="*/ 617057 w 4757463"/>
              <a:gd name="connsiteY0" fmla="*/ 8808 h 3680688"/>
              <a:gd name="connsiteX1" fmla="*/ 4756617 w 4757463"/>
              <a:gd name="connsiteY1" fmla="*/ 0 h 3680688"/>
              <a:gd name="connsiteX2" fmla="*/ 4756618 w 4757463"/>
              <a:gd name="connsiteY2" fmla="*/ 3680688 h 3680688"/>
              <a:gd name="connsiteX3" fmla="*/ 512611 w 4757463"/>
              <a:gd name="connsiteY3" fmla="*/ 3678203 h 3680688"/>
              <a:gd name="connsiteX4" fmla="*/ 617057 w 4757463"/>
              <a:gd name="connsiteY4" fmla="*/ 8808 h 3680688"/>
              <a:gd name="connsiteX0" fmla="*/ 602464 w 4742870"/>
              <a:gd name="connsiteY0" fmla="*/ 8808 h 3680688"/>
              <a:gd name="connsiteX1" fmla="*/ 4742024 w 4742870"/>
              <a:gd name="connsiteY1" fmla="*/ 0 h 3680688"/>
              <a:gd name="connsiteX2" fmla="*/ 4742025 w 4742870"/>
              <a:gd name="connsiteY2" fmla="*/ 3680688 h 3680688"/>
              <a:gd name="connsiteX3" fmla="*/ 498018 w 4742870"/>
              <a:gd name="connsiteY3" fmla="*/ 3678203 h 3680688"/>
              <a:gd name="connsiteX4" fmla="*/ 602464 w 4742870"/>
              <a:gd name="connsiteY4" fmla="*/ 8808 h 3680688"/>
              <a:gd name="connsiteX0" fmla="*/ 586378 w 4726784"/>
              <a:gd name="connsiteY0" fmla="*/ 8808 h 3680688"/>
              <a:gd name="connsiteX1" fmla="*/ 4725938 w 4726784"/>
              <a:gd name="connsiteY1" fmla="*/ 0 h 3680688"/>
              <a:gd name="connsiteX2" fmla="*/ 4725939 w 4726784"/>
              <a:gd name="connsiteY2" fmla="*/ 3680688 h 3680688"/>
              <a:gd name="connsiteX3" fmla="*/ 481932 w 4726784"/>
              <a:gd name="connsiteY3" fmla="*/ 3678203 h 3680688"/>
              <a:gd name="connsiteX4" fmla="*/ 586378 w 4726784"/>
              <a:gd name="connsiteY4" fmla="*/ 8808 h 3680688"/>
              <a:gd name="connsiteX0" fmla="*/ 575515 w 4715921"/>
              <a:gd name="connsiteY0" fmla="*/ 8808 h 3680688"/>
              <a:gd name="connsiteX1" fmla="*/ 4715075 w 4715921"/>
              <a:gd name="connsiteY1" fmla="*/ 0 h 3680688"/>
              <a:gd name="connsiteX2" fmla="*/ 4715076 w 4715921"/>
              <a:gd name="connsiteY2" fmla="*/ 3680688 h 3680688"/>
              <a:gd name="connsiteX3" fmla="*/ 471069 w 4715921"/>
              <a:gd name="connsiteY3" fmla="*/ 3678203 h 3680688"/>
              <a:gd name="connsiteX4" fmla="*/ 575515 w 4715921"/>
              <a:gd name="connsiteY4" fmla="*/ 8808 h 3680688"/>
              <a:gd name="connsiteX0" fmla="*/ 587738 w 4728144"/>
              <a:gd name="connsiteY0" fmla="*/ 8808 h 3680688"/>
              <a:gd name="connsiteX1" fmla="*/ 4727298 w 4728144"/>
              <a:gd name="connsiteY1" fmla="*/ 0 h 3680688"/>
              <a:gd name="connsiteX2" fmla="*/ 4727299 w 4728144"/>
              <a:gd name="connsiteY2" fmla="*/ 3680688 h 3680688"/>
              <a:gd name="connsiteX3" fmla="*/ 483292 w 4728144"/>
              <a:gd name="connsiteY3" fmla="*/ 3678203 h 3680688"/>
              <a:gd name="connsiteX4" fmla="*/ 587738 w 4728144"/>
              <a:gd name="connsiteY4" fmla="*/ 8808 h 3680688"/>
              <a:gd name="connsiteX0" fmla="*/ 592227 w 4732633"/>
              <a:gd name="connsiteY0" fmla="*/ 8808 h 3680688"/>
              <a:gd name="connsiteX1" fmla="*/ 4731787 w 4732633"/>
              <a:gd name="connsiteY1" fmla="*/ 0 h 3680688"/>
              <a:gd name="connsiteX2" fmla="*/ 4731788 w 4732633"/>
              <a:gd name="connsiteY2" fmla="*/ 3680688 h 3680688"/>
              <a:gd name="connsiteX3" fmla="*/ 487781 w 4732633"/>
              <a:gd name="connsiteY3" fmla="*/ 3678203 h 3680688"/>
              <a:gd name="connsiteX4" fmla="*/ 592227 w 4732633"/>
              <a:gd name="connsiteY4" fmla="*/ 8808 h 3680688"/>
              <a:gd name="connsiteX0" fmla="*/ 590793 w 4734538"/>
              <a:gd name="connsiteY0" fmla="*/ 2174 h 3680688"/>
              <a:gd name="connsiteX1" fmla="*/ 4733692 w 4734538"/>
              <a:gd name="connsiteY1" fmla="*/ 0 h 3680688"/>
              <a:gd name="connsiteX2" fmla="*/ 4733693 w 4734538"/>
              <a:gd name="connsiteY2" fmla="*/ 3680688 h 3680688"/>
              <a:gd name="connsiteX3" fmla="*/ 489686 w 4734538"/>
              <a:gd name="connsiteY3" fmla="*/ 3678203 h 3680688"/>
              <a:gd name="connsiteX4" fmla="*/ 590793 w 4734538"/>
              <a:gd name="connsiteY4" fmla="*/ 2174 h 3680688"/>
              <a:gd name="connsiteX0" fmla="*/ 598022 w 4725068"/>
              <a:gd name="connsiteY0" fmla="*/ 0 h 3681831"/>
              <a:gd name="connsiteX1" fmla="*/ 4724222 w 4725068"/>
              <a:gd name="connsiteY1" fmla="*/ 1143 h 3681831"/>
              <a:gd name="connsiteX2" fmla="*/ 4724223 w 4725068"/>
              <a:gd name="connsiteY2" fmla="*/ 3681831 h 3681831"/>
              <a:gd name="connsiteX3" fmla="*/ 480216 w 4725068"/>
              <a:gd name="connsiteY3" fmla="*/ 3679346 h 3681831"/>
              <a:gd name="connsiteX4" fmla="*/ 598022 w 4725068"/>
              <a:gd name="connsiteY4" fmla="*/ 0 h 3681831"/>
              <a:gd name="connsiteX0" fmla="*/ 598022 w 4725068"/>
              <a:gd name="connsiteY0" fmla="*/ 0 h 3685148"/>
              <a:gd name="connsiteX1" fmla="*/ 4724222 w 4725068"/>
              <a:gd name="connsiteY1" fmla="*/ 4460 h 3685148"/>
              <a:gd name="connsiteX2" fmla="*/ 4724223 w 4725068"/>
              <a:gd name="connsiteY2" fmla="*/ 3685148 h 3685148"/>
              <a:gd name="connsiteX3" fmla="*/ 480216 w 4725068"/>
              <a:gd name="connsiteY3" fmla="*/ 3682663 h 3685148"/>
              <a:gd name="connsiteX4" fmla="*/ 598022 w 4725068"/>
              <a:gd name="connsiteY4" fmla="*/ 0 h 3685148"/>
              <a:gd name="connsiteX0" fmla="*/ 596565 w 4726950"/>
              <a:gd name="connsiteY0" fmla="*/ 2174 h 3680688"/>
              <a:gd name="connsiteX1" fmla="*/ 4726104 w 4726950"/>
              <a:gd name="connsiteY1" fmla="*/ 0 h 3680688"/>
              <a:gd name="connsiteX2" fmla="*/ 4726105 w 4726950"/>
              <a:gd name="connsiteY2" fmla="*/ 3680688 h 3680688"/>
              <a:gd name="connsiteX3" fmla="*/ 482098 w 4726950"/>
              <a:gd name="connsiteY3" fmla="*/ 3678203 h 3680688"/>
              <a:gd name="connsiteX4" fmla="*/ 596565 w 4726950"/>
              <a:gd name="connsiteY4" fmla="*/ 2174 h 3680688"/>
              <a:gd name="connsiteX0" fmla="*/ 600621 w 4731006"/>
              <a:gd name="connsiteY0" fmla="*/ 2174 h 3680688"/>
              <a:gd name="connsiteX1" fmla="*/ 4730160 w 4731006"/>
              <a:gd name="connsiteY1" fmla="*/ 0 h 3680688"/>
              <a:gd name="connsiteX2" fmla="*/ 4730161 w 4731006"/>
              <a:gd name="connsiteY2" fmla="*/ 3680688 h 3680688"/>
              <a:gd name="connsiteX3" fmla="*/ 486154 w 4731006"/>
              <a:gd name="connsiteY3" fmla="*/ 3678203 h 3680688"/>
              <a:gd name="connsiteX4" fmla="*/ 600621 w 4731006"/>
              <a:gd name="connsiteY4" fmla="*/ 2174 h 3680688"/>
              <a:gd name="connsiteX0" fmla="*/ 599177 w 4729562"/>
              <a:gd name="connsiteY0" fmla="*/ 2174 h 3688155"/>
              <a:gd name="connsiteX1" fmla="*/ 4728716 w 4729562"/>
              <a:gd name="connsiteY1" fmla="*/ 0 h 3688155"/>
              <a:gd name="connsiteX2" fmla="*/ 4728717 w 4729562"/>
              <a:gd name="connsiteY2" fmla="*/ 3680688 h 3688155"/>
              <a:gd name="connsiteX3" fmla="*/ 488050 w 4729562"/>
              <a:gd name="connsiteY3" fmla="*/ 3688155 h 3688155"/>
              <a:gd name="connsiteX4" fmla="*/ 599177 w 4729562"/>
              <a:gd name="connsiteY4" fmla="*/ 2174 h 3688155"/>
              <a:gd name="connsiteX0" fmla="*/ 599177 w 4729562"/>
              <a:gd name="connsiteY0" fmla="*/ 0 h 3685981"/>
              <a:gd name="connsiteX1" fmla="*/ 4728716 w 4729562"/>
              <a:gd name="connsiteY1" fmla="*/ 1143 h 3685981"/>
              <a:gd name="connsiteX2" fmla="*/ 4728717 w 4729562"/>
              <a:gd name="connsiteY2" fmla="*/ 3678514 h 3685981"/>
              <a:gd name="connsiteX3" fmla="*/ 488050 w 4729562"/>
              <a:gd name="connsiteY3" fmla="*/ 3685981 h 3685981"/>
              <a:gd name="connsiteX4" fmla="*/ 599177 w 4729562"/>
              <a:gd name="connsiteY4" fmla="*/ 0 h 3685981"/>
              <a:gd name="connsiteX0" fmla="*/ 596303 w 4733367"/>
              <a:gd name="connsiteY0" fmla="*/ 5491 h 3684838"/>
              <a:gd name="connsiteX1" fmla="*/ 4732521 w 4733367"/>
              <a:gd name="connsiteY1" fmla="*/ 0 h 3684838"/>
              <a:gd name="connsiteX2" fmla="*/ 4732522 w 4733367"/>
              <a:gd name="connsiteY2" fmla="*/ 3677371 h 3684838"/>
              <a:gd name="connsiteX3" fmla="*/ 491855 w 4733367"/>
              <a:gd name="connsiteY3" fmla="*/ 3684838 h 3684838"/>
              <a:gd name="connsiteX4" fmla="*/ 596303 w 4733367"/>
              <a:gd name="connsiteY4" fmla="*/ 5491 h 3684838"/>
              <a:gd name="connsiteX0" fmla="*/ 596303 w 4733367"/>
              <a:gd name="connsiteY0" fmla="*/ 5491 h 3684838"/>
              <a:gd name="connsiteX1" fmla="*/ 4732521 w 4733367"/>
              <a:gd name="connsiteY1" fmla="*/ 0 h 3684838"/>
              <a:gd name="connsiteX2" fmla="*/ 4732522 w 4733367"/>
              <a:gd name="connsiteY2" fmla="*/ 3677371 h 3684838"/>
              <a:gd name="connsiteX3" fmla="*/ 491855 w 4733367"/>
              <a:gd name="connsiteY3" fmla="*/ 3684838 h 3684838"/>
              <a:gd name="connsiteX4" fmla="*/ 596303 w 4733367"/>
              <a:gd name="connsiteY4" fmla="*/ 5491 h 3684838"/>
              <a:gd name="connsiteX0" fmla="*/ 594875 w 4735279"/>
              <a:gd name="connsiteY0" fmla="*/ 2174 h 3684838"/>
              <a:gd name="connsiteX1" fmla="*/ 4734433 w 4735279"/>
              <a:gd name="connsiteY1" fmla="*/ 0 h 3684838"/>
              <a:gd name="connsiteX2" fmla="*/ 4734434 w 4735279"/>
              <a:gd name="connsiteY2" fmla="*/ 3677371 h 3684838"/>
              <a:gd name="connsiteX3" fmla="*/ 493767 w 4735279"/>
              <a:gd name="connsiteY3" fmla="*/ 3684838 h 3684838"/>
              <a:gd name="connsiteX4" fmla="*/ 594875 w 4735279"/>
              <a:gd name="connsiteY4" fmla="*/ 2174 h 3684838"/>
              <a:gd name="connsiteX0" fmla="*/ 594875 w 4735279"/>
              <a:gd name="connsiteY0" fmla="*/ 2174 h 3684838"/>
              <a:gd name="connsiteX1" fmla="*/ 4734433 w 4735279"/>
              <a:gd name="connsiteY1" fmla="*/ 0 h 3684838"/>
              <a:gd name="connsiteX2" fmla="*/ 4734434 w 4735279"/>
              <a:gd name="connsiteY2" fmla="*/ 3677371 h 3684838"/>
              <a:gd name="connsiteX3" fmla="*/ 493767 w 4735279"/>
              <a:gd name="connsiteY3" fmla="*/ 3684838 h 3684838"/>
              <a:gd name="connsiteX4" fmla="*/ 594875 w 4735279"/>
              <a:gd name="connsiteY4" fmla="*/ 2174 h 3684838"/>
              <a:gd name="connsiteX0" fmla="*/ 594875 w 4735279"/>
              <a:gd name="connsiteY0" fmla="*/ 5491 h 3684838"/>
              <a:gd name="connsiteX1" fmla="*/ 4734433 w 4735279"/>
              <a:gd name="connsiteY1" fmla="*/ 0 h 3684838"/>
              <a:gd name="connsiteX2" fmla="*/ 4734434 w 4735279"/>
              <a:gd name="connsiteY2" fmla="*/ 3677371 h 3684838"/>
              <a:gd name="connsiteX3" fmla="*/ 493767 w 4735279"/>
              <a:gd name="connsiteY3" fmla="*/ 3684838 h 3684838"/>
              <a:gd name="connsiteX4" fmla="*/ 594875 w 4735279"/>
              <a:gd name="connsiteY4" fmla="*/ 5491 h 3684838"/>
              <a:gd name="connsiteX0" fmla="*/ 596304 w 4733368"/>
              <a:gd name="connsiteY0" fmla="*/ 2174 h 3684838"/>
              <a:gd name="connsiteX1" fmla="*/ 4732522 w 4733368"/>
              <a:gd name="connsiteY1" fmla="*/ 0 h 3684838"/>
              <a:gd name="connsiteX2" fmla="*/ 4732523 w 4733368"/>
              <a:gd name="connsiteY2" fmla="*/ 3677371 h 3684838"/>
              <a:gd name="connsiteX3" fmla="*/ 491856 w 4733368"/>
              <a:gd name="connsiteY3" fmla="*/ 3684838 h 3684838"/>
              <a:gd name="connsiteX4" fmla="*/ 596304 w 4733368"/>
              <a:gd name="connsiteY4" fmla="*/ 2174 h 3684838"/>
              <a:gd name="connsiteX0" fmla="*/ 596304 w 4733368"/>
              <a:gd name="connsiteY0" fmla="*/ 5491 h 3684838"/>
              <a:gd name="connsiteX1" fmla="*/ 4732522 w 4733368"/>
              <a:gd name="connsiteY1" fmla="*/ 0 h 3684838"/>
              <a:gd name="connsiteX2" fmla="*/ 4732523 w 4733368"/>
              <a:gd name="connsiteY2" fmla="*/ 3677371 h 3684838"/>
              <a:gd name="connsiteX3" fmla="*/ 491856 w 4733368"/>
              <a:gd name="connsiteY3" fmla="*/ 3684838 h 3684838"/>
              <a:gd name="connsiteX4" fmla="*/ 596304 w 4733368"/>
              <a:gd name="connsiteY4" fmla="*/ 5491 h 3684838"/>
              <a:gd name="connsiteX0" fmla="*/ 594875 w 4735279"/>
              <a:gd name="connsiteY0" fmla="*/ 5491 h 3684838"/>
              <a:gd name="connsiteX1" fmla="*/ 4734433 w 4735279"/>
              <a:gd name="connsiteY1" fmla="*/ 0 h 3684838"/>
              <a:gd name="connsiteX2" fmla="*/ 4734434 w 4735279"/>
              <a:gd name="connsiteY2" fmla="*/ 3677371 h 3684838"/>
              <a:gd name="connsiteX3" fmla="*/ 493767 w 4735279"/>
              <a:gd name="connsiteY3" fmla="*/ 3684838 h 3684838"/>
              <a:gd name="connsiteX4" fmla="*/ 594875 w 4735279"/>
              <a:gd name="connsiteY4" fmla="*/ 5491 h 3684838"/>
              <a:gd name="connsiteX0" fmla="*/ 596304 w 4733368"/>
              <a:gd name="connsiteY0" fmla="*/ 2174 h 3684838"/>
              <a:gd name="connsiteX1" fmla="*/ 4732522 w 4733368"/>
              <a:gd name="connsiteY1" fmla="*/ 0 h 3684838"/>
              <a:gd name="connsiteX2" fmla="*/ 4732523 w 4733368"/>
              <a:gd name="connsiteY2" fmla="*/ 3677371 h 3684838"/>
              <a:gd name="connsiteX3" fmla="*/ 491856 w 4733368"/>
              <a:gd name="connsiteY3" fmla="*/ 3684838 h 3684838"/>
              <a:gd name="connsiteX4" fmla="*/ 596304 w 4733368"/>
              <a:gd name="connsiteY4" fmla="*/ 2174 h 3684838"/>
              <a:gd name="connsiteX0" fmla="*/ 585455 w 4722519"/>
              <a:gd name="connsiteY0" fmla="*/ 2174 h 3684838"/>
              <a:gd name="connsiteX1" fmla="*/ 4721673 w 4722519"/>
              <a:gd name="connsiteY1" fmla="*/ 0 h 3684838"/>
              <a:gd name="connsiteX2" fmla="*/ 4721674 w 4722519"/>
              <a:gd name="connsiteY2" fmla="*/ 3677371 h 3684838"/>
              <a:gd name="connsiteX3" fmla="*/ 481007 w 4722519"/>
              <a:gd name="connsiteY3" fmla="*/ 3684838 h 3684838"/>
              <a:gd name="connsiteX4" fmla="*/ 585455 w 4722519"/>
              <a:gd name="connsiteY4" fmla="*/ 2174 h 3684838"/>
              <a:gd name="connsiteX0" fmla="*/ 593586 w 4730650"/>
              <a:gd name="connsiteY0" fmla="*/ 2174 h 3684838"/>
              <a:gd name="connsiteX1" fmla="*/ 4729804 w 4730650"/>
              <a:gd name="connsiteY1" fmla="*/ 0 h 3684838"/>
              <a:gd name="connsiteX2" fmla="*/ 4729805 w 4730650"/>
              <a:gd name="connsiteY2" fmla="*/ 3677371 h 3684838"/>
              <a:gd name="connsiteX3" fmla="*/ 489138 w 4730650"/>
              <a:gd name="connsiteY3" fmla="*/ 3684838 h 3684838"/>
              <a:gd name="connsiteX4" fmla="*/ 593586 w 4730650"/>
              <a:gd name="connsiteY4" fmla="*/ 2174 h 3684838"/>
              <a:gd name="connsiteX0" fmla="*/ 593586 w 4736932"/>
              <a:gd name="connsiteY0" fmla="*/ 2174 h 3687322"/>
              <a:gd name="connsiteX1" fmla="*/ 4729804 w 4736932"/>
              <a:gd name="connsiteY1" fmla="*/ 0 h 3687322"/>
              <a:gd name="connsiteX2" fmla="*/ 4736485 w 4736932"/>
              <a:gd name="connsiteY2" fmla="*/ 3687322 h 3687322"/>
              <a:gd name="connsiteX3" fmla="*/ 489138 w 4736932"/>
              <a:gd name="connsiteY3" fmla="*/ 3684838 h 3687322"/>
              <a:gd name="connsiteX4" fmla="*/ 593586 w 4736932"/>
              <a:gd name="connsiteY4" fmla="*/ 2174 h 3687322"/>
              <a:gd name="connsiteX0" fmla="*/ 593586 w 4739824"/>
              <a:gd name="connsiteY0" fmla="*/ 2174 h 3687322"/>
              <a:gd name="connsiteX1" fmla="*/ 4739824 w 4739824"/>
              <a:gd name="connsiteY1" fmla="*/ 0 h 3687322"/>
              <a:gd name="connsiteX2" fmla="*/ 4736485 w 4739824"/>
              <a:gd name="connsiteY2" fmla="*/ 3687322 h 3687322"/>
              <a:gd name="connsiteX3" fmla="*/ 489138 w 4739824"/>
              <a:gd name="connsiteY3" fmla="*/ 3684838 h 3687322"/>
              <a:gd name="connsiteX4" fmla="*/ 593586 w 4739824"/>
              <a:gd name="connsiteY4" fmla="*/ 2174 h 368732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4739824" h="3687322">
                <a:moveTo>
                  <a:pt x="593586" y="2174"/>
                </a:moveTo>
                <a:lnTo>
                  <a:pt x="4739824" y="0"/>
                </a:lnTo>
                <a:cubicBezTo>
                  <a:pt x="4736893" y="1360600"/>
                  <a:pt x="4739416" y="2326722"/>
                  <a:pt x="4736485" y="3687322"/>
                </a:cubicBezTo>
                <a:lnTo>
                  <a:pt x="489138" y="3684838"/>
                </a:lnTo>
                <a:cubicBezTo>
                  <a:pt x="18231" y="2928543"/>
                  <a:pt x="-365842" y="1442490"/>
                  <a:pt x="593586" y="2174"/>
                </a:cubicBezTo>
                <a:close/>
              </a:path>
            </a:pathLst>
          </a:custGeom>
        </p:spPr>
      </p:pic>
      <p:sp>
        <p:nvSpPr>
          <p:cNvPr id="2" name="Title 2">
            <a:extLst>
              <a:ext uri="{FF2B5EF4-FFF2-40B4-BE49-F238E27FC236}">
                <a16:creationId xmlns:a16="http://schemas.microsoft.com/office/drawing/2014/main" id="{9DBC27DA-DD49-640B-FB01-AFE3BE51CA45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46163" y="2619813"/>
            <a:ext cx="3897237" cy="543983"/>
          </a:xfrm>
          <a:prstGeom prst="rect">
            <a:avLst/>
          </a:prstGeom>
        </p:spPr>
        <p:txBody>
          <a:bodyPr lIns="0" tIns="0" rIns="0" bIns="0" anchor="t" anchorCtr="0"/>
          <a:lstStyle>
            <a:lvl1pPr algn="l">
              <a:lnSpc>
                <a:spcPct val="100000"/>
              </a:lnSpc>
              <a:defRPr sz="1600" b="0" i="0" cap="none" spc="0" baseline="0">
                <a:solidFill>
                  <a:srgbClr val="FFFFFF"/>
                </a:solidFill>
                <a:latin typeface="Verdana"/>
                <a:cs typeface="Verdana"/>
              </a:defRPr>
            </a:lvl1pPr>
          </a:lstStyle>
          <a:p>
            <a:r>
              <a:rPr lang="en-GB" noProof="0" dirty="0"/>
              <a:t>Title of presentation</a:t>
            </a:r>
            <a:br>
              <a:rPr lang="en-GB" noProof="0" dirty="0"/>
            </a:br>
            <a:r>
              <a:rPr lang="en-GB" noProof="0" dirty="0"/>
              <a:t>Second line title</a:t>
            </a:r>
          </a:p>
        </p:txBody>
      </p:sp>
      <p:sp>
        <p:nvSpPr>
          <p:cNvPr id="4" name="Text Placeholder 19">
            <a:extLst>
              <a:ext uri="{FF2B5EF4-FFF2-40B4-BE49-F238E27FC236}">
                <a16:creationId xmlns:a16="http://schemas.microsoft.com/office/drawing/2014/main" id="{B26F10A8-2B9A-BECB-1F28-76F0E5DA2FB5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446171" y="3256161"/>
            <a:ext cx="3897233" cy="153789"/>
          </a:xfrm>
          <a:prstGeom prst="rect">
            <a:avLst/>
          </a:prstGeom>
        </p:spPr>
        <p:txBody>
          <a:bodyPr lIns="0" tIns="0" rIns="0" bIns="0"/>
          <a:lstStyle>
            <a:lvl1pPr marL="0" indent="0" algn="l">
              <a:buNone/>
              <a:defRPr sz="1000" b="0" i="0" cap="none" spc="0" baseline="0">
                <a:solidFill>
                  <a:srgbClr val="FFFFFF"/>
                </a:solidFill>
                <a:latin typeface="Verdana"/>
                <a:cs typeface="Verdana"/>
              </a:defRPr>
            </a:lvl1pPr>
          </a:lstStyle>
          <a:p>
            <a:pPr lvl="0"/>
            <a:r>
              <a:rPr lang="en-GB" noProof="0" dirty="0"/>
              <a:t>Click to add subtitle</a:t>
            </a:r>
          </a:p>
        </p:txBody>
      </p:sp>
      <p:sp>
        <p:nvSpPr>
          <p:cNvPr id="5" name="Text Placeholder 19">
            <a:extLst>
              <a:ext uri="{FF2B5EF4-FFF2-40B4-BE49-F238E27FC236}">
                <a16:creationId xmlns:a16="http://schemas.microsoft.com/office/drawing/2014/main" id="{A9B59AAE-5BB0-07B3-50AE-977B67594DDA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457219" y="3647300"/>
            <a:ext cx="3890582" cy="153789"/>
          </a:xfrm>
          <a:prstGeom prst="rect">
            <a:avLst/>
          </a:prstGeom>
        </p:spPr>
        <p:txBody>
          <a:bodyPr lIns="0" tIns="0" rIns="0" bIns="0" anchor="b" anchorCtr="0"/>
          <a:lstStyle>
            <a:lvl1pPr marL="0" indent="0" algn="l">
              <a:lnSpc>
                <a:spcPct val="120000"/>
              </a:lnSpc>
              <a:buNone/>
              <a:defRPr sz="900" b="0" cap="none" spc="0" baseline="0">
                <a:solidFill>
                  <a:srgbClr val="FFFFFF"/>
                </a:solidFill>
                <a:latin typeface="Verdana"/>
                <a:cs typeface="Verdana"/>
              </a:defRPr>
            </a:lvl1pPr>
          </a:lstStyle>
          <a:p>
            <a:pPr lvl="0"/>
            <a:r>
              <a:rPr lang="en-GB" noProof="0" dirty="0"/>
              <a:t>Click to add presenter name, title, company</a:t>
            </a:r>
          </a:p>
        </p:txBody>
      </p:sp>
      <p:sp>
        <p:nvSpPr>
          <p:cNvPr id="6" name="Text Placeholder 19">
            <a:extLst>
              <a:ext uri="{FF2B5EF4-FFF2-40B4-BE49-F238E27FC236}">
                <a16:creationId xmlns:a16="http://schemas.microsoft.com/office/drawing/2014/main" id="{4F7977A1-9727-623B-026D-ACD405A91D78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457200" y="3835389"/>
            <a:ext cx="3890593" cy="153789"/>
          </a:xfrm>
          <a:prstGeom prst="rect">
            <a:avLst/>
          </a:prstGeom>
        </p:spPr>
        <p:txBody>
          <a:bodyPr lIns="0" tIns="0" rIns="0" bIns="0"/>
          <a:lstStyle>
            <a:lvl1pPr marL="0" indent="0" algn="l">
              <a:buNone/>
              <a:defRPr sz="900" b="0" cap="none" spc="0" baseline="0">
                <a:solidFill>
                  <a:srgbClr val="FFFFFF"/>
                </a:solidFill>
                <a:latin typeface="Verdana"/>
                <a:cs typeface="Verdana"/>
              </a:defRPr>
            </a:lvl1pPr>
          </a:lstStyle>
          <a:p>
            <a:pPr lvl="0"/>
            <a:r>
              <a:rPr lang="en-GB" noProof="0"/>
              <a:t>Click to add date</a:t>
            </a:r>
          </a:p>
        </p:txBody>
      </p:sp>
    </p:spTree>
    <p:extLst>
      <p:ext uri="{BB962C8B-B14F-4D97-AF65-F5344CB8AC3E}">
        <p14:creationId xmlns:p14="http://schemas.microsoft.com/office/powerpoint/2010/main" val="246442895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hoto 6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Placeholder 7">
            <a:extLst>
              <a:ext uri="{FF2B5EF4-FFF2-40B4-BE49-F238E27FC236}">
                <a16:creationId xmlns:a16="http://schemas.microsoft.com/office/drawing/2014/main" id="{7E45A080-DD6F-8355-AD70-AA2FEF31A177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rcRect l="262" r="262"/>
          <a:stretch/>
        </p:blipFill>
        <p:spPr>
          <a:xfrm>
            <a:off x="4646746" y="1622848"/>
            <a:ext cx="4505976" cy="3529382"/>
          </a:xfrm>
          <a:custGeom>
            <a:avLst/>
            <a:gdLst>
              <a:gd name="connsiteX0" fmla="*/ 0 w 4115581"/>
              <a:gd name="connsiteY0" fmla="*/ 0 h 4073007"/>
              <a:gd name="connsiteX1" fmla="*/ 4115581 w 4115581"/>
              <a:gd name="connsiteY1" fmla="*/ 0 h 4073007"/>
              <a:gd name="connsiteX2" fmla="*/ 4115581 w 4115581"/>
              <a:gd name="connsiteY2" fmla="*/ 4073007 h 4073007"/>
              <a:gd name="connsiteX3" fmla="*/ 0 w 4115581"/>
              <a:gd name="connsiteY3" fmla="*/ 4073007 h 4073007"/>
              <a:gd name="connsiteX4" fmla="*/ 0 w 4115581"/>
              <a:gd name="connsiteY4" fmla="*/ 0 h 4073007"/>
              <a:gd name="connsiteX0" fmla="*/ 429846 w 4545427"/>
              <a:gd name="connsiteY0" fmla="*/ 0 h 4073007"/>
              <a:gd name="connsiteX1" fmla="*/ 4545427 w 4545427"/>
              <a:gd name="connsiteY1" fmla="*/ 0 h 4073007"/>
              <a:gd name="connsiteX2" fmla="*/ 4545427 w 4545427"/>
              <a:gd name="connsiteY2" fmla="*/ 4073007 h 4073007"/>
              <a:gd name="connsiteX3" fmla="*/ 429846 w 4545427"/>
              <a:gd name="connsiteY3" fmla="*/ 4073007 h 4073007"/>
              <a:gd name="connsiteX4" fmla="*/ 429846 w 4545427"/>
              <a:gd name="connsiteY4" fmla="*/ 0 h 4073007"/>
              <a:gd name="connsiteX0" fmla="*/ 563853 w 4679434"/>
              <a:gd name="connsiteY0" fmla="*/ 0 h 4073007"/>
              <a:gd name="connsiteX1" fmla="*/ 4679434 w 4679434"/>
              <a:gd name="connsiteY1" fmla="*/ 0 h 4073007"/>
              <a:gd name="connsiteX2" fmla="*/ 4679434 w 4679434"/>
              <a:gd name="connsiteY2" fmla="*/ 4073007 h 4073007"/>
              <a:gd name="connsiteX3" fmla="*/ 563853 w 4679434"/>
              <a:gd name="connsiteY3" fmla="*/ 4073007 h 4073007"/>
              <a:gd name="connsiteX4" fmla="*/ 563853 w 4679434"/>
              <a:gd name="connsiteY4" fmla="*/ 0 h 4073007"/>
              <a:gd name="connsiteX0" fmla="*/ 570773 w 4668769"/>
              <a:gd name="connsiteY0" fmla="*/ 0 h 4081799"/>
              <a:gd name="connsiteX1" fmla="*/ 4668769 w 4668769"/>
              <a:gd name="connsiteY1" fmla="*/ 8792 h 4081799"/>
              <a:gd name="connsiteX2" fmla="*/ 4668769 w 4668769"/>
              <a:gd name="connsiteY2" fmla="*/ 4081799 h 4081799"/>
              <a:gd name="connsiteX3" fmla="*/ 553188 w 4668769"/>
              <a:gd name="connsiteY3" fmla="*/ 4081799 h 4081799"/>
              <a:gd name="connsiteX4" fmla="*/ 570773 w 4668769"/>
              <a:gd name="connsiteY4" fmla="*/ 0 h 4081799"/>
              <a:gd name="connsiteX0" fmla="*/ 570773 w 4677561"/>
              <a:gd name="connsiteY0" fmla="*/ 1 h 4081800"/>
              <a:gd name="connsiteX1" fmla="*/ 4677561 w 4677561"/>
              <a:gd name="connsiteY1" fmla="*/ 0 h 4081800"/>
              <a:gd name="connsiteX2" fmla="*/ 4668769 w 4677561"/>
              <a:gd name="connsiteY2" fmla="*/ 4081800 h 4081800"/>
              <a:gd name="connsiteX3" fmla="*/ 553188 w 4677561"/>
              <a:gd name="connsiteY3" fmla="*/ 4081800 h 4081800"/>
              <a:gd name="connsiteX4" fmla="*/ 570773 w 4677561"/>
              <a:gd name="connsiteY4" fmla="*/ 1 h 4081800"/>
              <a:gd name="connsiteX0" fmla="*/ 599816 w 4706604"/>
              <a:gd name="connsiteY0" fmla="*/ 1 h 4081800"/>
              <a:gd name="connsiteX1" fmla="*/ 4706604 w 4706604"/>
              <a:gd name="connsiteY1" fmla="*/ 0 h 4081800"/>
              <a:gd name="connsiteX2" fmla="*/ 4697812 w 4706604"/>
              <a:gd name="connsiteY2" fmla="*/ 4081800 h 4081800"/>
              <a:gd name="connsiteX3" fmla="*/ 511892 w 4706604"/>
              <a:gd name="connsiteY3" fmla="*/ 3659769 h 4081800"/>
              <a:gd name="connsiteX4" fmla="*/ 599816 w 4706604"/>
              <a:gd name="connsiteY4" fmla="*/ 1 h 4081800"/>
              <a:gd name="connsiteX0" fmla="*/ 599816 w 4706604"/>
              <a:gd name="connsiteY0" fmla="*/ 1 h 3659769"/>
              <a:gd name="connsiteX1" fmla="*/ 4706604 w 4706604"/>
              <a:gd name="connsiteY1" fmla="*/ 0 h 3659769"/>
              <a:gd name="connsiteX2" fmla="*/ 4645059 w 4706604"/>
              <a:gd name="connsiteY2" fmla="*/ 3624600 h 3659769"/>
              <a:gd name="connsiteX3" fmla="*/ 511892 w 4706604"/>
              <a:gd name="connsiteY3" fmla="*/ 3659769 h 3659769"/>
              <a:gd name="connsiteX4" fmla="*/ 599816 w 4706604"/>
              <a:gd name="connsiteY4" fmla="*/ 1 h 3659769"/>
              <a:gd name="connsiteX0" fmla="*/ 599816 w 4707450"/>
              <a:gd name="connsiteY0" fmla="*/ 1 h 3659769"/>
              <a:gd name="connsiteX1" fmla="*/ 4706604 w 4707450"/>
              <a:gd name="connsiteY1" fmla="*/ 0 h 3659769"/>
              <a:gd name="connsiteX2" fmla="*/ 4706605 w 4707450"/>
              <a:gd name="connsiteY2" fmla="*/ 3650977 h 3659769"/>
              <a:gd name="connsiteX3" fmla="*/ 511892 w 4707450"/>
              <a:gd name="connsiteY3" fmla="*/ 3659769 h 3659769"/>
              <a:gd name="connsiteX4" fmla="*/ 599816 w 4707450"/>
              <a:gd name="connsiteY4" fmla="*/ 1 h 3659769"/>
              <a:gd name="connsiteX0" fmla="*/ 634214 w 4741848"/>
              <a:gd name="connsiteY0" fmla="*/ 1 h 3668316"/>
              <a:gd name="connsiteX1" fmla="*/ 4741002 w 4741848"/>
              <a:gd name="connsiteY1" fmla="*/ 0 h 3668316"/>
              <a:gd name="connsiteX2" fmla="*/ 4741003 w 4741848"/>
              <a:gd name="connsiteY2" fmla="*/ 3650977 h 3668316"/>
              <a:gd name="connsiteX3" fmla="*/ 469369 w 4741848"/>
              <a:gd name="connsiteY3" fmla="*/ 3668316 h 3668316"/>
              <a:gd name="connsiteX4" fmla="*/ 634214 w 4741848"/>
              <a:gd name="connsiteY4" fmla="*/ 1 h 3668316"/>
              <a:gd name="connsiteX0" fmla="*/ 642249 w 4732789"/>
              <a:gd name="connsiteY0" fmla="*/ 1 h 3668316"/>
              <a:gd name="connsiteX1" fmla="*/ 4731943 w 4732789"/>
              <a:gd name="connsiteY1" fmla="*/ 0 h 3668316"/>
              <a:gd name="connsiteX2" fmla="*/ 4731944 w 4732789"/>
              <a:gd name="connsiteY2" fmla="*/ 3650977 h 3668316"/>
              <a:gd name="connsiteX3" fmla="*/ 460310 w 4732789"/>
              <a:gd name="connsiteY3" fmla="*/ 3668316 h 3668316"/>
              <a:gd name="connsiteX4" fmla="*/ 642249 w 4732789"/>
              <a:gd name="connsiteY4" fmla="*/ 1 h 3668316"/>
              <a:gd name="connsiteX0" fmla="*/ 642249 w 4732789"/>
              <a:gd name="connsiteY0" fmla="*/ 1 h 3680688"/>
              <a:gd name="connsiteX1" fmla="*/ 4731943 w 4732789"/>
              <a:gd name="connsiteY1" fmla="*/ 0 h 3680688"/>
              <a:gd name="connsiteX2" fmla="*/ 4731944 w 4732789"/>
              <a:gd name="connsiteY2" fmla="*/ 3680688 h 3680688"/>
              <a:gd name="connsiteX3" fmla="*/ 460310 w 4732789"/>
              <a:gd name="connsiteY3" fmla="*/ 3668316 h 3680688"/>
              <a:gd name="connsiteX4" fmla="*/ 642249 w 4732789"/>
              <a:gd name="connsiteY4" fmla="*/ 1 h 3680688"/>
              <a:gd name="connsiteX0" fmla="*/ 642249 w 4732789"/>
              <a:gd name="connsiteY0" fmla="*/ 1 h 3681521"/>
              <a:gd name="connsiteX1" fmla="*/ 4731943 w 4732789"/>
              <a:gd name="connsiteY1" fmla="*/ 0 h 3681521"/>
              <a:gd name="connsiteX2" fmla="*/ 4731944 w 4732789"/>
              <a:gd name="connsiteY2" fmla="*/ 3680688 h 3681521"/>
              <a:gd name="connsiteX3" fmla="*/ 460310 w 4732789"/>
              <a:gd name="connsiteY3" fmla="*/ 3681521 h 3681521"/>
              <a:gd name="connsiteX4" fmla="*/ 642249 w 4732789"/>
              <a:gd name="connsiteY4" fmla="*/ 1 h 3681521"/>
              <a:gd name="connsiteX0" fmla="*/ 651938 w 4742478"/>
              <a:gd name="connsiteY0" fmla="*/ 1 h 3681521"/>
              <a:gd name="connsiteX1" fmla="*/ 4741632 w 4742478"/>
              <a:gd name="connsiteY1" fmla="*/ 0 h 3681521"/>
              <a:gd name="connsiteX2" fmla="*/ 4741633 w 4742478"/>
              <a:gd name="connsiteY2" fmla="*/ 3680688 h 3681521"/>
              <a:gd name="connsiteX3" fmla="*/ 469999 w 4742478"/>
              <a:gd name="connsiteY3" fmla="*/ 3681521 h 3681521"/>
              <a:gd name="connsiteX4" fmla="*/ 651938 w 4742478"/>
              <a:gd name="connsiteY4" fmla="*/ 1 h 3681521"/>
              <a:gd name="connsiteX0" fmla="*/ 651938 w 4742478"/>
              <a:gd name="connsiteY0" fmla="*/ 1 h 3681521"/>
              <a:gd name="connsiteX1" fmla="*/ 4741632 w 4742478"/>
              <a:gd name="connsiteY1" fmla="*/ 0 h 3681521"/>
              <a:gd name="connsiteX2" fmla="*/ 4741633 w 4742478"/>
              <a:gd name="connsiteY2" fmla="*/ 3680688 h 3681521"/>
              <a:gd name="connsiteX3" fmla="*/ 469999 w 4742478"/>
              <a:gd name="connsiteY3" fmla="*/ 3681521 h 3681521"/>
              <a:gd name="connsiteX4" fmla="*/ 651938 w 4742478"/>
              <a:gd name="connsiteY4" fmla="*/ 1 h 3681521"/>
              <a:gd name="connsiteX0" fmla="*/ 636661 w 4760368"/>
              <a:gd name="connsiteY0" fmla="*/ 5491 h 3681521"/>
              <a:gd name="connsiteX1" fmla="*/ 4759522 w 4760368"/>
              <a:gd name="connsiteY1" fmla="*/ 0 h 3681521"/>
              <a:gd name="connsiteX2" fmla="*/ 4759523 w 4760368"/>
              <a:gd name="connsiteY2" fmla="*/ 3680688 h 3681521"/>
              <a:gd name="connsiteX3" fmla="*/ 487889 w 4760368"/>
              <a:gd name="connsiteY3" fmla="*/ 3681521 h 3681521"/>
              <a:gd name="connsiteX4" fmla="*/ 636661 w 4760368"/>
              <a:gd name="connsiteY4" fmla="*/ 5491 h 3681521"/>
              <a:gd name="connsiteX0" fmla="*/ 629168 w 4769574"/>
              <a:gd name="connsiteY0" fmla="*/ 8808 h 3681521"/>
              <a:gd name="connsiteX1" fmla="*/ 4768728 w 4769574"/>
              <a:gd name="connsiteY1" fmla="*/ 0 h 3681521"/>
              <a:gd name="connsiteX2" fmla="*/ 4768729 w 4769574"/>
              <a:gd name="connsiteY2" fmla="*/ 3680688 h 3681521"/>
              <a:gd name="connsiteX3" fmla="*/ 497095 w 4769574"/>
              <a:gd name="connsiteY3" fmla="*/ 3681521 h 3681521"/>
              <a:gd name="connsiteX4" fmla="*/ 629168 w 4769574"/>
              <a:gd name="connsiteY4" fmla="*/ 8808 h 3681521"/>
              <a:gd name="connsiteX0" fmla="*/ 601494 w 4741900"/>
              <a:gd name="connsiteY0" fmla="*/ 8808 h 3684838"/>
              <a:gd name="connsiteX1" fmla="*/ 4741054 w 4741900"/>
              <a:gd name="connsiteY1" fmla="*/ 0 h 3684838"/>
              <a:gd name="connsiteX2" fmla="*/ 4741055 w 4741900"/>
              <a:gd name="connsiteY2" fmla="*/ 3680688 h 3684838"/>
              <a:gd name="connsiteX3" fmla="*/ 533787 w 4741900"/>
              <a:gd name="connsiteY3" fmla="*/ 3684838 h 3684838"/>
              <a:gd name="connsiteX4" fmla="*/ 601494 w 4741900"/>
              <a:gd name="connsiteY4" fmla="*/ 8808 h 3684838"/>
              <a:gd name="connsiteX0" fmla="*/ 617057 w 4757463"/>
              <a:gd name="connsiteY0" fmla="*/ 8808 h 3680688"/>
              <a:gd name="connsiteX1" fmla="*/ 4756617 w 4757463"/>
              <a:gd name="connsiteY1" fmla="*/ 0 h 3680688"/>
              <a:gd name="connsiteX2" fmla="*/ 4756618 w 4757463"/>
              <a:gd name="connsiteY2" fmla="*/ 3680688 h 3680688"/>
              <a:gd name="connsiteX3" fmla="*/ 512611 w 4757463"/>
              <a:gd name="connsiteY3" fmla="*/ 3678203 h 3680688"/>
              <a:gd name="connsiteX4" fmla="*/ 617057 w 4757463"/>
              <a:gd name="connsiteY4" fmla="*/ 8808 h 3680688"/>
              <a:gd name="connsiteX0" fmla="*/ 602464 w 4742870"/>
              <a:gd name="connsiteY0" fmla="*/ 8808 h 3680688"/>
              <a:gd name="connsiteX1" fmla="*/ 4742024 w 4742870"/>
              <a:gd name="connsiteY1" fmla="*/ 0 h 3680688"/>
              <a:gd name="connsiteX2" fmla="*/ 4742025 w 4742870"/>
              <a:gd name="connsiteY2" fmla="*/ 3680688 h 3680688"/>
              <a:gd name="connsiteX3" fmla="*/ 498018 w 4742870"/>
              <a:gd name="connsiteY3" fmla="*/ 3678203 h 3680688"/>
              <a:gd name="connsiteX4" fmla="*/ 602464 w 4742870"/>
              <a:gd name="connsiteY4" fmla="*/ 8808 h 3680688"/>
              <a:gd name="connsiteX0" fmla="*/ 586378 w 4726784"/>
              <a:gd name="connsiteY0" fmla="*/ 8808 h 3680688"/>
              <a:gd name="connsiteX1" fmla="*/ 4725938 w 4726784"/>
              <a:gd name="connsiteY1" fmla="*/ 0 h 3680688"/>
              <a:gd name="connsiteX2" fmla="*/ 4725939 w 4726784"/>
              <a:gd name="connsiteY2" fmla="*/ 3680688 h 3680688"/>
              <a:gd name="connsiteX3" fmla="*/ 481932 w 4726784"/>
              <a:gd name="connsiteY3" fmla="*/ 3678203 h 3680688"/>
              <a:gd name="connsiteX4" fmla="*/ 586378 w 4726784"/>
              <a:gd name="connsiteY4" fmla="*/ 8808 h 3680688"/>
              <a:gd name="connsiteX0" fmla="*/ 575515 w 4715921"/>
              <a:gd name="connsiteY0" fmla="*/ 8808 h 3680688"/>
              <a:gd name="connsiteX1" fmla="*/ 4715075 w 4715921"/>
              <a:gd name="connsiteY1" fmla="*/ 0 h 3680688"/>
              <a:gd name="connsiteX2" fmla="*/ 4715076 w 4715921"/>
              <a:gd name="connsiteY2" fmla="*/ 3680688 h 3680688"/>
              <a:gd name="connsiteX3" fmla="*/ 471069 w 4715921"/>
              <a:gd name="connsiteY3" fmla="*/ 3678203 h 3680688"/>
              <a:gd name="connsiteX4" fmla="*/ 575515 w 4715921"/>
              <a:gd name="connsiteY4" fmla="*/ 8808 h 3680688"/>
              <a:gd name="connsiteX0" fmla="*/ 587738 w 4728144"/>
              <a:gd name="connsiteY0" fmla="*/ 8808 h 3680688"/>
              <a:gd name="connsiteX1" fmla="*/ 4727298 w 4728144"/>
              <a:gd name="connsiteY1" fmla="*/ 0 h 3680688"/>
              <a:gd name="connsiteX2" fmla="*/ 4727299 w 4728144"/>
              <a:gd name="connsiteY2" fmla="*/ 3680688 h 3680688"/>
              <a:gd name="connsiteX3" fmla="*/ 483292 w 4728144"/>
              <a:gd name="connsiteY3" fmla="*/ 3678203 h 3680688"/>
              <a:gd name="connsiteX4" fmla="*/ 587738 w 4728144"/>
              <a:gd name="connsiteY4" fmla="*/ 8808 h 3680688"/>
              <a:gd name="connsiteX0" fmla="*/ 592227 w 4732633"/>
              <a:gd name="connsiteY0" fmla="*/ 8808 h 3680688"/>
              <a:gd name="connsiteX1" fmla="*/ 4731787 w 4732633"/>
              <a:gd name="connsiteY1" fmla="*/ 0 h 3680688"/>
              <a:gd name="connsiteX2" fmla="*/ 4731788 w 4732633"/>
              <a:gd name="connsiteY2" fmla="*/ 3680688 h 3680688"/>
              <a:gd name="connsiteX3" fmla="*/ 487781 w 4732633"/>
              <a:gd name="connsiteY3" fmla="*/ 3678203 h 3680688"/>
              <a:gd name="connsiteX4" fmla="*/ 592227 w 4732633"/>
              <a:gd name="connsiteY4" fmla="*/ 8808 h 3680688"/>
              <a:gd name="connsiteX0" fmla="*/ 590793 w 4734538"/>
              <a:gd name="connsiteY0" fmla="*/ 2174 h 3680688"/>
              <a:gd name="connsiteX1" fmla="*/ 4733692 w 4734538"/>
              <a:gd name="connsiteY1" fmla="*/ 0 h 3680688"/>
              <a:gd name="connsiteX2" fmla="*/ 4733693 w 4734538"/>
              <a:gd name="connsiteY2" fmla="*/ 3680688 h 3680688"/>
              <a:gd name="connsiteX3" fmla="*/ 489686 w 4734538"/>
              <a:gd name="connsiteY3" fmla="*/ 3678203 h 3680688"/>
              <a:gd name="connsiteX4" fmla="*/ 590793 w 4734538"/>
              <a:gd name="connsiteY4" fmla="*/ 2174 h 3680688"/>
              <a:gd name="connsiteX0" fmla="*/ 598022 w 4725068"/>
              <a:gd name="connsiteY0" fmla="*/ 0 h 3681831"/>
              <a:gd name="connsiteX1" fmla="*/ 4724222 w 4725068"/>
              <a:gd name="connsiteY1" fmla="*/ 1143 h 3681831"/>
              <a:gd name="connsiteX2" fmla="*/ 4724223 w 4725068"/>
              <a:gd name="connsiteY2" fmla="*/ 3681831 h 3681831"/>
              <a:gd name="connsiteX3" fmla="*/ 480216 w 4725068"/>
              <a:gd name="connsiteY3" fmla="*/ 3679346 h 3681831"/>
              <a:gd name="connsiteX4" fmla="*/ 598022 w 4725068"/>
              <a:gd name="connsiteY4" fmla="*/ 0 h 3681831"/>
              <a:gd name="connsiteX0" fmla="*/ 598022 w 4725068"/>
              <a:gd name="connsiteY0" fmla="*/ 0 h 3685148"/>
              <a:gd name="connsiteX1" fmla="*/ 4724222 w 4725068"/>
              <a:gd name="connsiteY1" fmla="*/ 4460 h 3685148"/>
              <a:gd name="connsiteX2" fmla="*/ 4724223 w 4725068"/>
              <a:gd name="connsiteY2" fmla="*/ 3685148 h 3685148"/>
              <a:gd name="connsiteX3" fmla="*/ 480216 w 4725068"/>
              <a:gd name="connsiteY3" fmla="*/ 3682663 h 3685148"/>
              <a:gd name="connsiteX4" fmla="*/ 598022 w 4725068"/>
              <a:gd name="connsiteY4" fmla="*/ 0 h 3685148"/>
              <a:gd name="connsiteX0" fmla="*/ 596565 w 4726950"/>
              <a:gd name="connsiteY0" fmla="*/ 2174 h 3680688"/>
              <a:gd name="connsiteX1" fmla="*/ 4726104 w 4726950"/>
              <a:gd name="connsiteY1" fmla="*/ 0 h 3680688"/>
              <a:gd name="connsiteX2" fmla="*/ 4726105 w 4726950"/>
              <a:gd name="connsiteY2" fmla="*/ 3680688 h 3680688"/>
              <a:gd name="connsiteX3" fmla="*/ 482098 w 4726950"/>
              <a:gd name="connsiteY3" fmla="*/ 3678203 h 3680688"/>
              <a:gd name="connsiteX4" fmla="*/ 596565 w 4726950"/>
              <a:gd name="connsiteY4" fmla="*/ 2174 h 3680688"/>
              <a:gd name="connsiteX0" fmla="*/ 600621 w 4731006"/>
              <a:gd name="connsiteY0" fmla="*/ 2174 h 3680688"/>
              <a:gd name="connsiteX1" fmla="*/ 4730160 w 4731006"/>
              <a:gd name="connsiteY1" fmla="*/ 0 h 3680688"/>
              <a:gd name="connsiteX2" fmla="*/ 4730161 w 4731006"/>
              <a:gd name="connsiteY2" fmla="*/ 3680688 h 3680688"/>
              <a:gd name="connsiteX3" fmla="*/ 486154 w 4731006"/>
              <a:gd name="connsiteY3" fmla="*/ 3678203 h 3680688"/>
              <a:gd name="connsiteX4" fmla="*/ 600621 w 4731006"/>
              <a:gd name="connsiteY4" fmla="*/ 2174 h 3680688"/>
              <a:gd name="connsiteX0" fmla="*/ 599177 w 4729562"/>
              <a:gd name="connsiteY0" fmla="*/ 2174 h 3688155"/>
              <a:gd name="connsiteX1" fmla="*/ 4728716 w 4729562"/>
              <a:gd name="connsiteY1" fmla="*/ 0 h 3688155"/>
              <a:gd name="connsiteX2" fmla="*/ 4728717 w 4729562"/>
              <a:gd name="connsiteY2" fmla="*/ 3680688 h 3688155"/>
              <a:gd name="connsiteX3" fmla="*/ 488050 w 4729562"/>
              <a:gd name="connsiteY3" fmla="*/ 3688155 h 3688155"/>
              <a:gd name="connsiteX4" fmla="*/ 599177 w 4729562"/>
              <a:gd name="connsiteY4" fmla="*/ 2174 h 3688155"/>
              <a:gd name="connsiteX0" fmla="*/ 599177 w 4729562"/>
              <a:gd name="connsiteY0" fmla="*/ 0 h 3685981"/>
              <a:gd name="connsiteX1" fmla="*/ 4728716 w 4729562"/>
              <a:gd name="connsiteY1" fmla="*/ 1143 h 3685981"/>
              <a:gd name="connsiteX2" fmla="*/ 4728717 w 4729562"/>
              <a:gd name="connsiteY2" fmla="*/ 3678514 h 3685981"/>
              <a:gd name="connsiteX3" fmla="*/ 488050 w 4729562"/>
              <a:gd name="connsiteY3" fmla="*/ 3685981 h 3685981"/>
              <a:gd name="connsiteX4" fmla="*/ 599177 w 4729562"/>
              <a:gd name="connsiteY4" fmla="*/ 0 h 3685981"/>
              <a:gd name="connsiteX0" fmla="*/ 596303 w 4733367"/>
              <a:gd name="connsiteY0" fmla="*/ 5491 h 3684838"/>
              <a:gd name="connsiteX1" fmla="*/ 4732521 w 4733367"/>
              <a:gd name="connsiteY1" fmla="*/ 0 h 3684838"/>
              <a:gd name="connsiteX2" fmla="*/ 4732522 w 4733367"/>
              <a:gd name="connsiteY2" fmla="*/ 3677371 h 3684838"/>
              <a:gd name="connsiteX3" fmla="*/ 491855 w 4733367"/>
              <a:gd name="connsiteY3" fmla="*/ 3684838 h 3684838"/>
              <a:gd name="connsiteX4" fmla="*/ 596303 w 4733367"/>
              <a:gd name="connsiteY4" fmla="*/ 5491 h 3684838"/>
              <a:gd name="connsiteX0" fmla="*/ 596303 w 4733367"/>
              <a:gd name="connsiteY0" fmla="*/ 5491 h 3684838"/>
              <a:gd name="connsiteX1" fmla="*/ 4732521 w 4733367"/>
              <a:gd name="connsiteY1" fmla="*/ 0 h 3684838"/>
              <a:gd name="connsiteX2" fmla="*/ 4732522 w 4733367"/>
              <a:gd name="connsiteY2" fmla="*/ 3677371 h 3684838"/>
              <a:gd name="connsiteX3" fmla="*/ 491855 w 4733367"/>
              <a:gd name="connsiteY3" fmla="*/ 3684838 h 3684838"/>
              <a:gd name="connsiteX4" fmla="*/ 596303 w 4733367"/>
              <a:gd name="connsiteY4" fmla="*/ 5491 h 3684838"/>
              <a:gd name="connsiteX0" fmla="*/ 594875 w 4735279"/>
              <a:gd name="connsiteY0" fmla="*/ 2174 h 3684838"/>
              <a:gd name="connsiteX1" fmla="*/ 4734433 w 4735279"/>
              <a:gd name="connsiteY1" fmla="*/ 0 h 3684838"/>
              <a:gd name="connsiteX2" fmla="*/ 4734434 w 4735279"/>
              <a:gd name="connsiteY2" fmla="*/ 3677371 h 3684838"/>
              <a:gd name="connsiteX3" fmla="*/ 493767 w 4735279"/>
              <a:gd name="connsiteY3" fmla="*/ 3684838 h 3684838"/>
              <a:gd name="connsiteX4" fmla="*/ 594875 w 4735279"/>
              <a:gd name="connsiteY4" fmla="*/ 2174 h 3684838"/>
              <a:gd name="connsiteX0" fmla="*/ 594875 w 4735279"/>
              <a:gd name="connsiteY0" fmla="*/ 2174 h 3684838"/>
              <a:gd name="connsiteX1" fmla="*/ 4734433 w 4735279"/>
              <a:gd name="connsiteY1" fmla="*/ 0 h 3684838"/>
              <a:gd name="connsiteX2" fmla="*/ 4734434 w 4735279"/>
              <a:gd name="connsiteY2" fmla="*/ 3677371 h 3684838"/>
              <a:gd name="connsiteX3" fmla="*/ 493767 w 4735279"/>
              <a:gd name="connsiteY3" fmla="*/ 3684838 h 3684838"/>
              <a:gd name="connsiteX4" fmla="*/ 594875 w 4735279"/>
              <a:gd name="connsiteY4" fmla="*/ 2174 h 3684838"/>
              <a:gd name="connsiteX0" fmla="*/ 594875 w 4735279"/>
              <a:gd name="connsiteY0" fmla="*/ 5491 h 3684838"/>
              <a:gd name="connsiteX1" fmla="*/ 4734433 w 4735279"/>
              <a:gd name="connsiteY1" fmla="*/ 0 h 3684838"/>
              <a:gd name="connsiteX2" fmla="*/ 4734434 w 4735279"/>
              <a:gd name="connsiteY2" fmla="*/ 3677371 h 3684838"/>
              <a:gd name="connsiteX3" fmla="*/ 493767 w 4735279"/>
              <a:gd name="connsiteY3" fmla="*/ 3684838 h 3684838"/>
              <a:gd name="connsiteX4" fmla="*/ 594875 w 4735279"/>
              <a:gd name="connsiteY4" fmla="*/ 5491 h 3684838"/>
              <a:gd name="connsiteX0" fmla="*/ 596304 w 4733368"/>
              <a:gd name="connsiteY0" fmla="*/ 2174 h 3684838"/>
              <a:gd name="connsiteX1" fmla="*/ 4732522 w 4733368"/>
              <a:gd name="connsiteY1" fmla="*/ 0 h 3684838"/>
              <a:gd name="connsiteX2" fmla="*/ 4732523 w 4733368"/>
              <a:gd name="connsiteY2" fmla="*/ 3677371 h 3684838"/>
              <a:gd name="connsiteX3" fmla="*/ 491856 w 4733368"/>
              <a:gd name="connsiteY3" fmla="*/ 3684838 h 3684838"/>
              <a:gd name="connsiteX4" fmla="*/ 596304 w 4733368"/>
              <a:gd name="connsiteY4" fmla="*/ 2174 h 3684838"/>
              <a:gd name="connsiteX0" fmla="*/ 596304 w 4733368"/>
              <a:gd name="connsiteY0" fmla="*/ 5491 h 3684838"/>
              <a:gd name="connsiteX1" fmla="*/ 4732522 w 4733368"/>
              <a:gd name="connsiteY1" fmla="*/ 0 h 3684838"/>
              <a:gd name="connsiteX2" fmla="*/ 4732523 w 4733368"/>
              <a:gd name="connsiteY2" fmla="*/ 3677371 h 3684838"/>
              <a:gd name="connsiteX3" fmla="*/ 491856 w 4733368"/>
              <a:gd name="connsiteY3" fmla="*/ 3684838 h 3684838"/>
              <a:gd name="connsiteX4" fmla="*/ 596304 w 4733368"/>
              <a:gd name="connsiteY4" fmla="*/ 5491 h 3684838"/>
              <a:gd name="connsiteX0" fmla="*/ 594875 w 4735279"/>
              <a:gd name="connsiteY0" fmla="*/ 5491 h 3684838"/>
              <a:gd name="connsiteX1" fmla="*/ 4734433 w 4735279"/>
              <a:gd name="connsiteY1" fmla="*/ 0 h 3684838"/>
              <a:gd name="connsiteX2" fmla="*/ 4734434 w 4735279"/>
              <a:gd name="connsiteY2" fmla="*/ 3677371 h 3684838"/>
              <a:gd name="connsiteX3" fmla="*/ 493767 w 4735279"/>
              <a:gd name="connsiteY3" fmla="*/ 3684838 h 3684838"/>
              <a:gd name="connsiteX4" fmla="*/ 594875 w 4735279"/>
              <a:gd name="connsiteY4" fmla="*/ 5491 h 3684838"/>
              <a:gd name="connsiteX0" fmla="*/ 596304 w 4733368"/>
              <a:gd name="connsiteY0" fmla="*/ 2174 h 3684838"/>
              <a:gd name="connsiteX1" fmla="*/ 4732522 w 4733368"/>
              <a:gd name="connsiteY1" fmla="*/ 0 h 3684838"/>
              <a:gd name="connsiteX2" fmla="*/ 4732523 w 4733368"/>
              <a:gd name="connsiteY2" fmla="*/ 3677371 h 3684838"/>
              <a:gd name="connsiteX3" fmla="*/ 491856 w 4733368"/>
              <a:gd name="connsiteY3" fmla="*/ 3684838 h 3684838"/>
              <a:gd name="connsiteX4" fmla="*/ 596304 w 4733368"/>
              <a:gd name="connsiteY4" fmla="*/ 2174 h 3684838"/>
              <a:gd name="connsiteX0" fmla="*/ 585455 w 4722519"/>
              <a:gd name="connsiteY0" fmla="*/ 2174 h 3684838"/>
              <a:gd name="connsiteX1" fmla="*/ 4721673 w 4722519"/>
              <a:gd name="connsiteY1" fmla="*/ 0 h 3684838"/>
              <a:gd name="connsiteX2" fmla="*/ 4721674 w 4722519"/>
              <a:gd name="connsiteY2" fmla="*/ 3677371 h 3684838"/>
              <a:gd name="connsiteX3" fmla="*/ 481007 w 4722519"/>
              <a:gd name="connsiteY3" fmla="*/ 3684838 h 3684838"/>
              <a:gd name="connsiteX4" fmla="*/ 585455 w 4722519"/>
              <a:gd name="connsiteY4" fmla="*/ 2174 h 3684838"/>
              <a:gd name="connsiteX0" fmla="*/ 593586 w 4730650"/>
              <a:gd name="connsiteY0" fmla="*/ 2174 h 3684838"/>
              <a:gd name="connsiteX1" fmla="*/ 4729804 w 4730650"/>
              <a:gd name="connsiteY1" fmla="*/ 0 h 3684838"/>
              <a:gd name="connsiteX2" fmla="*/ 4729805 w 4730650"/>
              <a:gd name="connsiteY2" fmla="*/ 3677371 h 3684838"/>
              <a:gd name="connsiteX3" fmla="*/ 489138 w 4730650"/>
              <a:gd name="connsiteY3" fmla="*/ 3684838 h 3684838"/>
              <a:gd name="connsiteX4" fmla="*/ 593586 w 4730650"/>
              <a:gd name="connsiteY4" fmla="*/ 2174 h 3684838"/>
              <a:gd name="connsiteX0" fmla="*/ 593586 w 4736932"/>
              <a:gd name="connsiteY0" fmla="*/ 2174 h 3687322"/>
              <a:gd name="connsiteX1" fmla="*/ 4729804 w 4736932"/>
              <a:gd name="connsiteY1" fmla="*/ 0 h 3687322"/>
              <a:gd name="connsiteX2" fmla="*/ 4736485 w 4736932"/>
              <a:gd name="connsiteY2" fmla="*/ 3687322 h 3687322"/>
              <a:gd name="connsiteX3" fmla="*/ 489138 w 4736932"/>
              <a:gd name="connsiteY3" fmla="*/ 3684838 h 3687322"/>
              <a:gd name="connsiteX4" fmla="*/ 593586 w 4736932"/>
              <a:gd name="connsiteY4" fmla="*/ 2174 h 3687322"/>
              <a:gd name="connsiteX0" fmla="*/ 593586 w 4739824"/>
              <a:gd name="connsiteY0" fmla="*/ 2174 h 3687322"/>
              <a:gd name="connsiteX1" fmla="*/ 4739824 w 4739824"/>
              <a:gd name="connsiteY1" fmla="*/ 0 h 3687322"/>
              <a:gd name="connsiteX2" fmla="*/ 4736485 w 4739824"/>
              <a:gd name="connsiteY2" fmla="*/ 3687322 h 3687322"/>
              <a:gd name="connsiteX3" fmla="*/ 489138 w 4739824"/>
              <a:gd name="connsiteY3" fmla="*/ 3684838 h 3687322"/>
              <a:gd name="connsiteX4" fmla="*/ 593586 w 4739824"/>
              <a:gd name="connsiteY4" fmla="*/ 2174 h 368732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4739824" h="3687322">
                <a:moveTo>
                  <a:pt x="593586" y="2174"/>
                </a:moveTo>
                <a:lnTo>
                  <a:pt x="4739824" y="0"/>
                </a:lnTo>
                <a:cubicBezTo>
                  <a:pt x="4736893" y="1360600"/>
                  <a:pt x="4739416" y="2326722"/>
                  <a:pt x="4736485" y="3687322"/>
                </a:cubicBezTo>
                <a:lnTo>
                  <a:pt x="489138" y="3684838"/>
                </a:lnTo>
                <a:cubicBezTo>
                  <a:pt x="18231" y="2928543"/>
                  <a:pt x="-365842" y="1442490"/>
                  <a:pt x="593586" y="2174"/>
                </a:cubicBezTo>
                <a:close/>
              </a:path>
            </a:pathLst>
          </a:custGeom>
        </p:spPr>
      </p:pic>
      <p:sp>
        <p:nvSpPr>
          <p:cNvPr id="2" name="Title 2">
            <a:extLst>
              <a:ext uri="{FF2B5EF4-FFF2-40B4-BE49-F238E27FC236}">
                <a16:creationId xmlns:a16="http://schemas.microsoft.com/office/drawing/2014/main" id="{BA9D6CCF-DFC6-23FF-0AF2-68BAA760B373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46163" y="2619813"/>
            <a:ext cx="3897237" cy="543983"/>
          </a:xfrm>
          <a:prstGeom prst="rect">
            <a:avLst/>
          </a:prstGeom>
        </p:spPr>
        <p:txBody>
          <a:bodyPr lIns="0" tIns="0" rIns="0" bIns="0" anchor="t" anchorCtr="0"/>
          <a:lstStyle>
            <a:lvl1pPr algn="l">
              <a:lnSpc>
                <a:spcPct val="100000"/>
              </a:lnSpc>
              <a:defRPr sz="1600" b="0" i="0" cap="none" spc="0" baseline="0">
                <a:solidFill>
                  <a:srgbClr val="FFFFFF"/>
                </a:solidFill>
                <a:latin typeface="Verdana"/>
                <a:cs typeface="Verdana"/>
              </a:defRPr>
            </a:lvl1pPr>
          </a:lstStyle>
          <a:p>
            <a:r>
              <a:rPr lang="en-GB" noProof="0" dirty="0"/>
              <a:t>Title of presentation</a:t>
            </a:r>
            <a:br>
              <a:rPr lang="en-GB" noProof="0" dirty="0"/>
            </a:br>
            <a:r>
              <a:rPr lang="en-GB" noProof="0" dirty="0"/>
              <a:t>Second line title</a:t>
            </a:r>
          </a:p>
        </p:txBody>
      </p:sp>
      <p:sp>
        <p:nvSpPr>
          <p:cNvPr id="4" name="Text Placeholder 19">
            <a:extLst>
              <a:ext uri="{FF2B5EF4-FFF2-40B4-BE49-F238E27FC236}">
                <a16:creationId xmlns:a16="http://schemas.microsoft.com/office/drawing/2014/main" id="{CF156E69-0ED7-C170-9319-09E189A81E44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446171" y="3256161"/>
            <a:ext cx="3897233" cy="153789"/>
          </a:xfrm>
          <a:prstGeom prst="rect">
            <a:avLst/>
          </a:prstGeom>
        </p:spPr>
        <p:txBody>
          <a:bodyPr lIns="0" tIns="0" rIns="0" bIns="0"/>
          <a:lstStyle>
            <a:lvl1pPr marL="0" indent="0" algn="l">
              <a:buNone/>
              <a:defRPr sz="1000" b="0" i="0" cap="none" spc="0" baseline="0">
                <a:solidFill>
                  <a:srgbClr val="FFFFFF"/>
                </a:solidFill>
                <a:latin typeface="Verdana"/>
                <a:cs typeface="Verdana"/>
              </a:defRPr>
            </a:lvl1pPr>
          </a:lstStyle>
          <a:p>
            <a:pPr lvl="0"/>
            <a:r>
              <a:rPr lang="en-GB" noProof="0" dirty="0"/>
              <a:t>Click to add subtitle</a:t>
            </a:r>
          </a:p>
        </p:txBody>
      </p:sp>
      <p:sp>
        <p:nvSpPr>
          <p:cNvPr id="5" name="Text Placeholder 19">
            <a:extLst>
              <a:ext uri="{FF2B5EF4-FFF2-40B4-BE49-F238E27FC236}">
                <a16:creationId xmlns:a16="http://schemas.microsoft.com/office/drawing/2014/main" id="{9452371C-6E6A-5913-26A5-36CB1B51DC41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457219" y="3647300"/>
            <a:ext cx="3890582" cy="153789"/>
          </a:xfrm>
          <a:prstGeom prst="rect">
            <a:avLst/>
          </a:prstGeom>
        </p:spPr>
        <p:txBody>
          <a:bodyPr lIns="0" tIns="0" rIns="0" bIns="0" anchor="b" anchorCtr="0"/>
          <a:lstStyle>
            <a:lvl1pPr marL="0" indent="0" algn="l">
              <a:lnSpc>
                <a:spcPct val="120000"/>
              </a:lnSpc>
              <a:buNone/>
              <a:defRPr sz="900" b="0" cap="none" spc="0" baseline="0">
                <a:solidFill>
                  <a:srgbClr val="FFFFFF"/>
                </a:solidFill>
                <a:latin typeface="Verdana"/>
                <a:cs typeface="Verdana"/>
              </a:defRPr>
            </a:lvl1pPr>
          </a:lstStyle>
          <a:p>
            <a:pPr lvl="0"/>
            <a:r>
              <a:rPr lang="en-GB" noProof="0" dirty="0"/>
              <a:t>Click to add presenter name, title, company</a:t>
            </a:r>
          </a:p>
        </p:txBody>
      </p:sp>
      <p:sp>
        <p:nvSpPr>
          <p:cNvPr id="6" name="Text Placeholder 19">
            <a:extLst>
              <a:ext uri="{FF2B5EF4-FFF2-40B4-BE49-F238E27FC236}">
                <a16:creationId xmlns:a16="http://schemas.microsoft.com/office/drawing/2014/main" id="{CA17993E-6C68-8713-280D-BFF5E64E848A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457200" y="3835389"/>
            <a:ext cx="3890593" cy="153789"/>
          </a:xfrm>
          <a:prstGeom prst="rect">
            <a:avLst/>
          </a:prstGeom>
        </p:spPr>
        <p:txBody>
          <a:bodyPr lIns="0" tIns="0" rIns="0" bIns="0"/>
          <a:lstStyle>
            <a:lvl1pPr marL="0" indent="0" algn="l">
              <a:buNone/>
              <a:defRPr sz="900" b="0" cap="none" spc="0" baseline="0">
                <a:solidFill>
                  <a:srgbClr val="FFFFFF"/>
                </a:solidFill>
                <a:latin typeface="Verdana"/>
                <a:cs typeface="Verdana"/>
              </a:defRPr>
            </a:lvl1pPr>
          </a:lstStyle>
          <a:p>
            <a:pPr lvl="0"/>
            <a:r>
              <a:rPr lang="en-GB" noProof="0"/>
              <a:t>Click to add date</a:t>
            </a:r>
          </a:p>
        </p:txBody>
      </p:sp>
    </p:spTree>
    <p:extLst>
      <p:ext uri="{BB962C8B-B14F-4D97-AF65-F5344CB8AC3E}">
        <p14:creationId xmlns:p14="http://schemas.microsoft.com/office/powerpoint/2010/main" val="95737212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Add a photo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Picture Placeholder 5">
            <a:extLst>
              <a:ext uri="{FF2B5EF4-FFF2-40B4-BE49-F238E27FC236}">
                <a16:creationId xmlns:a16="http://schemas.microsoft.com/office/drawing/2014/main" id="{59DC13B7-AFCA-9BA4-ADAA-7587395268C3}"/>
              </a:ext>
            </a:extLst>
          </p:cNvPr>
          <p:cNvSpPr>
            <a:spLocks noGrp="1"/>
          </p:cNvSpPr>
          <p:nvPr>
            <p:ph type="pic" sz="quarter" idx="16" hasCustomPrompt="1"/>
          </p:nvPr>
        </p:nvSpPr>
        <p:spPr>
          <a:xfrm>
            <a:off x="4646746" y="1622848"/>
            <a:ext cx="4505976" cy="3529382"/>
          </a:xfrm>
          <a:custGeom>
            <a:avLst/>
            <a:gdLst>
              <a:gd name="connsiteX0" fmla="*/ 0 w 4115581"/>
              <a:gd name="connsiteY0" fmla="*/ 0 h 4073007"/>
              <a:gd name="connsiteX1" fmla="*/ 4115581 w 4115581"/>
              <a:gd name="connsiteY1" fmla="*/ 0 h 4073007"/>
              <a:gd name="connsiteX2" fmla="*/ 4115581 w 4115581"/>
              <a:gd name="connsiteY2" fmla="*/ 4073007 h 4073007"/>
              <a:gd name="connsiteX3" fmla="*/ 0 w 4115581"/>
              <a:gd name="connsiteY3" fmla="*/ 4073007 h 4073007"/>
              <a:gd name="connsiteX4" fmla="*/ 0 w 4115581"/>
              <a:gd name="connsiteY4" fmla="*/ 0 h 4073007"/>
              <a:gd name="connsiteX0" fmla="*/ 429846 w 4545427"/>
              <a:gd name="connsiteY0" fmla="*/ 0 h 4073007"/>
              <a:gd name="connsiteX1" fmla="*/ 4545427 w 4545427"/>
              <a:gd name="connsiteY1" fmla="*/ 0 h 4073007"/>
              <a:gd name="connsiteX2" fmla="*/ 4545427 w 4545427"/>
              <a:gd name="connsiteY2" fmla="*/ 4073007 h 4073007"/>
              <a:gd name="connsiteX3" fmla="*/ 429846 w 4545427"/>
              <a:gd name="connsiteY3" fmla="*/ 4073007 h 4073007"/>
              <a:gd name="connsiteX4" fmla="*/ 429846 w 4545427"/>
              <a:gd name="connsiteY4" fmla="*/ 0 h 4073007"/>
              <a:gd name="connsiteX0" fmla="*/ 563853 w 4679434"/>
              <a:gd name="connsiteY0" fmla="*/ 0 h 4073007"/>
              <a:gd name="connsiteX1" fmla="*/ 4679434 w 4679434"/>
              <a:gd name="connsiteY1" fmla="*/ 0 h 4073007"/>
              <a:gd name="connsiteX2" fmla="*/ 4679434 w 4679434"/>
              <a:gd name="connsiteY2" fmla="*/ 4073007 h 4073007"/>
              <a:gd name="connsiteX3" fmla="*/ 563853 w 4679434"/>
              <a:gd name="connsiteY3" fmla="*/ 4073007 h 4073007"/>
              <a:gd name="connsiteX4" fmla="*/ 563853 w 4679434"/>
              <a:gd name="connsiteY4" fmla="*/ 0 h 4073007"/>
              <a:gd name="connsiteX0" fmla="*/ 570773 w 4668769"/>
              <a:gd name="connsiteY0" fmla="*/ 0 h 4081799"/>
              <a:gd name="connsiteX1" fmla="*/ 4668769 w 4668769"/>
              <a:gd name="connsiteY1" fmla="*/ 8792 h 4081799"/>
              <a:gd name="connsiteX2" fmla="*/ 4668769 w 4668769"/>
              <a:gd name="connsiteY2" fmla="*/ 4081799 h 4081799"/>
              <a:gd name="connsiteX3" fmla="*/ 553188 w 4668769"/>
              <a:gd name="connsiteY3" fmla="*/ 4081799 h 4081799"/>
              <a:gd name="connsiteX4" fmla="*/ 570773 w 4668769"/>
              <a:gd name="connsiteY4" fmla="*/ 0 h 4081799"/>
              <a:gd name="connsiteX0" fmla="*/ 570773 w 4677561"/>
              <a:gd name="connsiteY0" fmla="*/ 1 h 4081800"/>
              <a:gd name="connsiteX1" fmla="*/ 4677561 w 4677561"/>
              <a:gd name="connsiteY1" fmla="*/ 0 h 4081800"/>
              <a:gd name="connsiteX2" fmla="*/ 4668769 w 4677561"/>
              <a:gd name="connsiteY2" fmla="*/ 4081800 h 4081800"/>
              <a:gd name="connsiteX3" fmla="*/ 553188 w 4677561"/>
              <a:gd name="connsiteY3" fmla="*/ 4081800 h 4081800"/>
              <a:gd name="connsiteX4" fmla="*/ 570773 w 4677561"/>
              <a:gd name="connsiteY4" fmla="*/ 1 h 4081800"/>
              <a:gd name="connsiteX0" fmla="*/ 599816 w 4706604"/>
              <a:gd name="connsiteY0" fmla="*/ 1 h 4081800"/>
              <a:gd name="connsiteX1" fmla="*/ 4706604 w 4706604"/>
              <a:gd name="connsiteY1" fmla="*/ 0 h 4081800"/>
              <a:gd name="connsiteX2" fmla="*/ 4697812 w 4706604"/>
              <a:gd name="connsiteY2" fmla="*/ 4081800 h 4081800"/>
              <a:gd name="connsiteX3" fmla="*/ 511892 w 4706604"/>
              <a:gd name="connsiteY3" fmla="*/ 3659769 h 4081800"/>
              <a:gd name="connsiteX4" fmla="*/ 599816 w 4706604"/>
              <a:gd name="connsiteY4" fmla="*/ 1 h 4081800"/>
              <a:gd name="connsiteX0" fmla="*/ 599816 w 4706604"/>
              <a:gd name="connsiteY0" fmla="*/ 1 h 3659769"/>
              <a:gd name="connsiteX1" fmla="*/ 4706604 w 4706604"/>
              <a:gd name="connsiteY1" fmla="*/ 0 h 3659769"/>
              <a:gd name="connsiteX2" fmla="*/ 4645059 w 4706604"/>
              <a:gd name="connsiteY2" fmla="*/ 3624600 h 3659769"/>
              <a:gd name="connsiteX3" fmla="*/ 511892 w 4706604"/>
              <a:gd name="connsiteY3" fmla="*/ 3659769 h 3659769"/>
              <a:gd name="connsiteX4" fmla="*/ 599816 w 4706604"/>
              <a:gd name="connsiteY4" fmla="*/ 1 h 3659769"/>
              <a:gd name="connsiteX0" fmla="*/ 599816 w 4707450"/>
              <a:gd name="connsiteY0" fmla="*/ 1 h 3659769"/>
              <a:gd name="connsiteX1" fmla="*/ 4706604 w 4707450"/>
              <a:gd name="connsiteY1" fmla="*/ 0 h 3659769"/>
              <a:gd name="connsiteX2" fmla="*/ 4706605 w 4707450"/>
              <a:gd name="connsiteY2" fmla="*/ 3650977 h 3659769"/>
              <a:gd name="connsiteX3" fmla="*/ 511892 w 4707450"/>
              <a:gd name="connsiteY3" fmla="*/ 3659769 h 3659769"/>
              <a:gd name="connsiteX4" fmla="*/ 599816 w 4707450"/>
              <a:gd name="connsiteY4" fmla="*/ 1 h 3659769"/>
              <a:gd name="connsiteX0" fmla="*/ 634214 w 4741848"/>
              <a:gd name="connsiteY0" fmla="*/ 1 h 3668316"/>
              <a:gd name="connsiteX1" fmla="*/ 4741002 w 4741848"/>
              <a:gd name="connsiteY1" fmla="*/ 0 h 3668316"/>
              <a:gd name="connsiteX2" fmla="*/ 4741003 w 4741848"/>
              <a:gd name="connsiteY2" fmla="*/ 3650977 h 3668316"/>
              <a:gd name="connsiteX3" fmla="*/ 469369 w 4741848"/>
              <a:gd name="connsiteY3" fmla="*/ 3668316 h 3668316"/>
              <a:gd name="connsiteX4" fmla="*/ 634214 w 4741848"/>
              <a:gd name="connsiteY4" fmla="*/ 1 h 3668316"/>
              <a:gd name="connsiteX0" fmla="*/ 642249 w 4732789"/>
              <a:gd name="connsiteY0" fmla="*/ 1 h 3668316"/>
              <a:gd name="connsiteX1" fmla="*/ 4731943 w 4732789"/>
              <a:gd name="connsiteY1" fmla="*/ 0 h 3668316"/>
              <a:gd name="connsiteX2" fmla="*/ 4731944 w 4732789"/>
              <a:gd name="connsiteY2" fmla="*/ 3650977 h 3668316"/>
              <a:gd name="connsiteX3" fmla="*/ 460310 w 4732789"/>
              <a:gd name="connsiteY3" fmla="*/ 3668316 h 3668316"/>
              <a:gd name="connsiteX4" fmla="*/ 642249 w 4732789"/>
              <a:gd name="connsiteY4" fmla="*/ 1 h 3668316"/>
              <a:gd name="connsiteX0" fmla="*/ 642249 w 4732789"/>
              <a:gd name="connsiteY0" fmla="*/ 1 h 3680688"/>
              <a:gd name="connsiteX1" fmla="*/ 4731943 w 4732789"/>
              <a:gd name="connsiteY1" fmla="*/ 0 h 3680688"/>
              <a:gd name="connsiteX2" fmla="*/ 4731944 w 4732789"/>
              <a:gd name="connsiteY2" fmla="*/ 3680688 h 3680688"/>
              <a:gd name="connsiteX3" fmla="*/ 460310 w 4732789"/>
              <a:gd name="connsiteY3" fmla="*/ 3668316 h 3680688"/>
              <a:gd name="connsiteX4" fmla="*/ 642249 w 4732789"/>
              <a:gd name="connsiteY4" fmla="*/ 1 h 3680688"/>
              <a:gd name="connsiteX0" fmla="*/ 642249 w 4732789"/>
              <a:gd name="connsiteY0" fmla="*/ 1 h 3681521"/>
              <a:gd name="connsiteX1" fmla="*/ 4731943 w 4732789"/>
              <a:gd name="connsiteY1" fmla="*/ 0 h 3681521"/>
              <a:gd name="connsiteX2" fmla="*/ 4731944 w 4732789"/>
              <a:gd name="connsiteY2" fmla="*/ 3680688 h 3681521"/>
              <a:gd name="connsiteX3" fmla="*/ 460310 w 4732789"/>
              <a:gd name="connsiteY3" fmla="*/ 3681521 h 3681521"/>
              <a:gd name="connsiteX4" fmla="*/ 642249 w 4732789"/>
              <a:gd name="connsiteY4" fmla="*/ 1 h 3681521"/>
              <a:gd name="connsiteX0" fmla="*/ 651938 w 4742478"/>
              <a:gd name="connsiteY0" fmla="*/ 1 h 3681521"/>
              <a:gd name="connsiteX1" fmla="*/ 4741632 w 4742478"/>
              <a:gd name="connsiteY1" fmla="*/ 0 h 3681521"/>
              <a:gd name="connsiteX2" fmla="*/ 4741633 w 4742478"/>
              <a:gd name="connsiteY2" fmla="*/ 3680688 h 3681521"/>
              <a:gd name="connsiteX3" fmla="*/ 469999 w 4742478"/>
              <a:gd name="connsiteY3" fmla="*/ 3681521 h 3681521"/>
              <a:gd name="connsiteX4" fmla="*/ 651938 w 4742478"/>
              <a:gd name="connsiteY4" fmla="*/ 1 h 3681521"/>
              <a:gd name="connsiteX0" fmla="*/ 651938 w 4742478"/>
              <a:gd name="connsiteY0" fmla="*/ 1 h 3681521"/>
              <a:gd name="connsiteX1" fmla="*/ 4741632 w 4742478"/>
              <a:gd name="connsiteY1" fmla="*/ 0 h 3681521"/>
              <a:gd name="connsiteX2" fmla="*/ 4741633 w 4742478"/>
              <a:gd name="connsiteY2" fmla="*/ 3680688 h 3681521"/>
              <a:gd name="connsiteX3" fmla="*/ 469999 w 4742478"/>
              <a:gd name="connsiteY3" fmla="*/ 3681521 h 3681521"/>
              <a:gd name="connsiteX4" fmla="*/ 651938 w 4742478"/>
              <a:gd name="connsiteY4" fmla="*/ 1 h 3681521"/>
              <a:gd name="connsiteX0" fmla="*/ 636661 w 4760368"/>
              <a:gd name="connsiteY0" fmla="*/ 5491 h 3681521"/>
              <a:gd name="connsiteX1" fmla="*/ 4759522 w 4760368"/>
              <a:gd name="connsiteY1" fmla="*/ 0 h 3681521"/>
              <a:gd name="connsiteX2" fmla="*/ 4759523 w 4760368"/>
              <a:gd name="connsiteY2" fmla="*/ 3680688 h 3681521"/>
              <a:gd name="connsiteX3" fmla="*/ 487889 w 4760368"/>
              <a:gd name="connsiteY3" fmla="*/ 3681521 h 3681521"/>
              <a:gd name="connsiteX4" fmla="*/ 636661 w 4760368"/>
              <a:gd name="connsiteY4" fmla="*/ 5491 h 3681521"/>
              <a:gd name="connsiteX0" fmla="*/ 629168 w 4769574"/>
              <a:gd name="connsiteY0" fmla="*/ 8808 h 3681521"/>
              <a:gd name="connsiteX1" fmla="*/ 4768728 w 4769574"/>
              <a:gd name="connsiteY1" fmla="*/ 0 h 3681521"/>
              <a:gd name="connsiteX2" fmla="*/ 4768729 w 4769574"/>
              <a:gd name="connsiteY2" fmla="*/ 3680688 h 3681521"/>
              <a:gd name="connsiteX3" fmla="*/ 497095 w 4769574"/>
              <a:gd name="connsiteY3" fmla="*/ 3681521 h 3681521"/>
              <a:gd name="connsiteX4" fmla="*/ 629168 w 4769574"/>
              <a:gd name="connsiteY4" fmla="*/ 8808 h 3681521"/>
              <a:gd name="connsiteX0" fmla="*/ 601494 w 4741900"/>
              <a:gd name="connsiteY0" fmla="*/ 8808 h 3684838"/>
              <a:gd name="connsiteX1" fmla="*/ 4741054 w 4741900"/>
              <a:gd name="connsiteY1" fmla="*/ 0 h 3684838"/>
              <a:gd name="connsiteX2" fmla="*/ 4741055 w 4741900"/>
              <a:gd name="connsiteY2" fmla="*/ 3680688 h 3684838"/>
              <a:gd name="connsiteX3" fmla="*/ 533787 w 4741900"/>
              <a:gd name="connsiteY3" fmla="*/ 3684838 h 3684838"/>
              <a:gd name="connsiteX4" fmla="*/ 601494 w 4741900"/>
              <a:gd name="connsiteY4" fmla="*/ 8808 h 3684838"/>
              <a:gd name="connsiteX0" fmla="*/ 617057 w 4757463"/>
              <a:gd name="connsiteY0" fmla="*/ 8808 h 3680688"/>
              <a:gd name="connsiteX1" fmla="*/ 4756617 w 4757463"/>
              <a:gd name="connsiteY1" fmla="*/ 0 h 3680688"/>
              <a:gd name="connsiteX2" fmla="*/ 4756618 w 4757463"/>
              <a:gd name="connsiteY2" fmla="*/ 3680688 h 3680688"/>
              <a:gd name="connsiteX3" fmla="*/ 512611 w 4757463"/>
              <a:gd name="connsiteY3" fmla="*/ 3678203 h 3680688"/>
              <a:gd name="connsiteX4" fmla="*/ 617057 w 4757463"/>
              <a:gd name="connsiteY4" fmla="*/ 8808 h 3680688"/>
              <a:gd name="connsiteX0" fmla="*/ 602464 w 4742870"/>
              <a:gd name="connsiteY0" fmla="*/ 8808 h 3680688"/>
              <a:gd name="connsiteX1" fmla="*/ 4742024 w 4742870"/>
              <a:gd name="connsiteY1" fmla="*/ 0 h 3680688"/>
              <a:gd name="connsiteX2" fmla="*/ 4742025 w 4742870"/>
              <a:gd name="connsiteY2" fmla="*/ 3680688 h 3680688"/>
              <a:gd name="connsiteX3" fmla="*/ 498018 w 4742870"/>
              <a:gd name="connsiteY3" fmla="*/ 3678203 h 3680688"/>
              <a:gd name="connsiteX4" fmla="*/ 602464 w 4742870"/>
              <a:gd name="connsiteY4" fmla="*/ 8808 h 3680688"/>
              <a:gd name="connsiteX0" fmla="*/ 586378 w 4726784"/>
              <a:gd name="connsiteY0" fmla="*/ 8808 h 3680688"/>
              <a:gd name="connsiteX1" fmla="*/ 4725938 w 4726784"/>
              <a:gd name="connsiteY1" fmla="*/ 0 h 3680688"/>
              <a:gd name="connsiteX2" fmla="*/ 4725939 w 4726784"/>
              <a:gd name="connsiteY2" fmla="*/ 3680688 h 3680688"/>
              <a:gd name="connsiteX3" fmla="*/ 481932 w 4726784"/>
              <a:gd name="connsiteY3" fmla="*/ 3678203 h 3680688"/>
              <a:gd name="connsiteX4" fmla="*/ 586378 w 4726784"/>
              <a:gd name="connsiteY4" fmla="*/ 8808 h 3680688"/>
              <a:gd name="connsiteX0" fmla="*/ 575515 w 4715921"/>
              <a:gd name="connsiteY0" fmla="*/ 8808 h 3680688"/>
              <a:gd name="connsiteX1" fmla="*/ 4715075 w 4715921"/>
              <a:gd name="connsiteY1" fmla="*/ 0 h 3680688"/>
              <a:gd name="connsiteX2" fmla="*/ 4715076 w 4715921"/>
              <a:gd name="connsiteY2" fmla="*/ 3680688 h 3680688"/>
              <a:gd name="connsiteX3" fmla="*/ 471069 w 4715921"/>
              <a:gd name="connsiteY3" fmla="*/ 3678203 h 3680688"/>
              <a:gd name="connsiteX4" fmla="*/ 575515 w 4715921"/>
              <a:gd name="connsiteY4" fmla="*/ 8808 h 3680688"/>
              <a:gd name="connsiteX0" fmla="*/ 587738 w 4728144"/>
              <a:gd name="connsiteY0" fmla="*/ 8808 h 3680688"/>
              <a:gd name="connsiteX1" fmla="*/ 4727298 w 4728144"/>
              <a:gd name="connsiteY1" fmla="*/ 0 h 3680688"/>
              <a:gd name="connsiteX2" fmla="*/ 4727299 w 4728144"/>
              <a:gd name="connsiteY2" fmla="*/ 3680688 h 3680688"/>
              <a:gd name="connsiteX3" fmla="*/ 483292 w 4728144"/>
              <a:gd name="connsiteY3" fmla="*/ 3678203 h 3680688"/>
              <a:gd name="connsiteX4" fmla="*/ 587738 w 4728144"/>
              <a:gd name="connsiteY4" fmla="*/ 8808 h 3680688"/>
              <a:gd name="connsiteX0" fmla="*/ 592227 w 4732633"/>
              <a:gd name="connsiteY0" fmla="*/ 8808 h 3680688"/>
              <a:gd name="connsiteX1" fmla="*/ 4731787 w 4732633"/>
              <a:gd name="connsiteY1" fmla="*/ 0 h 3680688"/>
              <a:gd name="connsiteX2" fmla="*/ 4731788 w 4732633"/>
              <a:gd name="connsiteY2" fmla="*/ 3680688 h 3680688"/>
              <a:gd name="connsiteX3" fmla="*/ 487781 w 4732633"/>
              <a:gd name="connsiteY3" fmla="*/ 3678203 h 3680688"/>
              <a:gd name="connsiteX4" fmla="*/ 592227 w 4732633"/>
              <a:gd name="connsiteY4" fmla="*/ 8808 h 3680688"/>
              <a:gd name="connsiteX0" fmla="*/ 590793 w 4734538"/>
              <a:gd name="connsiteY0" fmla="*/ 2174 h 3680688"/>
              <a:gd name="connsiteX1" fmla="*/ 4733692 w 4734538"/>
              <a:gd name="connsiteY1" fmla="*/ 0 h 3680688"/>
              <a:gd name="connsiteX2" fmla="*/ 4733693 w 4734538"/>
              <a:gd name="connsiteY2" fmla="*/ 3680688 h 3680688"/>
              <a:gd name="connsiteX3" fmla="*/ 489686 w 4734538"/>
              <a:gd name="connsiteY3" fmla="*/ 3678203 h 3680688"/>
              <a:gd name="connsiteX4" fmla="*/ 590793 w 4734538"/>
              <a:gd name="connsiteY4" fmla="*/ 2174 h 3680688"/>
              <a:gd name="connsiteX0" fmla="*/ 598022 w 4725068"/>
              <a:gd name="connsiteY0" fmla="*/ 0 h 3681831"/>
              <a:gd name="connsiteX1" fmla="*/ 4724222 w 4725068"/>
              <a:gd name="connsiteY1" fmla="*/ 1143 h 3681831"/>
              <a:gd name="connsiteX2" fmla="*/ 4724223 w 4725068"/>
              <a:gd name="connsiteY2" fmla="*/ 3681831 h 3681831"/>
              <a:gd name="connsiteX3" fmla="*/ 480216 w 4725068"/>
              <a:gd name="connsiteY3" fmla="*/ 3679346 h 3681831"/>
              <a:gd name="connsiteX4" fmla="*/ 598022 w 4725068"/>
              <a:gd name="connsiteY4" fmla="*/ 0 h 3681831"/>
              <a:gd name="connsiteX0" fmla="*/ 598022 w 4725068"/>
              <a:gd name="connsiteY0" fmla="*/ 0 h 3685148"/>
              <a:gd name="connsiteX1" fmla="*/ 4724222 w 4725068"/>
              <a:gd name="connsiteY1" fmla="*/ 4460 h 3685148"/>
              <a:gd name="connsiteX2" fmla="*/ 4724223 w 4725068"/>
              <a:gd name="connsiteY2" fmla="*/ 3685148 h 3685148"/>
              <a:gd name="connsiteX3" fmla="*/ 480216 w 4725068"/>
              <a:gd name="connsiteY3" fmla="*/ 3682663 h 3685148"/>
              <a:gd name="connsiteX4" fmla="*/ 598022 w 4725068"/>
              <a:gd name="connsiteY4" fmla="*/ 0 h 3685148"/>
              <a:gd name="connsiteX0" fmla="*/ 596565 w 4726950"/>
              <a:gd name="connsiteY0" fmla="*/ 2174 h 3680688"/>
              <a:gd name="connsiteX1" fmla="*/ 4726104 w 4726950"/>
              <a:gd name="connsiteY1" fmla="*/ 0 h 3680688"/>
              <a:gd name="connsiteX2" fmla="*/ 4726105 w 4726950"/>
              <a:gd name="connsiteY2" fmla="*/ 3680688 h 3680688"/>
              <a:gd name="connsiteX3" fmla="*/ 482098 w 4726950"/>
              <a:gd name="connsiteY3" fmla="*/ 3678203 h 3680688"/>
              <a:gd name="connsiteX4" fmla="*/ 596565 w 4726950"/>
              <a:gd name="connsiteY4" fmla="*/ 2174 h 3680688"/>
              <a:gd name="connsiteX0" fmla="*/ 600621 w 4731006"/>
              <a:gd name="connsiteY0" fmla="*/ 2174 h 3680688"/>
              <a:gd name="connsiteX1" fmla="*/ 4730160 w 4731006"/>
              <a:gd name="connsiteY1" fmla="*/ 0 h 3680688"/>
              <a:gd name="connsiteX2" fmla="*/ 4730161 w 4731006"/>
              <a:gd name="connsiteY2" fmla="*/ 3680688 h 3680688"/>
              <a:gd name="connsiteX3" fmla="*/ 486154 w 4731006"/>
              <a:gd name="connsiteY3" fmla="*/ 3678203 h 3680688"/>
              <a:gd name="connsiteX4" fmla="*/ 600621 w 4731006"/>
              <a:gd name="connsiteY4" fmla="*/ 2174 h 3680688"/>
              <a:gd name="connsiteX0" fmla="*/ 599177 w 4729562"/>
              <a:gd name="connsiteY0" fmla="*/ 2174 h 3688155"/>
              <a:gd name="connsiteX1" fmla="*/ 4728716 w 4729562"/>
              <a:gd name="connsiteY1" fmla="*/ 0 h 3688155"/>
              <a:gd name="connsiteX2" fmla="*/ 4728717 w 4729562"/>
              <a:gd name="connsiteY2" fmla="*/ 3680688 h 3688155"/>
              <a:gd name="connsiteX3" fmla="*/ 488050 w 4729562"/>
              <a:gd name="connsiteY3" fmla="*/ 3688155 h 3688155"/>
              <a:gd name="connsiteX4" fmla="*/ 599177 w 4729562"/>
              <a:gd name="connsiteY4" fmla="*/ 2174 h 3688155"/>
              <a:gd name="connsiteX0" fmla="*/ 599177 w 4729562"/>
              <a:gd name="connsiteY0" fmla="*/ 0 h 3685981"/>
              <a:gd name="connsiteX1" fmla="*/ 4728716 w 4729562"/>
              <a:gd name="connsiteY1" fmla="*/ 1143 h 3685981"/>
              <a:gd name="connsiteX2" fmla="*/ 4728717 w 4729562"/>
              <a:gd name="connsiteY2" fmla="*/ 3678514 h 3685981"/>
              <a:gd name="connsiteX3" fmla="*/ 488050 w 4729562"/>
              <a:gd name="connsiteY3" fmla="*/ 3685981 h 3685981"/>
              <a:gd name="connsiteX4" fmla="*/ 599177 w 4729562"/>
              <a:gd name="connsiteY4" fmla="*/ 0 h 3685981"/>
              <a:gd name="connsiteX0" fmla="*/ 596303 w 4733367"/>
              <a:gd name="connsiteY0" fmla="*/ 5491 h 3684838"/>
              <a:gd name="connsiteX1" fmla="*/ 4732521 w 4733367"/>
              <a:gd name="connsiteY1" fmla="*/ 0 h 3684838"/>
              <a:gd name="connsiteX2" fmla="*/ 4732522 w 4733367"/>
              <a:gd name="connsiteY2" fmla="*/ 3677371 h 3684838"/>
              <a:gd name="connsiteX3" fmla="*/ 491855 w 4733367"/>
              <a:gd name="connsiteY3" fmla="*/ 3684838 h 3684838"/>
              <a:gd name="connsiteX4" fmla="*/ 596303 w 4733367"/>
              <a:gd name="connsiteY4" fmla="*/ 5491 h 3684838"/>
              <a:gd name="connsiteX0" fmla="*/ 596303 w 4733367"/>
              <a:gd name="connsiteY0" fmla="*/ 5491 h 3684838"/>
              <a:gd name="connsiteX1" fmla="*/ 4732521 w 4733367"/>
              <a:gd name="connsiteY1" fmla="*/ 0 h 3684838"/>
              <a:gd name="connsiteX2" fmla="*/ 4732522 w 4733367"/>
              <a:gd name="connsiteY2" fmla="*/ 3677371 h 3684838"/>
              <a:gd name="connsiteX3" fmla="*/ 491855 w 4733367"/>
              <a:gd name="connsiteY3" fmla="*/ 3684838 h 3684838"/>
              <a:gd name="connsiteX4" fmla="*/ 596303 w 4733367"/>
              <a:gd name="connsiteY4" fmla="*/ 5491 h 3684838"/>
              <a:gd name="connsiteX0" fmla="*/ 594875 w 4735279"/>
              <a:gd name="connsiteY0" fmla="*/ 2174 h 3684838"/>
              <a:gd name="connsiteX1" fmla="*/ 4734433 w 4735279"/>
              <a:gd name="connsiteY1" fmla="*/ 0 h 3684838"/>
              <a:gd name="connsiteX2" fmla="*/ 4734434 w 4735279"/>
              <a:gd name="connsiteY2" fmla="*/ 3677371 h 3684838"/>
              <a:gd name="connsiteX3" fmla="*/ 493767 w 4735279"/>
              <a:gd name="connsiteY3" fmla="*/ 3684838 h 3684838"/>
              <a:gd name="connsiteX4" fmla="*/ 594875 w 4735279"/>
              <a:gd name="connsiteY4" fmla="*/ 2174 h 3684838"/>
              <a:gd name="connsiteX0" fmla="*/ 594875 w 4735279"/>
              <a:gd name="connsiteY0" fmla="*/ 2174 h 3684838"/>
              <a:gd name="connsiteX1" fmla="*/ 4734433 w 4735279"/>
              <a:gd name="connsiteY1" fmla="*/ 0 h 3684838"/>
              <a:gd name="connsiteX2" fmla="*/ 4734434 w 4735279"/>
              <a:gd name="connsiteY2" fmla="*/ 3677371 h 3684838"/>
              <a:gd name="connsiteX3" fmla="*/ 493767 w 4735279"/>
              <a:gd name="connsiteY3" fmla="*/ 3684838 h 3684838"/>
              <a:gd name="connsiteX4" fmla="*/ 594875 w 4735279"/>
              <a:gd name="connsiteY4" fmla="*/ 2174 h 3684838"/>
              <a:gd name="connsiteX0" fmla="*/ 594875 w 4735279"/>
              <a:gd name="connsiteY0" fmla="*/ 5491 h 3684838"/>
              <a:gd name="connsiteX1" fmla="*/ 4734433 w 4735279"/>
              <a:gd name="connsiteY1" fmla="*/ 0 h 3684838"/>
              <a:gd name="connsiteX2" fmla="*/ 4734434 w 4735279"/>
              <a:gd name="connsiteY2" fmla="*/ 3677371 h 3684838"/>
              <a:gd name="connsiteX3" fmla="*/ 493767 w 4735279"/>
              <a:gd name="connsiteY3" fmla="*/ 3684838 h 3684838"/>
              <a:gd name="connsiteX4" fmla="*/ 594875 w 4735279"/>
              <a:gd name="connsiteY4" fmla="*/ 5491 h 3684838"/>
              <a:gd name="connsiteX0" fmla="*/ 596304 w 4733368"/>
              <a:gd name="connsiteY0" fmla="*/ 2174 h 3684838"/>
              <a:gd name="connsiteX1" fmla="*/ 4732522 w 4733368"/>
              <a:gd name="connsiteY1" fmla="*/ 0 h 3684838"/>
              <a:gd name="connsiteX2" fmla="*/ 4732523 w 4733368"/>
              <a:gd name="connsiteY2" fmla="*/ 3677371 h 3684838"/>
              <a:gd name="connsiteX3" fmla="*/ 491856 w 4733368"/>
              <a:gd name="connsiteY3" fmla="*/ 3684838 h 3684838"/>
              <a:gd name="connsiteX4" fmla="*/ 596304 w 4733368"/>
              <a:gd name="connsiteY4" fmla="*/ 2174 h 3684838"/>
              <a:gd name="connsiteX0" fmla="*/ 596304 w 4733368"/>
              <a:gd name="connsiteY0" fmla="*/ 5491 h 3684838"/>
              <a:gd name="connsiteX1" fmla="*/ 4732522 w 4733368"/>
              <a:gd name="connsiteY1" fmla="*/ 0 h 3684838"/>
              <a:gd name="connsiteX2" fmla="*/ 4732523 w 4733368"/>
              <a:gd name="connsiteY2" fmla="*/ 3677371 h 3684838"/>
              <a:gd name="connsiteX3" fmla="*/ 491856 w 4733368"/>
              <a:gd name="connsiteY3" fmla="*/ 3684838 h 3684838"/>
              <a:gd name="connsiteX4" fmla="*/ 596304 w 4733368"/>
              <a:gd name="connsiteY4" fmla="*/ 5491 h 3684838"/>
              <a:gd name="connsiteX0" fmla="*/ 594875 w 4735279"/>
              <a:gd name="connsiteY0" fmla="*/ 5491 h 3684838"/>
              <a:gd name="connsiteX1" fmla="*/ 4734433 w 4735279"/>
              <a:gd name="connsiteY1" fmla="*/ 0 h 3684838"/>
              <a:gd name="connsiteX2" fmla="*/ 4734434 w 4735279"/>
              <a:gd name="connsiteY2" fmla="*/ 3677371 h 3684838"/>
              <a:gd name="connsiteX3" fmla="*/ 493767 w 4735279"/>
              <a:gd name="connsiteY3" fmla="*/ 3684838 h 3684838"/>
              <a:gd name="connsiteX4" fmla="*/ 594875 w 4735279"/>
              <a:gd name="connsiteY4" fmla="*/ 5491 h 3684838"/>
              <a:gd name="connsiteX0" fmla="*/ 596304 w 4733368"/>
              <a:gd name="connsiteY0" fmla="*/ 2174 h 3684838"/>
              <a:gd name="connsiteX1" fmla="*/ 4732522 w 4733368"/>
              <a:gd name="connsiteY1" fmla="*/ 0 h 3684838"/>
              <a:gd name="connsiteX2" fmla="*/ 4732523 w 4733368"/>
              <a:gd name="connsiteY2" fmla="*/ 3677371 h 3684838"/>
              <a:gd name="connsiteX3" fmla="*/ 491856 w 4733368"/>
              <a:gd name="connsiteY3" fmla="*/ 3684838 h 3684838"/>
              <a:gd name="connsiteX4" fmla="*/ 596304 w 4733368"/>
              <a:gd name="connsiteY4" fmla="*/ 2174 h 3684838"/>
              <a:gd name="connsiteX0" fmla="*/ 585455 w 4722519"/>
              <a:gd name="connsiteY0" fmla="*/ 2174 h 3684838"/>
              <a:gd name="connsiteX1" fmla="*/ 4721673 w 4722519"/>
              <a:gd name="connsiteY1" fmla="*/ 0 h 3684838"/>
              <a:gd name="connsiteX2" fmla="*/ 4721674 w 4722519"/>
              <a:gd name="connsiteY2" fmla="*/ 3677371 h 3684838"/>
              <a:gd name="connsiteX3" fmla="*/ 481007 w 4722519"/>
              <a:gd name="connsiteY3" fmla="*/ 3684838 h 3684838"/>
              <a:gd name="connsiteX4" fmla="*/ 585455 w 4722519"/>
              <a:gd name="connsiteY4" fmla="*/ 2174 h 3684838"/>
              <a:gd name="connsiteX0" fmla="*/ 593586 w 4730650"/>
              <a:gd name="connsiteY0" fmla="*/ 2174 h 3684838"/>
              <a:gd name="connsiteX1" fmla="*/ 4729804 w 4730650"/>
              <a:gd name="connsiteY1" fmla="*/ 0 h 3684838"/>
              <a:gd name="connsiteX2" fmla="*/ 4729805 w 4730650"/>
              <a:gd name="connsiteY2" fmla="*/ 3677371 h 3684838"/>
              <a:gd name="connsiteX3" fmla="*/ 489138 w 4730650"/>
              <a:gd name="connsiteY3" fmla="*/ 3684838 h 3684838"/>
              <a:gd name="connsiteX4" fmla="*/ 593586 w 4730650"/>
              <a:gd name="connsiteY4" fmla="*/ 2174 h 3684838"/>
              <a:gd name="connsiteX0" fmla="*/ 593586 w 4736932"/>
              <a:gd name="connsiteY0" fmla="*/ 2174 h 3687322"/>
              <a:gd name="connsiteX1" fmla="*/ 4729804 w 4736932"/>
              <a:gd name="connsiteY1" fmla="*/ 0 h 3687322"/>
              <a:gd name="connsiteX2" fmla="*/ 4736485 w 4736932"/>
              <a:gd name="connsiteY2" fmla="*/ 3687322 h 3687322"/>
              <a:gd name="connsiteX3" fmla="*/ 489138 w 4736932"/>
              <a:gd name="connsiteY3" fmla="*/ 3684838 h 3687322"/>
              <a:gd name="connsiteX4" fmla="*/ 593586 w 4736932"/>
              <a:gd name="connsiteY4" fmla="*/ 2174 h 3687322"/>
              <a:gd name="connsiteX0" fmla="*/ 593586 w 4739824"/>
              <a:gd name="connsiteY0" fmla="*/ 2174 h 3687322"/>
              <a:gd name="connsiteX1" fmla="*/ 4739824 w 4739824"/>
              <a:gd name="connsiteY1" fmla="*/ 0 h 3687322"/>
              <a:gd name="connsiteX2" fmla="*/ 4736485 w 4739824"/>
              <a:gd name="connsiteY2" fmla="*/ 3687322 h 3687322"/>
              <a:gd name="connsiteX3" fmla="*/ 489138 w 4739824"/>
              <a:gd name="connsiteY3" fmla="*/ 3684838 h 3687322"/>
              <a:gd name="connsiteX4" fmla="*/ 593586 w 4739824"/>
              <a:gd name="connsiteY4" fmla="*/ 2174 h 368732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4739824" h="3687322">
                <a:moveTo>
                  <a:pt x="593586" y="2174"/>
                </a:moveTo>
                <a:lnTo>
                  <a:pt x="4739824" y="0"/>
                </a:lnTo>
                <a:cubicBezTo>
                  <a:pt x="4736893" y="1360600"/>
                  <a:pt x="4739416" y="2326722"/>
                  <a:pt x="4736485" y="3687322"/>
                </a:cubicBezTo>
                <a:lnTo>
                  <a:pt x="489138" y="3684838"/>
                </a:lnTo>
                <a:cubicBezTo>
                  <a:pt x="18231" y="2928543"/>
                  <a:pt x="-365842" y="1442490"/>
                  <a:pt x="593586" y="2174"/>
                </a:cubicBezTo>
                <a:close/>
              </a:path>
            </a:pathLst>
          </a:custGeom>
          <a:solidFill>
            <a:schemeClr val="bg2"/>
          </a:solidFill>
          <a:ln w="19050">
            <a:noFill/>
          </a:ln>
        </p:spPr>
        <p:txBody>
          <a:bodyPr vert="horz" lIns="822960" tIns="365760" rIns="822960" bIns="365760" anchor="b" anchorCtr="0"/>
          <a:lstStyle>
            <a:lvl1pPr marL="0" marR="0" indent="0" algn="l" defTabSz="457200" rtl="0" eaLnBrk="1" fontAlgn="auto" latinLnBrk="0" hangingPunct="1">
              <a:lnSpc>
                <a:spcPct val="11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/>
              <a:buNone/>
              <a:tabLst/>
              <a:defRPr sz="1200" baseline="0">
                <a:solidFill>
                  <a:schemeClr val="bg1"/>
                </a:solidFill>
              </a:defRPr>
            </a:lvl1pPr>
          </a:lstStyle>
          <a:p>
            <a:r>
              <a:rPr lang="en-GB" noProof="0" dirty="0"/>
              <a:t>Click button above to add a photo. Do not use this slide without a photo. See the “Instructions for adding photo” slide for more information.</a:t>
            </a:r>
          </a:p>
        </p:txBody>
      </p:sp>
      <p:sp>
        <p:nvSpPr>
          <p:cNvPr id="2" name="Title 2">
            <a:extLst>
              <a:ext uri="{FF2B5EF4-FFF2-40B4-BE49-F238E27FC236}">
                <a16:creationId xmlns:a16="http://schemas.microsoft.com/office/drawing/2014/main" id="{34D56603-2B83-9041-27A7-3842F9B5BCC3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46163" y="2619813"/>
            <a:ext cx="3897237" cy="543983"/>
          </a:xfrm>
          <a:prstGeom prst="rect">
            <a:avLst/>
          </a:prstGeom>
        </p:spPr>
        <p:txBody>
          <a:bodyPr lIns="0" tIns="0" rIns="0" bIns="0" anchor="t" anchorCtr="0"/>
          <a:lstStyle>
            <a:lvl1pPr algn="l">
              <a:lnSpc>
                <a:spcPct val="100000"/>
              </a:lnSpc>
              <a:defRPr sz="1600" b="0" i="0" cap="none" spc="0" baseline="0">
                <a:solidFill>
                  <a:srgbClr val="FFFFFF"/>
                </a:solidFill>
                <a:latin typeface="Verdana"/>
                <a:cs typeface="Verdana"/>
              </a:defRPr>
            </a:lvl1pPr>
          </a:lstStyle>
          <a:p>
            <a:r>
              <a:rPr lang="en-GB" noProof="0" dirty="0"/>
              <a:t>Title of presentation</a:t>
            </a:r>
            <a:br>
              <a:rPr lang="en-GB" noProof="0" dirty="0"/>
            </a:br>
            <a:r>
              <a:rPr lang="en-GB" noProof="0" dirty="0"/>
              <a:t>Second line title</a:t>
            </a:r>
          </a:p>
        </p:txBody>
      </p:sp>
      <p:sp>
        <p:nvSpPr>
          <p:cNvPr id="4" name="Text Placeholder 19">
            <a:extLst>
              <a:ext uri="{FF2B5EF4-FFF2-40B4-BE49-F238E27FC236}">
                <a16:creationId xmlns:a16="http://schemas.microsoft.com/office/drawing/2014/main" id="{D3377BDB-14AE-91B8-A0DC-C32FC46F0DAD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446171" y="3256161"/>
            <a:ext cx="3897233" cy="153789"/>
          </a:xfrm>
          <a:prstGeom prst="rect">
            <a:avLst/>
          </a:prstGeom>
        </p:spPr>
        <p:txBody>
          <a:bodyPr lIns="0" tIns="0" rIns="0" bIns="0"/>
          <a:lstStyle>
            <a:lvl1pPr marL="0" indent="0" algn="l">
              <a:buNone/>
              <a:defRPr sz="1000" b="0" i="0" cap="none" spc="0" baseline="0">
                <a:solidFill>
                  <a:srgbClr val="FFFFFF"/>
                </a:solidFill>
                <a:latin typeface="Verdana"/>
                <a:cs typeface="Verdana"/>
              </a:defRPr>
            </a:lvl1pPr>
          </a:lstStyle>
          <a:p>
            <a:pPr lvl="0"/>
            <a:r>
              <a:rPr lang="en-GB" noProof="0" dirty="0"/>
              <a:t>Click to add subtitle</a:t>
            </a:r>
          </a:p>
        </p:txBody>
      </p:sp>
      <p:sp>
        <p:nvSpPr>
          <p:cNvPr id="5" name="Text Placeholder 19">
            <a:extLst>
              <a:ext uri="{FF2B5EF4-FFF2-40B4-BE49-F238E27FC236}">
                <a16:creationId xmlns:a16="http://schemas.microsoft.com/office/drawing/2014/main" id="{DDA7DD52-C82A-A7A1-DEB2-DB1631A4301B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457219" y="3647300"/>
            <a:ext cx="3890582" cy="153789"/>
          </a:xfrm>
          <a:prstGeom prst="rect">
            <a:avLst/>
          </a:prstGeom>
        </p:spPr>
        <p:txBody>
          <a:bodyPr lIns="0" tIns="0" rIns="0" bIns="0" anchor="b" anchorCtr="0"/>
          <a:lstStyle>
            <a:lvl1pPr marL="0" indent="0" algn="l">
              <a:lnSpc>
                <a:spcPct val="120000"/>
              </a:lnSpc>
              <a:buNone/>
              <a:defRPr sz="900" b="0" cap="none" spc="0" baseline="0">
                <a:solidFill>
                  <a:srgbClr val="FFFFFF"/>
                </a:solidFill>
                <a:latin typeface="Verdana"/>
                <a:cs typeface="Verdana"/>
              </a:defRPr>
            </a:lvl1pPr>
          </a:lstStyle>
          <a:p>
            <a:pPr lvl="0"/>
            <a:r>
              <a:rPr lang="en-GB" noProof="0" dirty="0"/>
              <a:t>Click to add presenter name, title, company</a:t>
            </a:r>
          </a:p>
        </p:txBody>
      </p:sp>
      <p:sp>
        <p:nvSpPr>
          <p:cNvPr id="6" name="Text Placeholder 19">
            <a:extLst>
              <a:ext uri="{FF2B5EF4-FFF2-40B4-BE49-F238E27FC236}">
                <a16:creationId xmlns:a16="http://schemas.microsoft.com/office/drawing/2014/main" id="{44CB6A3C-2606-9F62-1F73-BC5464CFC61A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457200" y="3835389"/>
            <a:ext cx="3890593" cy="153789"/>
          </a:xfrm>
          <a:prstGeom prst="rect">
            <a:avLst/>
          </a:prstGeom>
        </p:spPr>
        <p:txBody>
          <a:bodyPr lIns="0" tIns="0" rIns="0" bIns="0"/>
          <a:lstStyle>
            <a:lvl1pPr marL="0" indent="0" algn="l">
              <a:buNone/>
              <a:defRPr sz="900" b="0" cap="none" spc="0" baseline="0">
                <a:solidFill>
                  <a:srgbClr val="FFFFFF"/>
                </a:solidFill>
                <a:latin typeface="Verdana"/>
                <a:cs typeface="Verdana"/>
              </a:defRPr>
            </a:lvl1pPr>
          </a:lstStyle>
          <a:p>
            <a:pPr lvl="0"/>
            <a:r>
              <a:rPr lang="en-GB" noProof="0"/>
              <a:t>Click to add date</a:t>
            </a:r>
          </a:p>
        </p:txBody>
      </p:sp>
    </p:spTree>
    <p:extLst>
      <p:ext uri="{BB962C8B-B14F-4D97-AF65-F5344CB8AC3E}">
        <p14:creationId xmlns:p14="http://schemas.microsoft.com/office/powerpoint/2010/main" val="398547503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Add a photo with industry icon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Picture Placeholder 5">
            <a:extLst>
              <a:ext uri="{FF2B5EF4-FFF2-40B4-BE49-F238E27FC236}">
                <a16:creationId xmlns:a16="http://schemas.microsoft.com/office/drawing/2014/main" id="{59DC13B7-AFCA-9BA4-ADAA-7587395268C3}"/>
              </a:ext>
            </a:extLst>
          </p:cNvPr>
          <p:cNvSpPr>
            <a:spLocks noGrp="1"/>
          </p:cNvSpPr>
          <p:nvPr>
            <p:ph type="pic" sz="quarter" idx="16" hasCustomPrompt="1"/>
          </p:nvPr>
        </p:nvSpPr>
        <p:spPr>
          <a:xfrm>
            <a:off x="4646746" y="1622848"/>
            <a:ext cx="4505976" cy="3529382"/>
          </a:xfrm>
          <a:custGeom>
            <a:avLst/>
            <a:gdLst>
              <a:gd name="connsiteX0" fmla="*/ 0 w 4115581"/>
              <a:gd name="connsiteY0" fmla="*/ 0 h 4073007"/>
              <a:gd name="connsiteX1" fmla="*/ 4115581 w 4115581"/>
              <a:gd name="connsiteY1" fmla="*/ 0 h 4073007"/>
              <a:gd name="connsiteX2" fmla="*/ 4115581 w 4115581"/>
              <a:gd name="connsiteY2" fmla="*/ 4073007 h 4073007"/>
              <a:gd name="connsiteX3" fmla="*/ 0 w 4115581"/>
              <a:gd name="connsiteY3" fmla="*/ 4073007 h 4073007"/>
              <a:gd name="connsiteX4" fmla="*/ 0 w 4115581"/>
              <a:gd name="connsiteY4" fmla="*/ 0 h 4073007"/>
              <a:gd name="connsiteX0" fmla="*/ 429846 w 4545427"/>
              <a:gd name="connsiteY0" fmla="*/ 0 h 4073007"/>
              <a:gd name="connsiteX1" fmla="*/ 4545427 w 4545427"/>
              <a:gd name="connsiteY1" fmla="*/ 0 h 4073007"/>
              <a:gd name="connsiteX2" fmla="*/ 4545427 w 4545427"/>
              <a:gd name="connsiteY2" fmla="*/ 4073007 h 4073007"/>
              <a:gd name="connsiteX3" fmla="*/ 429846 w 4545427"/>
              <a:gd name="connsiteY3" fmla="*/ 4073007 h 4073007"/>
              <a:gd name="connsiteX4" fmla="*/ 429846 w 4545427"/>
              <a:gd name="connsiteY4" fmla="*/ 0 h 4073007"/>
              <a:gd name="connsiteX0" fmla="*/ 563853 w 4679434"/>
              <a:gd name="connsiteY0" fmla="*/ 0 h 4073007"/>
              <a:gd name="connsiteX1" fmla="*/ 4679434 w 4679434"/>
              <a:gd name="connsiteY1" fmla="*/ 0 h 4073007"/>
              <a:gd name="connsiteX2" fmla="*/ 4679434 w 4679434"/>
              <a:gd name="connsiteY2" fmla="*/ 4073007 h 4073007"/>
              <a:gd name="connsiteX3" fmla="*/ 563853 w 4679434"/>
              <a:gd name="connsiteY3" fmla="*/ 4073007 h 4073007"/>
              <a:gd name="connsiteX4" fmla="*/ 563853 w 4679434"/>
              <a:gd name="connsiteY4" fmla="*/ 0 h 4073007"/>
              <a:gd name="connsiteX0" fmla="*/ 570773 w 4668769"/>
              <a:gd name="connsiteY0" fmla="*/ 0 h 4081799"/>
              <a:gd name="connsiteX1" fmla="*/ 4668769 w 4668769"/>
              <a:gd name="connsiteY1" fmla="*/ 8792 h 4081799"/>
              <a:gd name="connsiteX2" fmla="*/ 4668769 w 4668769"/>
              <a:gd name="connsiteY2" fmla="*/ 4081799 h 4081799"/>
              <a:gd name="connsiteX3" fmla="*/ 553188 w 4668769"/>
              <a:gd name="connsiteY3" fmla="*/ 4081799 h 4081799"/>
              <a:gd name="connsiteX4" fmla="*/ 570773 w 4668769"/>
              <a:gd name="connsiteY4" fmla="*/ 0 h 4081799"/>
              <a:gd name="connsiteX0" fmla="*/ 570773 w 4677561"/>
              <a:gd name="connsiteY0" fmla="*/ 1 h 4081800"/>
              <a:gd name="connsiteX1" fmla="*/ 4677561 w 4677561"/>
              <a:gd name="connsiteY1" fmla="*/ 0 h 4081800"/>
              <a:gd name="connsiteX2" fmla="*/ 4668769 w 4677561"/>
              <a:gd name="connsiteY2" fmla="*/ 4081800 h 4081800"/>
              <a:gd name="connsiteX3" fmla="*/ 553188 w 4677561"/>
              <a:gd name="connsiteY3" fmla="*/ 4081800 h 4081800"/>
              <a:gd name="connsiteX4" fmla="*/ 570773 w 4677561"/>
              <a:gd name="connsiteY4" fmla="*/ 1 h 4081800"/>
              <a:gd name="connsiteX0" fmla="*/ 599816 w 4706604"/>
              <a:gd name="connsiteY0" fmla="*/ 1 h 4081800"/>
              <a:gd name="connsiteX1" fmla="*/ 4706604 w 4706604"/>
              <a:gd name="connsiteY1" fmla="*/ 0 h 4081800"/>
              <a:gd name="connsiteX2" fmla="*/ 4697812 w 4706604"/>
              <a:gd name="connsiteY2" fmla="*/ 4081800 h 4081800"/>
              <a:gd name="connsiteX3" fmla="*/ 511892 w 4706604"/>
              <a:gd name="connsiteY3" fmla="*/ 3659769 h 4081800"/>
              <a:gd name="connsiteX4" fmla="*/ 599816 w 4706604"/>
              <a:gd name="connsiteY4" fmla="*/ 1 h 4081800"/>
              <a:gd name="connsiteX0" fmla="*/ 599816 w 4706604"/>
              <a:gd name="connsiteY0" fmla="*/ 1 h 3659769"/>
              <a:gd name="connsiteX1" fmla="*/ 4706604 w 4706604"/>
              <a:gd name="connsiteY1" fmla="*/ 0 h 3659769"/>
              <a:gd name="connsiteX2" fmla="*/ 4645059 w 4706604"/>
              <a:gd name="connsiteY2" fmla="*/ 3624600 h 3659769"/>
              <a:gd name="connsiteX3" fmla="*/ 511892 w 4706604"/>
              <a:gd name="connsiteY3" fmla="*/ 3659769 h 3659769"/>
              <a:gd name="connsiteX4" fmla="*/ 599816 w 4706604"/>
              <a:gd name="connsiteY4" fmla="*/ 1 h 3659769"/>
              <a:gd name="connsiteX0" fmla="*/ 599816 w 4707450"/>
              <a:gd name="connsiteY0" fmla="*/ 1 h 3659769"/>
              <a:gd name="connsiteX1" fmla="*/ 4706604 w 4707450"/>
              <a:gd name="connsiteY1" fmla="*/ 0 h 3659769"/>
              <a:gd name="connsiteX2" fmla="*/ 4706605 w 4707450"/>
              <a:gd name="connsiteY2" fmla="*/ 3650977 h 3659769"/>
              <a:gd name="connsiteX3" fmla="*/ 511892 w 4707450"/>
              <a:gd name="connsiteY3" fmla="*/ 3659769 h 3659769"/>
              <a:gd name="connsiteX4" fmla="*/ 599816 w 4707450"/>
              <a:gd name="connsiteY4" fmla="*/ 1 h 3659769"/>
              <a:gd name="connsiteX0" fmla="*/ 634214 w 4741848"/>
              <a:gd name="connsiteY0" fmla="*/ 1 h 3668316"/>
              <a:gd name="connsiteX1" fmla="*/ 4741002 w 4741848"/>
              <a:gd name="connsiteY1" fmla="*/ 0 h 3668316"/>
              <a:gd name="connsiteX2" fmla="*/ 4741003 w 4741848"/>
              <a:gd name="connsiteY2" fmla="*/ 3650977 h 3668316"/>
              <a:gd name="connsiteX3" fmla="*/ 469369 w 4741848"/>
              <a:gd name="connsiteY3" fmla="*/ 3668316 h 3668316"/>
              <a:gd name="connsiteX4" fmla="*/ 634214 w 4741848"/>
              <a:gd name="connsiteY4" fmla="*/ 1 h 3668316"/>
              <a:gd name="connsiteX0" fmla="*/ 642249 w 4732789"/>
              <a:gd name="connsiteY0" fmla="*/ 1 h 3668316"/>
              <a:gd name="connsiteX1" fmla="*/ 4731943 w 4732789"/>
              <a:gd name="connsiteY1" fmla="*/ 0 h 3668316"/>
              <a:gd name="connsiteX2" fmla="*/ 4731944 w 4732789"/>
              <a:gd name="connsiteY2" fmla="*/ 3650977 h 3668316"/>
              <a:gd name="connsiteX3" fmla="*/ 460310 w 4732789"/>
              <a:gd name="connsiteY3" fmla="*/ 3668316 h 3668316"/>
              <a:gd name="connsiteX4" fmla="*/ 642249 w 4732789"/>
              <a:gd name="connsiteY4" fmla="*/ 1 h 3668316"/>
              <a:gd name="connsiteX0" fmla="*/ 642249 w 4732789"/>
              <a:gd name="connsiteY0" fmla="*/ 1 h 3680688"/>
              <a:gd name="connsiteX1" fmla="*/ 4731943 w 4732789"/>
              <a:gd name="connsiteY1" fmla="*/ 0 h 3680688"/>
              <a:gd name="connsiteX2" fmla="*/ 4731944 w 4732789"/>
              <a:gd name="connsiteY2" fmla="*/ 3680688 h 3680688"/>
              <a:gd name="connsiteX3" fmla="*/ 460310 w 4732789"/>
              <a:gd name="connsiteY3" fmla="*/ 3668316 h 3680688"/>
              <a:gd name="connsiteX4" fmla="*/ 642249 w 4732789"/>
              <a:gd name="connsiteY4" fmla="*/ 1 h 3680688"/>
              <a:gd name="connsiteX0" fmla="*/ 642249 w 4732789"/>
              <a:gd name="connsiteY0" fmla="*/ 1 h 3681521"/>
              <a:gd name="connsiteX1" fmla="*/ 4731943 w 4732789"/>
              <a:gd name="connsiteY1" fmla="*/ 0 h 3681521"/>
              <a:gd name="connsiteX2" fmla="*/ 4731944 w 4732789"/>
              <a:gd name="connsiteY2" fmla="*/ 3680688 h 3681521"/>
              <a:gd name="connsiteX3" fmla="*/ 460310 w 4732789"/>
              <a:gd name="connsiteY3" fmla="*/ 3681521 h 3681521"/>
              <a:gd name="connsiteX4" fmla="*/ 642249 w 4732789"/>
              <a:gd name="connsiteY4" fmla="*/ 1 h 3681521"/>
              <a:gd name="connsiteX0" fmla="*/ 651938 w 4742478"/>
              <a:gd name="connsiteY0" fmla="*/ 1 h 3681521"/>
              <a:gd name="connsiteX1" fmla="*/ 4741632 w 4742478"/>
              <a:gd name="connsiteY1" fmla="*/ 0 h 3681521"/>
              <a:gd name="connsiteX2" fmla="*/ 4741633 w 4742478"/>
              <a:gd name="connsiteY2" fmla="*/ 3680688 h 3681521"/>
              <a:gd name="connsiteX3" fmla="*/ 469999 w 4742478"/>
              <a:gd name="connsiteY3" fmla="*/ 3681521 h 3681521"/>
              <a:gd name="connsiteX4" fmla="*/ 651938 w 4742478"/>
              <a:gd name="connsiteY4" fmla="*/ 1 h 3681521"/>
              <a:gd name="connsiteX0" fmla="*/ 651938 w 4742478"/>
              <a:gd name="connsiteY0" fmla="*/ 1 h 3681521"/>
              <a:gd name="connsiteX1" fmla="*/ 4741632 w 4742478"/>
              <a:gd name="connsiteY1" fmla="*/ 0 h 3681521"/>
              <a:gd name="connsiteX2" fmla="*/ 4741633 w 4742478"/>
              <a:gd name="connsiteY2" fmla="*/ 3680688 h 3681521"/>
              <a:gd name="connsiteX3" fmla="*/ 469999 w 4742478"/>
              <a:gd name="connsiteY3" fmla="*/ 3681521 h 3681521"/>
              <a:gd name="connsiteX4" fmla="*/ 651938 w 4742478"/>
              <a:gd name="connsiteY4" fmla="*/ 1 h 3681521"/>
              <a:gd name="connsiteX0" fmla="*/ 636661 w 4760368"/>
              <a:gd name="connsiteY0" fmla="*/ 5491 h 3681521"/>
              <a:gd name="connsiteX1" fmla="*/ 4759522 w 4760368"/>
              <a:gd name="connsiteY1" fmla="*/ 0 h 3681521"/>
              <a:gd name="connsiteX2" fmla="*/ 4759523 w 4760368"/>
              <a:gd name="connsiteY2" fmla="*/ 3680688 h 3681521"/>
              <a:gd name="connsiteX3" fmla="*/ 487889 w 4760368"/>
              <a:gd name="connsiteY3" fmla="*/ 3681521 h 3681521"/>
              <a:gd name="connsiteX4" fmla="*/ 636661 w 4760368"/>
              <a:gd name="connsiteY4" fmla="*/ 5491 h 3681521"/>
              <a:gd name="connsiteX0" fmla="*/ 629168 w 4769574"/>
              <a:gd name="connsiteY0" fmla="*/ 8808 h 3681521"/>
              <a:gd name="connsiteX1" fmla="*/ 4768728 w 4769574"/>
              <a:gd name="connsiteY1" fmla="*/ 0 h 3681521"/>
              <a:gd name="connsiteX2" fmla="*/ 4768729 w 4769574"/>
              <a:gd name="connsiteY2" fmla="*/ 3680688 h 3681521"/>
              <a:gd name="connsiteX3" fmla="*/ 497095 w 4769574"/>
              <a:gd name="connsiteY3" fmla="*/ 3681521 h 3681521"/>
              <a:gd name="connsiteX4" fmla="*/ 629168 w 4769574"/>
              <a:gd name="connsiteY4" fmla="*/ 8808 h 3681521"/>
              <a:gd name="connsiteX0" fmla="*/ 601494 w 4741900"/>
              <a:gd name="connsiteY0" fmla="*/ 8808 h 3684838"/>
              <a:gd name="connsiteX1" fmla="*/ 4741054 w 4741900"/>
              <a:gd name="connsiteY1" fmla="*/ 0 h 3684838"/>
              <a:gd name="connsiteX2" fmla="*/ 4741055 w 4741900"/>
              <a:gd name="connsiteY2" fmla="*/ 3680688 h 3684838"/>
              <a:gd name="connsiteX3" fmla="*/ 533787 w 4741900"/>
              <a:gd name="connsiteY3" fmla="*/ 3684838 h 3684838"/>
              <a:gd name="connsiteX4" fmla="*/ 601494 w 4741900"/>
              <a:gd name="connsiteY4" fmla="*/ 8808 h 3684838"/>
              <a:gd name="connsiteX0" fmla="*/ 617057 w 4757463"/>
              <a:gd name="connsiteY0" fmla="*/ 8808 h 3680688"/>
              <a:gd name="connsiteX1" fmla="*/ 4756617 w 4757463"/>
              <a:gd name="connsiteY1" fmla="*/ 0 h 3680688"/>
              <a:gd name="connsiteX2" fmla="*/ 4756618 w 4757463"/>
              <a:gd name="connsiteY2" fmla="*/ 3680688 h 3680688"/>
              <a:gd name="connsiteX3" fmla="*/ 512611 w 4757463"/>
              <a:gd name="connsiteY3" fmla="*/ 3678203 h 3680688"/>
              <a:gd name="connsiteX4" fmla="*/ 617057 w 4757463"/>
              <a:gd name="connsiteY4" fmla="*/ 8808 h 3680688"/>
              <a:gd name="connsiteX0" fmla="*/ 602464 w 4742870"/>
              <a:gd name="connsiteY0" fmla="*/ 8808 h 3680688"/>
              <a:gd name="connsiteX1" fmla="*/ 4742024 w 4742870"/>
              <a:gd name="connsiteY1" fmla="*/ 0 h 3680688"/>
              <a:gd name="connsiteX2" fmla="*/ 4742025 w 4742870"/>
              <a:gd name="connsiteY2" fmla="*/ 3680688 h 3680688"/>
              <a:gd name="connsiteX3" fmla="*/ 498018 w 4742870"/>
              <a:gd name="connsiteY3" fmla="*/ 3678203 h 3680688"/>
              <a:gd name="connsiteX4" fmla="*/ 602464 w 4742870"/>
              <a:gd name="connsiteY4" fmla="*/ 8808 h 3680688"/>
              <a:gd name="connsiteX0" fmla="*/ 586378 w 4726784"/>
              <a:gd name="connsiteY0" fmla="*/ 8808 h 3680688"/>
              <a:gd name="connsiteX1" fmla="*/ 4725938 w 4726784"/>
              <a:gd name="connsiteY1" fmla="*/ 0 h 3680688"/>
              <a:gd name="connsiteX2" fmla="*/ 4725939 w 4726784"/>
              <a:gd name="connsiteY2" fmla="*/ 3680688 h 3680688"/>
              <a:gd name="connsiteX3" fmla="*/ 481932 w 4726784"/>
              <a:gd name="connsiteY3" fmla="*/ 3678203 h 3680688"/>
              <a:gd name="connsiteX4" fmla="*/ 586378 w 4726784"/>
              <a:gd name="connsiteY4" fmla="*/ 8808 h 3680688"/>
              <a:gd name="connsiteX0" fmla="*/ 575515 w 4715921"/>
              <a:gd name="connsiteY0" fmla="*/ 8808 h 3680688"/>
              <a:gd name="connsiteX1" fmla="*/ 4715075 w 4715921"/>
              <a:gd name="connsiteY1" fmla="*/ 0 h 3680688"/>
              <a:gd name="connsiteX2" fmla="*/ 4715076 w 4715921"/>
              <a:gd name="connsiteY2" fmla="*/ 3680688 h 3680688"/>
              <a:gd name="connsiteX3" fmla="*/ 471069 w 4715921"/>
              <a:gd name="connsiteY3" fmla="*/ 3678203 h 3680688"/>
              <a:gd name="connsiteX4" fmla="*/ 575515 w 4715921"/>
              <a:gd name="connsiteY4" fmla="*/ 8808 h 3680688"/>
              <a:gd name="connsiteX0" fmla="*/ 587738 w 4728144"/>
              <a:gd name="connsiteY0" fmla="*/ 8808 h 3680688"/>
              <a:gd name="connsiteX1" fmla="*/ 4727298 w 4728144"/>
              <a:gd name="connsiteY1" fmla="*/ 0 h 3680688"/>
              <a:gd name="connsiteX2" fmla="*/ 4727299 w 4728144"/>
              <a:gd name="connsiteY2" fmla="*/ 3680688 h 3680688"/>
              <a:gd name="connsiteX3" fmla="*/ 483292 w 4728144"/>
              <a:gd name="connsiteY3" fmla="*/ 3678203 h 3680688"/>
              <a:gd name="connsiteX4" fmla="*/ 587738 w 4728144"/>
              <a:gd name="connsiteY4" fmla="*/ 8808 h 3680688"/>
              <a:gd name="connsiteX0" fmla="*/ 592227 w 4732633"/>
              <a:gd name="connsiteY0" fmla="*/ 8808 h 3680688"/>
              <a:gd name="connsiteX1" fmla="*/ 4731787 w 4732633"/>
              <a:gd name="connsiteY1" fmla="*/ 0 h 3680688"/>
              <a:gd name="connsiteX2" fmla="*/ 4731788 w 4732633"/>
              <a:gd name="connsiteY2" fmla="*/ 3680688 h 3680688"/>
              <a:gd name="connsiteX3" fmla="*/ 487781 w 4732633"/>
              <a:gd name="connsiteY3" fmla="*/ 3678203 h 3680688"/>
              <a:gd name="connsiteX4" fmla="*/ 592227 w 4732633"/>
              <a:gd name="connsiteY4" fmla="*/ 8808 h 3680688"/>
              <a:gd name="connsiteX0" fmla="*/ 590793 w 4734538"/>
              <a:gd name="connsiteY0" fmla="*/ 2174 h 3680688"/>
              <a:gd name="connsiteX1" fmla="*/ 4733692 w 4734538"/>
              <a:gd name="connsiteY1" fmla="*/ 0 h 3680688"/>
              <a:gd name="connsiteX2" fmla="*/ 4733693 w 4734538"/>
              <a:gd name="connsiteY2" fmla="*/ 3680688 h 3680688"/>
              <a:gd name="connsiteX3" fmla="*/ 489686 w 4734538"/>
              <a:gd name="connsiteY3" fmla="*/ 3678203 h 3680688"/>
              <a:gd name="connsiteX4" fmla="*/ 590793 w 4734538"/>
              <a:gd name="connsiteY4" fmla="*/ 2174 h 3680688"/>
              <a:gd name="connsiteX0" fmla="*/ 598022 w 4725068"/>
              <a:gd name="connsiteY0" fmla="*/ 0 h 3681831"/>
              <a:gd name="connsiteX1" fmla="*/ 4724222 w 4725068"/>
              <a:gd name="connsiteY1" fmla="*/ 1143 h 3681831"/>
              <a:gd name="connsiteX2" fmla="*/ 4724223 w 4725068"/>
              <a:gd name="connsiteY2" fmla="*/ 3681831 h 3681831"/>
              <a:gd name="connsiteX3" fmla="*/ 480216 w 4725068"/>
              <a:gd name="connsiteY3" fmla="*/ 3679346 h 3681831"/>
              <a:gd name="connsiteX4" fmla="*/ 598022 w 4725068"/>
              <a:gd name="connsiteY4" fmla="*/ 0 h 3681831"/>
              <a:gd name="connsiteX0" fmla="*/ 598022 w 4725068"/>
              <a:gd name="connsiteY0" fmla="*/ 0 h 3685148"/>
              <a:gd name="connsiteX1" fmla="*/ 4724222 w 4725068"/>
              <a:gd name="connsiteY1" fmla="*/ 4460 h 3685148"/>
              <a:gd name="connsiteX2" fmla="*/ 4724223 w 4725068"/>
              <a:gd name="connsiteY2" fmla="*/ 3685148 h 3685148"/>
              <a:gd name="connsiteX3" fmla="*/ 480216 w 4725068"/>
              <a:gd name="connsiteY3" fmla="*/ 3682663 h 3685148"/>
              <a:gd name="connsiteX4" fmla="*/ 598022 w 4725068"/>
              <a:gd name="connsiteY4" fmla="*/ 0 h 3685148"/>
              <a:gd name="connsiteX0" fmla="*/ 596565 w 4726950"/>
              <a:gd name="connsiteY0" fmla="*/ 2174 h 3680688"/>
              <a:gd name="connsiteX1" fmla="*/ 4726104 w 4726950"/>
              <a:gd name="connsiteY1" fmla="*/ 0 h 3680688"/>
              <a:gd name="connsiteX2" fmla="*/ 4726105 w 4726950"/>
              <a:gd name="connsiteY2" fmla="*/ 3680688 h 3680688"/>
              <a:gd name="connsiteX3" fmla="*/ 482098 w 4726950"/>
              <a:gd name="connsiteY3" fmla="*/ 3678203 h 3680688"/>
              <a:gd name="connsiteX4" fmla="*/ 596565 w 4726950"/>
              <a:gd name="connsiteY4" fmla="*/ 2174 h 3680688"/>
              <a:gd name="connsiteX0" fmla="*/ 600621 w 4731006"/>
              <a:gd name="connsiteY0" fmla="*/ 2174 h 3680688"/>
              <a:gd name="connsiteX1" fmla="*/ 4730160 w 4731006"/>
              <a:gd name="connsiteY1" fmla="*/ 0 h 3680688"/>
              <a:gd name="connsiteX2" fmla="*/ 4730161 w 4731006"/>
              <a:gd name="connsiteY2" fmla="*/ 3680688 h 3680688"/>
              <a:gd name="connsiteX3" fmla="*/ 486154 w 4731006"/>
              <a:gd name="connsiteY3" fmla="*/ 3678203 h 3680688"/>
              <a:gd name="connsiteX4" fmla="*/ 600621 w 4731006"/>
              <a:gd name="connsiteY4" fmla="*/ 2174 h 3680688"/>
              <a:gd name="connsiteX0" fmla="*/ 599177 w 4729562"/>
              <a:gd name="connsiteY0" fmla="*/ 2174 h 3688155"/>
              <a:gd name="connsiteX1" fmla="*/ 4728716 w 4729562"/>
              <a:gd name="connsiteY1" fmla="*/ 0 h 3688155"/>
              <a:gd name="connsiteX2" fmla="*/ 4728717 w 4729562"/>
              <a:gd name="connsiteY2" fmla="*/ 3680688 h 3688155"/>
              <a:gd name="connsiteX3" fmla="*/ 488050 w 4729562"/>
              <a:gd name="connsiteY3" fmla="*/ 3688155 h 3688155"/>
              <a:gd name="connsiteX4" fmla="*/ 599177 w 4729562"/>
              <a:gd name="connsiteY4" fmla="*/ 2174 h 3688155"/>
              <a:gd name="connsiteX0" fmla="*/ 599177 w 4729562"/>
              <a:gd name="connsiteY0" fmla="*/ 0 h 3685981"/>
              <a:gd name="connsiteX1" fmla="*/ 4728716 w 4729562"/>
              <a:gd name="connsiteY1" fmla="*/ 1143 h 3685981"/>
              <a:gd name="connsiteX2" fmla="*/ 4728717 w 4729562"/>
              <a:gd name="connsiteY2" fmla="*/ 3678514 h 3685981"/>
              <a:gd name="connsiteX3" fmla="*/ 488050 w 4729562"/>
              <a:gd name="connsiteY3" fmla="*/ 3685981 h 3685981"/>
              <a:gd name="connsiteX4" fmla="*/ 599177 w 4729562"/>
              <a:gd name="connsiteY4" fmla="*/ 0 h 3685981"/>
              <a:gd name="connsiteX0" fmla="*/ 596303 w 4733367"/>
              <a:gd name="connsiteY0" fmla="*/ 5491 h 3684838"/>
              <a:gd name="connsiteX1" fmla="*/ 4732521 w 4733367"/>
              <a:gd name="connsiteY1" fmla="*/ 0 h 3684838"/>
              <a:gd name="connsiteX2" fmla="*/ 4732522 w 4733367"/>
              <a:gd name="connsiteY2" fmla="*/ 3677371 h 3684838"/>
              <a:gd name="connsiteX3" fmla="*/ 491855 w 4733367"/>
              <a:gd name="connsiteY3" fmla="*/ 3684838 h 3684838"/>
              <a:gd name="connsiteX4" fmla="*/ 596303 w 4733367"/>
              <a:gd name="connsiteY4" fmla="*/ 5491 h 3684838"/>
              <a:gd name="connsiteX0" fmla="*/ 596303 w 4733367"/>
              <a:gd name="connsiteY0" fmla="*/ 5491 h 3684838"/>
              <a:gd name="connsiteX1" fmla="*/ 4732521 w 4733367"/>
              <a:gd name="connsiteY1" fmla="*/ 0 h 3684838"/>
              <a:gd name="connsiteX2" fmla="*/ 4732522 w 4733367"/>
              <a:gd name="connsiteY2" fmla="*/ 3677371 h 3684838"/>
              <a:gd name="connsiteX3" fmla="*/ 491855 w 4733367"/>
              <a:gd name="connsiteY3" fmla="*/ 3684838 h 3684838"/>
              <a:gd name="connsiteX4" fmla="*/ 596303 w 4733367"/>
              <a:gd name="connsiteY4" fmla="*/ 5491 h 3684838"/>
              <a:gd name="connsiteX0" fmla="*/ 594875 w 4735279"/>
              <a:gd name="connsiteY0" fmla="*/ 2174 h 3684838"/>
              <a:gd name="connsiteX1" fmla="*/ 4734433 w 4735279"/>
              <a:gd name="connsiteY1" fmla="*/ 0 h 3684838"/>
              <a:gd name="connsiteX2" fmla="*/ 4734434 w 4735279"/>
              <a:gd name="connsiteY2" fmla="*/ 3677371 h 3684838"/>
              <a:gd name="connsiteX3" fmla="*/ 493767 w 4735279"/>
              <a:gd name="connsiteY3" fmla="*/ 3684838 h 3684838"/>
              <a:gd name="connsiteX4" fmla="*/ 594875 w 4735279"/>
              <a:gd name="connsiteY4" fmla="*/ 2174 h 3684838"/>
              <a:gd name="connsiteX0" fmla="*/ 594875 w 4735279"/>
              <a:gd name="connsiteY0" fmla="*/ 2174 h 3684838"/>
              <a:gd name="connsiteX1" fmla="*/ 4734433 w 4735279"/>
              <a:gd name="connsiteY1" fmla="*/ 0 h 3684838"/>
              <a:gd name="connsiteX2" fmla="*/ 4734434 w 4735279"/>
              <a:gd name="connsiteY2" fmla="*/ 3677371 h 3684838"/>
              <a:gd name="connsiteX3" fmla="*/ 493767 w 4735279"/>
              <a:gd name="connsiteY3" fmla="*/ 3684838 h 3684838"/>
              <a:gd name="connsiteX4" fmla="*/ 594875 w 4735279"/>
              <a:gd name="connsiteY4" fmla="*/ 2174 h 3684838"/>
              <a:gd name="connsiteX0" fmla="*/ 594875 w 4735279"/>
              <a:gd name="connsiteY0" fmla="*/ 5491 h 3684838"/>
              <a:gd name="connsiteX1" fmla="*/ 4734433 w 4735279"/>
              <a:gd name="connsiteY1" fmla="*/ 0 h 3684838"/>
              <a:gd name="connsiteX2" fmla="*/ 4734434 w 4735279"/>
              <a:gd name="connsiteY2" fmla="*/ 3677371 h 3684838"/>
              <a:gd name="connsiteX3" fmla="*/ 493767 w 4735279"/>
              <a:gd name="connsiteY3" fmla="*/ 3684838 h 3684838"/>
              <a:gd name="connsiteX4" fmla="*/ 594875 w 4735279"/>
              <a:gd name="connsiteY4" fmla="*/ 5491 h 3684838"/>
              <a:gd name="connsiteX0" fmla="*/ 596304 w 4733368"/>
              <a:gd name="connsiteY0" fmla="*/ 2174 h 3684838"/>
              <a:gd name="connsiteX1" fmla="*/ 4732522 w 4733368"/>
              <a:gd name="connsiteY1" fmla="*/ 0 h 3684838"/>
              <a:gd name="connsiteX2" fmla="*/ 4732523 w 4733368"/>
              <a:gd name="connsiteY2" fmla="*/ 3677371 h 3684838"/>
              <a:gd name="connsiteX3" fmla="*/ 491856 w 4733368"/>
              <a:gd name="connsiteY3" fmla="*/ 3684838 h 3684838"/>
              <a:gd name="connsiteX4" fmla="*/ 596304 w 4733368"/>
              <a:gd name="connsiteY4" fmla="*/ 2174 h 3684838"/>
              <a:gd name="connsiteX0" fmla="*/ 596304 w 4733368"/>
              <a:gd name="connsiteY0" fmla="*/ 5491 h 3684838"/>
              <a:gd name="connsiteX1" fmla="*/ 4732522 w 4733368"/>
              <a:gd name="connsiteY1" fmla="*/ 0 h 3684838"/>
              <a:gd name="connsiteX2" fmla="*/ 4732523 w 4733368"/>
              <a:gd name="connsiteY2" fmla="*/ 3677371 h 3684838"/>
              <a:gd name="connsiteX3" fmla="*/ 491856 w 4733368"/>
              <a:gd name="connsiteY3" fmla="*/ 3684838 h 3684838"/>
              <a:gd name="connsiteX4" fmla="*/ 596304 w 4733368"/>
              <a:gd name="connsiteY4" fmla="*/ 5491 h 3684838"/>
              <a:gd name="connsiteX0" fmla="*/ 594875 w 4735279"/>
              <a:gd name="connsiteY0" fmla="*/ 5491 h 3684838"/>
              <a:gd name="connsiteX1" fmla="*/ 4734433 w 4735279"/>
              <a:gd name="connsiteY1" fmla="*/ 0 h 3684838"/>
              <a:gd name="connsiteX2" fmla="*/ 4734434 w 4735279"/>
              <a:gd name="connsiteY2" fmla="*/ 3677371 h 3684838"/>
              <a:gd name="connsiteX3" fmla="*/ 493767 w 4735279"/>
              <a:gd name="connsiteY3" fmla="*/ 3684838 h 3684838"/>
              <a:gd name="connsiteX4" fmla="*/ 594875 w 4735279"/>
              <a:gd name="connsiteY4" fmla="*/ 5491 h 3684838"/>
              <a:gd name="connsiteX0" fmla="*/ 596304 w 4733368"/>
              <a:gd name="connsiteY0" fmla="*/ 2174 h 3684838"/>
              <a:gd name="connsiteX1" fmla="*/ 4732522 w 4733368"/>
              <a:gd name="connsiteY1" fmla="*/ 0 h 3684838"/>
              <a:gd name="connsiteX2" fmla="*/ 4732523 w 4733368"/>
              <a:gd name="connsiteY2" fmla="*/ 3677371 h 3684838"/>
              <a:gd name="connsiteX3" fmla="*/ 491856 w 4733368"/>
              <a:gd name="connsiteY3" fmla="*/ 3684838 h 3684838"/>
              <a:gd name="connsiteX4" fmla="*/ 596304 w 4733368"/>
              <a:gd name="connsiteY4" fmla="*/ 2174 h 3684838"/>
              <a:gd name="connsiteX0" fmla="*/ 585455 w 4722519"/>
              <a:gd name="connsiteY0" fmla="*/ 2174 h 3684838"/>
              <a:gd name="connsiteX1" fmla="*/ 4721673 w 4722519"/>
              <a:gd name="connsiteY1" fmla="*/ 0 h 3684838"/>
              <a:gd name="connsiteX2" fmla="*/ 4721674 w 4722519"/>
              <a:gd name="connsiteY2" fmla="*/ 3677371 h 3684838"/>
              <a:gd name="connsiteX3" fmla="*/ 481007 w 4722519"/>
              <a:gd name="connsiteY3" fmla="*/ 3684838 h 3684838"/>
              <a:gd name="connsiteX4" fmla="*/ 585455 w 4722519"/>
              <a:gd name="connsiteY4" fmla="*/ 2174 h 3684838"/>
              <a:gd name="connsiteX0" fmla="*/ 593586 w 4730650"/>
              <a:gd name="connsiteY0" fmla="*/ 2174 h 3684838"/>
              <a:gd name="connsiteX1" fmla="*/ 4729804 w 4730650"/>
              <a:gd name="connsiteY1" fmla="*/ 0 h 3684838"/>
              <a:gd name="connsiteX2" fmla="*/ 4729805 w 4730650"/>
              <a:gd name="connsiteY2" fmla="*/ 3677371 h 3684838"/>
              <a:gd name="connsiteX3" fmla="*/ 489138 w 4730650"/>
              <a:gd name="connsiteY3" fmla="*/ 3684838 h 3684838"/>
              <a:gd name="connsiteX4" fmla="*/ 593586 w 4730650"/>
              <a:gd name="connsiteY4" fmla="*/ 2174 h 3684838"/>
              <a:gd name="connsiteX0" fmla="*/ 593586 w 4736932"/>
              <a:gd name="connsiteY0" fmla="*/ 2174 h 3687322"/>
              <a:gd name="connsiteX1" fmla="*/ 4729804 w 4736932"/>
              <a:gd name="connsiteY1" fmla="*/ 0 h 3687322"/>
              <a:gd name="connsiteX2" fmla="*/ 4736485 w 4736932"/>
              <a:gd name="connsiteY2" fmla="*/ 3687322 h 3687322"/>
              <a:gd name="connsiteX3" fmla="*/ 489138 w 4736932"/>
              <a:gd name="connsiteY3" fmla="*/ 3684838 h 3687322"/>
              <a:gd name="connsiteX4" fmla="*/ 593586 w 4736932"/>
              <a:gd name="connsiteY4" fmla="*/ 2174 h 3687322"/>
              <a:gd name="connsiteX0" fmla="*/ 593586 w 4739824"/>
              <a:gd name="connsiteY0" fmla="*/ 2174 h 3687322"/>
              <a:gd name="connsiteX1" fmla="*/ 4739824 w 4739824"/>
              <a:gd name="connsiteY1" fmla="*/ 0 h 3687322"/>
              <a:gd name="connsiteX2" fmla="*/ 4736485 w 4739824"/>
              <a:gd name="connsiteY2" fmla="*/ 3687322 h 3687322"/>
              <a:gd name="connsiteX3" fmla="*/ 489138 w 4739824"/>
              <a:gd name="connsiteY3" fmla="*/ 3684838 h 3687322"/>
              <a:gd name="connsiteX4" fmla="*/ 593586 w 4739824"/>
              <a:gd name="connsiteY4" fmla="*/ 2174 h 368732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4739824" h="3687322">
                <a:moveTo>
                  <a:pt x="593586" y="2174"/>
                </a:moveTo>
                <a:lnTo>
                  <a:pt x="4739824" y="0"/>
                </a:lnTo>
                <a:cubicBezTo>
                  <a:pt x="4736893" y="1360600"/>
                  <a:pt x="4739416" y="2326722"/>
                  <a:pt x="4736485" y="3687322"/>
                </a:cubicBezTo>
                <a:lnTo>
                  <a:pt x="489138" y="3684838"/>
                </a:lnTo>
                <a:cubicBezTo>
                  <a:pt x="18231" y="2928543"/>
                  <a:pt x="-365842" y="1442490"/>
                  <a:pt x="593586" y="2174"/>
                </a:cubicBezTo>
                <a:close/>
              </a:path>
            </a:pathLst>
          </a:custGeom>
          <a:solidFill>
            <a:schemeClr val="bg2"/>
          </a:solidFill>
          <a:ln w="19050">
            <a:noFill/>
          </a:ln>
        </p:spPr>
        <p:txBody>
          <a:bodyPr vert="horz" wrap="square" lIns="731520" tIns="365760" rIns="731520" bIns="365760" anchor="t" anchorCtr="0"/>
          <a:lstStyle>
            <a:lvl1pPr marL="0" marR="0" indent="0" algn="l" defTabSz="457200" rtl="0" eaLnBrk="1" fontAlgn="auto" latinLnBrk="0" hangingPunct="1">
              <a:lnSpc>
                <a:spcPct val="11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/>
              <a:buNone/>
              <a:tabLst/>
              <a:defRPr sz="1800" baseline="30000">
                <a:solidFill>
                  <a:schemeClr val="bg1"/>
                </a:solidFill>
              </a:defRPr>
            </a:lvl1pPr>
          </a:lstStyle>
          <a:p>
            <a:r>
              <a:rPr lang="en-GB" noProof="0" dirty="0"/>
              <a:t>Step 1: Click button below to add a photo. Do not use this slide without a photo. See the “Instructions for adding photo” slide for more information.</a:t>
            </a:r>
          </a:p>
        </p:txBody>
      </p:sp>
      <p:sp>
        <p:nvSpPr>
          <p:cNvPr id="6" name="Picture Placeholder 4">
            <a:extLst>
              <a:ext uri="{FF2B5EF4-FFF2-40B4-BE49-F238E27FC236}">
                <a16:creationId xmlns:a16="http://schemas.microsoft.com/office/drawing/2014/main" id="{5897305B-ACAD-C9B2-86D8-F53C5F632660}"/>
              </a:ext>
            </a:extLst>
          </p:cNvPr>
          <p:cNvSpPr>
            <a:spLocks noGrp="1" noChangeAspect="1"/>
          </p:cNvSpPr>
          <p:nvPr>
            <p:ph type="pic" sz="quarter" idx="17" hasCustomPrompt="1"/>
          </p:nvPr>
        </p:nvSpPr>
        <p:spPr>
          <a:xfrm>
            <a:off x="7608888" y="3657600"/>
            <a:ext cx="1188720" cy="1188720"/>
          </a:xfrm>
          <a:prstGeom prst="rect">
            <a:avLst/>
          </a:prstGeom>
        </p:spPr>
        <p:txBody>
          <a:bodyPr lIns="45720" tIns="91440" rIns="45720"/>
          <a:lstStyle>
            <a:lvl1pPr marL="0" indent="0">
              <a:spcBef>
                <a:spcPts val="0"/>
              </a:spcBef>
              <a:buNone/>
              <a:defRPr sz="1400" baseline="30000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Step 2: Click button here to add an industry icon</a:t>
            </a:r>
          </a:p>
        </p:txBody>
      </p:sp>
      <p:sp>
        <p:nvSpPr>
          <p:cNvPr id="2" name="Title 2">
            <a:extLst>
              <a:ext uri="{FF2B5EF4-FFF2-40B4-BE49-F238E27FC236}">
                <a16:creationId xmlns:a16="http://schemas.microsoft.com/office/drawing/2014/main" id="{5F388499-AEDD-9F4F-DDD9-DDFDD2B4B713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46163" y="2619813"/>
            <a:ext cx="3897237" cy="543983"/>
          </a:xfrm>
          <a:prstGeom prst="rect">
            <a:avLst/>
          </a:prstGeom>
        </p:spPr>
        <p:txBody>
          <a:bodyPr lIns="0" tIns="0" rIns="0" bIns="0" anchor="t" anchorCtr="0"/>
          <a:lstStyle>
            <a:lvl1pPr algn="l">
              <a:lnSpc>
                <a:spcPct val="100000"/>
              </a:lnSpc>
              <a:defRPr sz="1600" b="0" i="0" cap="none" spc="0" baseline="0">
                <a:solidFill>
                  <a:srgbClr val="FFFFFF"/>
                </a:solidFill>
                <a:latin typeface="Verdana"/>
                <a:cs typeface="Verdana"/>
              </a:defRPr>
            </a:lvl1pPr>
          </a:lstStyle>
          <a:p>
            <a:r>
              <a:rPr lang="en-GB" noProof="0" dirty="0"/>
              <a:t>Title of presentation</a:t>
            </a:r>
            <a:br>
              <a:rPr lang="en-GB" noProof="0" dirty="0"/>
            </a:br>
            <a:r>
              <a:rPr lang="en-GB" noProof="0" dirty="0"/>
              <a:t>Second line title</a:t>
            </a:r>
          </a:p>
        </p:txBody>
      </p:sp>
      <p:sp>
        <p:nvSpPr>
          <p:cNvPr id="4" name="Text Placeholder 19">
            <a:extLst>
              <a:ext uri="{FF2B5EF4-FFF2-40B4-BE49-F238E27FC236}">
                <a16:creationId xmlns:a16="http://schemas.microsoft.com/office/drawing/2014/main" id="{8D96D0CD-71D3-1154-2B4F-E3308A5B5C22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446171" y="3256161"/>
            <a:ext cx="3897233" cy="153789"/>
          </a:xfrm>
          <a:prstGeom prst="rect">
            <a:avLst/>
          </a:prstGeom>
        </p:spPr>
        <p:txBody>
          <a:bodyPr lIns="0" tIns="0" rIns="0" bIns="0"/>
          <a:lstStyle>
            <a:lvl1pPr marL="0" indent="0" algn="l">
              <a:buNone/>
              <a:defRPr sz="1000" b="0" i="0" cap="none" spc="0" baseline="0">
                <a:solidFill>
                  <a:srgbClr val="FFFFFF"/>
                </a:solidFill>
                <a:latin typeface="Verdana"/>
                <a:cs typeface="Verdana"/>
              </a:defRPr>
            </a:lvl1pPr>
          </a:lstStyle>
          <a:p>
            <a:pPr lvl="0"/>
            <a:r>
              <a:rPr lang="en-GB" noProof="0" dirty="0"/>
              <a:t>Click to add subtitle</a:t>
            </a:r>
          </a:p>
        </p:txBody>
      </p:sp>
      <p:sp>
        <p:nvSpPr>
          <p:cNvPr id="5" name="Text Placeholder 19">
            <a:extLst>
              <a:ext uri="{FF2B5EF4-FFF2-40B4-BE49-F238E27FC236}">
                <a16:creationId xmlns:a16="http://schemas.microsoft.com/office/drawing/2014/main" id="{8DCCC6E3-2FAC-91D1-30AF-5F24BF0B11C7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457219" y="3647300"/>
            <a:ext cx="3890582" cy="153789"/>
          </a:xfrm>
          <a:prstGeom prst="rect">
            <a:avLst/>
          </a:prstGeom>
        </p:spPr>
        <p:txBody>
          <a:bodyPr lIns="0" tIns="0" rIns="0" bIns="0" anchor="b" anchorCtr="0"/>
          <a:lstStyle>
            <a:lvl1pPr marL="0" indent="0" algn="l">
              <a:lnSpc>
                <a:spcPct val="120000"/>
              </a:lnSpc>
              <a:buNone/>
              <a:defRPr sz="900" b="0" cap="none" spc="0" baseline="0">
                <a:solidFill>
                  <a:srgbClr val="FFFFFF"/>
                </a:solidFill>
                <a:latin typeface="Verdana"/>
                <a:cs typeface="Verdana"/>
              </a:defRPr>
            </a:lvl1pPr>
          </a:lstStyle>
          <a:p>
            <a:pPr lvl="0"/>
            <a:r>
              <a:rPr lang="en-GB" noProof="0" dirty="0"/>
              <a:t>Click to add presenter name, title, company</a:t>
            </a:r>
          </a:p>
        </p:txBody>
      </p:sp>
      <p:sp>
        <p:nvSpPr>
          <p:cNvPr id="7" name="Text Placeholder 19">
            <a:extLst>
              <a:ext uri="{FF2B5EF4-FFF2-40B4-BE49-F238E27FC236}">
                <a16:creationId xmlns:a16="http://schemas.microsoft.com/office/drawing/2014/main" id="{496A9EDE-B085-B7BC-9138-DC0E77D2892A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457200" y="3835389"/>
            <a:ext cx="3890593" cy="153789"/>
          </a:xfrm>
          <a:prstGeom prst="rect">
            <a:avLst/>
          </a:prstGeom>
        </p:spPr>
        <p:txBody>
          <a:bodyPr lIns="0" tIns="0" rIns="0" bIns="0"/>
          <a:lstStyle>
            <a:lvl1pPr marL="0" indent="0" algn="l">
              <a:buNone/>
              <a:defRPr sz="900" b="0" cap="none" spc="0" baseline="0">
                <a:solidFill>
                  <a:srgbClr val="FFFFFF"/>
                </a:solidFill>
                <a:latin typeface="Verdana"/>
                <a:cs typeface="Verdana"/>
              </a:defRPr>
            </a:lvl1pPr>
          </a:lstStyle>
          <a:p>
            <a:pPr lvl="0"/>
            <a:r>
              <a:rPr lang="en-GB" noProof="0"/>
              <a:t>Click to add date</a:t>
            </a:r>
          </a:p>
        </p:txBody>
      </p:sp>
    </p:spTree>
    <p:extLst>
      <p:ext uri="{BB962C8B-B14F-4D97-AF65-F5344CB8AC3E}">
        <p14:creationId xmlns:p14="http://schemas.microsoft.com/office/powerpoint/2010/main" val="334816759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No photo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 Placeholder 19">
            <a:extLst>
              <a:ext uri="{FF2B5EF4-FFF2-40B4-BE49-F238E27FC236}">
                <a16:creationId xmlns:a16="http://schemas.microsoft.com/office/drawing/2014/main" id="{79C10DB8-E6C0-54BB-66B6-C790890C49BA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446171" y="3256161"/>
            <a:ext cx="5486095" cy="153789"/>
          </a:xfrm>
          <a:prstGeom prst="rect">
            <a:avLst/>
          </a:prstGeom>
        </p:spPr>
        <p:txBody>
          <a:bodyPr lIns="0" tIns="0" rIns="0" bIns="0"/>
          <a:lstStyle>
            <a:lvl1pPr marL="0" indent="0" algn="l">
              <a:buNone/>
              <a:defRPr sz="1000" b="0" i="0" cap="none" spc="0" baseline="0">
                <a:solidFill>
                  <a:srgbClr val="FFFFFF"/>
                </a:solidFill>
                <a:latin typeface="Verdana"/>
                <a:cs typeface="Verdana"/>
              </a:defRPr>
            </a:lvl1pPr>
          </a:lstStyle>
          <a:p>
            <a:pPr lvl="0"/>
            <a:r>
              <a:rPr lang="en-GB" noProof="0" dirty="0"/>
              <a:t>Click to add subtitle</a:t>
            </a:r>
          </a:p>
        </p:txBody>
      </p:sp>
      <p:sp>
        <p:nvSpPr>
          <p:cNvPr id="8" name="Text Placeholder 19">
            <a:extLst>
              <a:ext uri="{FF2B5EF4-FFF2-40B4-BE49-F238E27FC236}">
                <a16:creationId xmlns:a16="http://schemas.microsoft.com/office/drawing/2014/main" id="{50F469C7-8E82-F21A-D285-3F2132871033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457218" y="3647300"/>
            <a:ext cx="5476733" cy="153789"/>
          </a:xfrm>
          <a:prstGeom prst="rect">
            <a:avLst/>
          </a:prstGeom>
        </p:spPr>
        <p:txBody>
          <a:bodyPr lIns="0" tIns="0" rIns="0" bIns="0" anchor="b" anchorCtr="0"/>
          <a:lstStyle>
            <a:lvl1pPr marL="0" indent="0" algn="l">
              <a:lnSpc>
                <a:spcPct val="120000"/>
              </a:lnSpc>
              <a:buNone/>
              <a:defRPr sz="900" b="0" cap="none" spc="0" baseline="0">
                <a:solidFill>
                  <a:srgbClr val="FFFFFF"/>
                </a:solidFill>
                <a:latin typeface="Verdana"/>
                <a:cs typeface="Verdana"/>
              </a:defRPr>
            </a:lvl1pPr>
          </a:lstStyle>
          <a:p>
            <a:pPr lvl="0"/>
            <a:r>
              <a:rPr lang="en-GB" noProof="0" dirty="0"/>
              <a:t>Click to add presenter name, title, company</a:t>
            </a:r>
          </a:p>
        </p:txBody>
      </p:sp>
      <p:sp>
        <p:nvSpPr>
          <p:cNvPr id="11" name="Text Placeholder 19">
            <a:extLst>
              <a:ext uri="{FF2B5EF4-FFF2-40B4-BE49-F238E27FC236}">
                <a16:creationId xmlns:a16="http://schemas.microsoft.com/office/drawing/2014/main" id="{051FADFE-EB1A-F378-C56C-D0DFCAF98C5F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457200" y="3835389"/>
            <a:ext cx="5476748" cy="153789"/>
          </a:xfrm>
          <a:prstGeom prst="rect">
            <a:avLst/>
          </a:prstGeom>
        </p:spPr>
        <p:txBody>
          <a:bodyPr lIns="0" tIns="0" rIns="0" bIns="0"/>
          <a:lstStyle>
            <a:lvl1pPr marL="0" indent="0" algn="l">
              <a:buNone/>
              <a:defRPr sz="900" b="0" cap="none" spc="0" baseline="0">
                <a:solidFill>
                  <a:srgbClr val="FFFFFF"/>
                </a:solidFill>
                <a:latin typeface="Verdana"/>
                <a:cs typeface="Verdana"/>
              </a:defRPr>
            </a:lvl1pPr>
          </a:lstStyle>
          <a:p>
            <a:pPr lvl="0"/>
            <a:r>
              <a:rPr lang="en-GB" noProof="0"/>
              <a:t>Click to add date</a:t>
            </a:r>
          </a:p>
        </p:txBody>
      </p:sp>
      <p:sp>
        <p:nvSpPr>
          <p:cNvPr id="13" name="Title 2">
            <a:extLst>
              <a:ext uri="{FF2B5EF4-FFF2-40B4-BE49-F238E27FC236}">
                <a16:creationId xmlns:a16="http://schemas.microsoft.com/office/drawing/2014/main" id="{1E61D8CD-6A21-8C34-E80D-076A49A924CF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46163" y="2619813"/>
            <a:ext cx="5487912" cy="543983"/>
          </a:xfrm>
          <a:prstGeom prst="rect">
            <a:avLst/>
          </a:prstGeom>
        </p:spPr>
        <p:txBody>
          <a:bodyPr lIns="0" tIns="0" rIns="0" bIns="0" anchor="t" anchorCtr="0"/>
          <a:lstStyle>
            <a:lvl1pPr algn="l">
              <a:lnSpc>
                <a:spcPct val="100000"/>
              </a:lnSpc>
              <a:defRPr sz="1600" b="0" i="0" cap="none" spc="0" baseline="0">
                <a:solidFill>
                  <a:srgbClr val="FFFFFF"/>
                </a:solidFill>
                <a:latin typeface="Verdana"/>
                <a:cs typeface="Verdana"/>
              </a:defRPr>
            </a:lvl1pPr>
          </a:lstStyle>
          <a:p>
            <a:r>
              <a:rPr lang="en-GB" noProof="0" dirty="0"/>
              <a:t>Title of presentation</a:t>
            </a:r>
            <a:br>
              <a:rPr lang="en-GB" noProof="0" dirty="0"/>
            </a:br>
            <a:r>
              <a:rPr lang="en-GB" noProof="0" dirty="0"/>
              <a:t>Second line title</a:t>
            </a:r>
          </a:p>
        </p:txBody>
      </p:sp>
    </p:spTree>
    <p:extLst>
      <p:ext uri="{BB962C8B-B14F-4D97-AF65-F5344CB8AC3E}">
        <p14:creationId xmlns:p14="http://schemas.microsoft.com/office/powerpoint/2010/main" val="317244955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No photo with industry icon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 Placeholder 19">
            <a:extLst>
              <a:ext uri="{FF2B5EF4-FFF2-40B4-BE49-F238E27FC236}">
                <a16:creationId xmlns:a16="http://schemas.microsoft.com/office/drawing/2014/main" id="{79C10DB8-E6C0-54BB-66B6-C790890C49BA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446171" y="3256161"/>
            <a:ext cx="5486095" cy="153789"/>
          </a:xfrm>
          <a:prstGeom prst="rect">
            <a:avLst/>
          </a:prstGeom>
        </p:spPr>
        <p:txBody>
          <a:bodyPr lIns="0" tIns="0" rIns="0" bIns="0"/>
          <a:lstStyle>
            <a:lvl1pPr marL="0" indent="0" algn="l">
              <a:buNone/>
              <a:defRPr sz="1000" b="0" i="0" cap="none" spc="0" baseline="0">
                <a:solidFill>
                  <a:srgbClr val="FFFFFF"/>
                </a:solidFill>
                <a:latin typeface="Verdana"/>
                <a:cs typeface="Verdana"/>
              </a:defRPr>
            </a:lvl1pPr>
          </a:lstStyle>
          <a:p>
            <a:pPr lvl="0"/>
            <a:r>
              <a:rPr lang="en-GB" noProof="0" dirty="0"/>
              <a:t>Click to add subtitle</a:t>
            </a:r>
          </a:p>
        </p:txBody>
      </p:sp>
      <p:sp>
        <p:nvSpPr>
          <p:cNvPr id="8" name="Text Placeholder 19">
            <a:extLst>
              <a:ext uri="{FF2B5EF4-FFF2-40B4-BE49-F238E27FC236}">
                <a16:creationId xmlns:a16="http://schemas.microsoft.com/office/drawing/2014/main" id="{50F469C7-8E82-F21A-D285-3F2132871033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457218" y="3647300"/>
            <a:ext cx="5476733" cy="153789"/>
          </a:xfrm>
          <a:prstGeom prst="rect">
            <a:avLst/>
          </a:prstGeom>
        </p:spPr>
        <p:txBody>
          <a:bodyPr lIns="0" tIns="0" rIns="0" bIns="0" anchor="b" anchorCtr="0"/>
          <a:lstStyle>
            <a:lvl1pPr marL="0" indent="0" algn="l">
              <a:lnSpc>
                <a:spcPct val="120000"/>
              </a:lnSpc>
              <a:buNone/>
              <a:defRPr sz="900" b="0" cap="none" spc="0" baseline="0">
                <a:solidFill>
                  <a:srgbClr val="FFFFFF"/>
                </a:solidFill>
                <a:latin typeface="Verdana"/>
                <a:cs typeface="Verdana"/>
              </a:defRPr>
            </a:lvl1pPr>
          </a:lstStyle>
          <a:p>
            <a:pPr lvl="0"/>
            <a:r>
              <a:rPr lang="en-GB" noProof="0" dirty="0"/>
              <a:t>Click to add presenter name, title, company</a:t>
            </a:r>
          </a:p>
        </p:txBody>
      </p:sp>
      <p:sp>
        <p:nvSpPr>
          <p:cNvPr id="11" name="Text Placeholder 19">
            <a:extLst>
              <a:ext uri="{FF2B5EF4-FFF2-40B4-BE49-F238E27FC236}">
                <a16:creationId xmlns:a16="http://schemas.microsoft.com/office/drawing/2014/main" id="{051FADFE-EB1A-F378-C56C-D0DFCAF98C5F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457200" y="3835389"/>
            <a:ext cx="5476748" cy="153789"/>
          </a:xfrm>
          <a:prstGeom prst="rect">
            <a:avLst/>
          </a:prstGeom>
        </p:spPr>
        <p:txBody>
          <a:bodyPr lIns="0" tIns="0" rIns="0" bIns="0"/>
          <a:lstStyle>
            <a:lvl1pPr marL="0" indent="0" algn="l">
              <a:buNone/>
              <a:defRPr sz="900" b="0" cap="none" spc="0" baseline="0">
                <a:solidFill>
                  <a:srgbClr val="FFFFFF"/>
                </a:solidFill>
                <a:latin typeface="Verdana"/>
                <a:cs typeface="Verdana"/>
              </a:defRPr>
            </a:lvl1pPr>
          </a:lstStyle>
          <a:p>
            <a:pPr lvl="0"/>
            <a:r>
              <a:rPr lang="en-GB" noProof="0"/>
              <a:t>Click to add date</a:t>
            </a:r>
          </a:p>
        </p:txBody>
      </p:sp>
      <p:sp>
        <p:nvSpPr>
          <p:cNvPr id="12" name="Title 2">
            <a:extLst>
              <a:ext uri="{FF2B5EF4-FFF2-40B4-BE49-F238E27FC236}">
                <a16:creationId xmlns:a16="http://schemas.microsoft.com/office/drawing/2014/main" id="{7A0ED2CC-AC0B-20AB-2FE4-27C679FC63F7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46163" y="2619813"/>
            <a:ext cx="5487912" cy="543983"/>
          </a:xfrm>
          <a:prstGeom prst="rect">
            <a:avLst/>
          </a:prstGeom>
        </p:spPr>
        <p:txBody>
          <a:bodyPr lIns="0" tIns="0" rIns="0" bIns="0" anchor="t" anchorCtr="0"/>
          <a:lstStyle>
            <a:lvl1pPr algn="l">
              <a:lnSpc>
                <a:spcPct val="100000"/>
              </a:lnSpc>
              <a:defRPr sz="1600" b="0" i="0" cap="none" spc="0" baseline="0">
                <a:solidFill>
                  <a:srgbClr val="FFFFFF"/>
                </a:solidFill>
                <a:latin typeface="Verdana"/>
                <a:cs typeface="Verdana"/>
              </a:defRPr>
            </a:lvl1pPr>
          </a:lstStyle>
          <a:p>
            <a:r>
              <a:rPr lang="en-GB" noProof="0" dirty="0"/>
              <a:t>Title of presentation</a:t>
            </a:r>
            <a:br>
              <a:rPr lang="en-GB" noProof="0" dirty="0"/>
            </a:br>
            <a:r>
              <a:rPr lang="en-GB" noProof="0" dirty="0"/>
              <a:t>Second line title</a:t>
            </a:r>
          </a:p>
        </p:txBody>
      </p:sp>
      <p:sp>
        <p:nvSpPr>
          <p:cNvPr id="2" name="Picture Placeholder 4">
            <a:extLst>
              <a:ext uri="{FF2B5EF4-FFF2-40B4-BE49-F238E27FC236}">
                <a16:creationId xmlns:a16="http://schemas.microsoft.com/office/drawing/2014/main" id="{661A24C4-2B99-EA17-EE50-A2591276F2E9}"/>
              </a:ext>
            </a:extLst>
          </p:cNvPr>
          <p:cNvSpPr>
            <a:spLocks noGrp="1" noChangeAspect="1"/>
          </p:cNvSpPr>
          <p:nvPr>
            <p:ph type="pic" sz="quarter" idx="18" hasCustomPrompt="1"/>
          </p:nvPr>
        </p:nvSpPr>
        <p:spPr>
          <a:xfrm>
            <a:off x="7608888" y="3657600"/>
            <a:ext cx="1188720" cy="1188720"/>
          </a:xfrm>
          <a:prstGeom prst="ellipse">
            <a:avLst/>
          </a:prstGeom>
          <a:solidFill>
            <a:schemeClr val="tx2"/>
          </a:solidFill>
          <a:ln w="19050">
            <a:solidFill>
              <a:srgbClr val="8095B5"/>
            </a:solidFill>
          </a:ln>
        </p:spPr>
        <p:txBody>
          <a:bodyPr lIns="0" tIns="9144" rIns="0" bIns="0"/>
          <a:lstStyle>
            <a:lvl1pPr marL="0" indent="0" algn="ctr">
              <a:spcBef>
                <a:spcPts val="0"/>
              </a:spcBef>
              <a:buNone/>
              <a:defRPr sz="1400" baseline="30000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Add an industry icon</a:t>
            </a:r>
          </a:p>
        </p:txBody>
      </p:sp>
    </p:spTree>
    <p:extLst>
      <p:ext uri="{BB962C8B-B14F-4D97-AF65-F5344CB8AC3E}">
        <p14:creationId xmlns:p14="http://schemas.microsoft.com/office/powerpoint/2010/main" val="374098259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fontAlgn="base">
              <a:spcAft>
                <a:spcPct val="0"/>
              </a:spcAft>
              <a:defRPr/>
            </a:pPr>
            <a:fld id="{4472AB7F-E8D0-4874-A9B8-335B68DC5F05}" type="slidenum">
              <a:rPr lang="en-GB" noProof="0" smtClean="0"/>
              <a:pPr fontAlgn="base">
                <a:spcAft>
                  <a:spcPct val="0"/>
                </a:spcAft>
                <a:defRPr/>
              </a:pPr>
              <a:t>‹#›</a:t>
            </a:fld>
            <a:endParaRPr lang="en-GB" noProof="0"/>
          </a:p>
        </p:txBody>
      </p:sp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FDF2FBDC-CCA1-5626-CC79-517AC87142C8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 bwMode="auto">
          <a:xfrm>
            <a:off x="447479" y="147005"/>
            <a:ext cx="8231572" cy="679647"/>
          </a:xfrm>
          <a:prstGeom prst="rect">
            <a:avLst/>
          </a:prstGeom>
          <a:noFill/>
          <a:ln>
            <a:noFill/>
          </a:ln>
        </p:spPr>
        <p:txBody>
          <a:bodyPr vert="horz" wrap="square" lIns="0" tIns="45716" rIns="91431" bIns="45716" numCol="1" anchor="ctr" anchorCtr="0" compatLnSpc="1">
            <a:prstTxWarp prst="textNoShape">
              <a:avLst/>
            </a:prstTxWarp>
          </a:bodyPr>
          <a:lstStyle>
            <a:lvl1pPr>
              <a:defRPr sz="2400"/>
            </a:lvl1pPr>
          </a:lstStyle>
          <a:p>
            <a:pPr lvl="0"/>
            <a:r>
              <a:rPr lang="en-GB" noProof="0" dirty="0"/>
              <a:t>Title goes here and can be two lines</a:t>
            </a:r>
          </a:p>
        </p:txBody>
      </p:sp>
    </p:spTree>
    <p:extLst>
      <p:ext uri="{BB962C8B-B14F-4D97-AF65-F5344CB8AC3E}">
        <p14:creationId xmlns:p14="http://schemas.microsoft.com/office/powerpoint/2010/main" val="1206754794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xt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ext Placeholder 2"/>
          <p:cNvSpPr>
            <a:spLocks noGrp="1"/>
          </p:cNvSpPr>
          <p:nvPr>
            <p:ph idx="11" hasCustomPrompt="1"/>
          </p:nvPr>
        </p:nvSpPr>
        <p:spPr bwMode="auto">
          <a:xfrm>
            <a:off x="447721" y="1091409"/>
            <a:ext cx="8241707" cy="331208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0" tIns="0" rIns="0" bIns="0" numCol="1" anchor="t" anchorCtr="0" compatLnSpc="1">
            <a:prstTxWarp prst="textNoShape">
              <a:avLst/>
            </a:prstTxWarp>
          </a:bodyPr>
          <a:lstStyle>
            <a:lvl1pPr>
              <a:defRPr sz="1500"/>
            </a:lvl1pPr>
            <a:lvl2pPr>
              <a:defRPr sz="1500"/>
            </a:lvl2pPr>
            <a:lvl3pPr>
              <a:defRPr sz="1500"/>
            </a:lvl3pPr>
            <a:lvl4pPr>
              <a:defRPr sz="1500"/>
            </a:lvl4pPr>
            <a:lvl5pPr>
              <a:defRPr sz="1500"/>
            </a:lvl5pPr>
          </a:lstStyle>
          <a:p>
            <a:pPr lvl="0"/>
            <a:r>
              <a:rPr lang="en-GB" noProof="0"/>
              <a:t>Add text here</a:t>
            </a:r>
          </a:p>
          <a:p>
            <a:pPr lvl="1"/>
            <a:r>
              <a:rPr lang="en-GB" noProof="0"/>
              <a:t>Second level</a:t>
            </a:r>
          </a:p>
          <a:p>
            <a:pPr lvl="2"/>
            <a:r>
              <a:rPr lang="en-GB" noProof="0"/>
              <a:t>Third level</a:t>
            </a:r>
          </a:p>
          <a:p>
            <a:pPr lvl="3"/>
            <a:r>
              <a:rPr lang="en-GB" noProof="0"/>
              <a:t>Fourth level</a:t>
            </a:r>
          </a:p>
          <a:p>
            <a:pPr lvl="4"/>
            <a:r>
              <a:rPr lang="en-GB" noProof="0"/>
              <a:t>Fifth level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fontAlgn="base">
              <a:spcAft>
                <a:spcPct val="0"/>
              </a:spcAft>
              <a:defRPr/>
            </a:pPr>
            <a:fld id="{4472AB7F-E8D0-4874-A9B8-335B68DC5F05}" type="slidenum">
              <a:rPr lang="en-GB" noProof="0" smtClean="0"/>
              <a:pPr fontAlgn="base">
                <a:spcAft>
                  <a:spcPct val="0"/>
                </a:spcAft>
                <a:defRPr/>
              </a:pPr>
              <a:t>‹#›</a:t>
            </a:fld>
            <a:endParaRPr lang="en-GB" noProof="0"/>
          </a:p>
        </p:txBody>
      </p:sp>
      <p:sp>
        <p:nvSpPr>
          <p:cNvPr id="6" name="Title Placeholder 1">
            <a:extLst>
              <a:ext uri="{FF2B5EF4-FFF2-40B4-BE49-F238E27FC236}">
                <a16:creationId xmlns:a16="http://schemas.microsoft.com/office/drawing/2014/main" id="{80A0D6D9-E9B3-C22A-3DB1-BF8F1D96C50F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 bwMode="auto">
          <a:xfrm>
            <a:off x="447479" y="147005"/>
            <a:ext cx="8231572" cy="679647"/>
          </a:xfrm>
          <a:prstGeom prst="rect">
            <a:avLst/>
          </a:prstGeom>
          <a:noFill/>
          <a:ln>
            <a:noFill/>
          </a:ln>
        </p:spPr>
        <p:txBody>
          <a:bodyPr vert="horz" wrap="square" lIns="0" tIns="45716" rIns="91431" bIns="45716" numCol="1" anchor="ctr" anchorCtr="0" compatLnSpc="1">
            <a:prstTxWarp prst="textNoShape">
              <a:avLst/>
            </a:prstTxWarp>
          </a:bodyPr>
          <a:lstStyle>
            <a:lvl1pPr>
              <a:defRPr sz="2400"/>
            </a:lvl1pPr>
          </a:lstStyle>
          <a:p>
            <a:pPr lvl="0"/>
            <a:r>
              <a:rPr lang="en-GB" noProof="0" dirty="0"/>
              <a:t>Title goes here and can be two lines</a:t>
            </a:r>
          </a:p>
        </p:txBody>
      </p:sp>
    </p:spTree>
    <p:extLst>
      <p:ext uri="{BB962C8B-B14F-4D97-AF65-F5344CB8AC3E}">
        <p14:creationId xmlns:p14="http://schemas.microsoft.com/office/powerpoint/2010/main" val="477322339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xt with Heading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 Placeholder 5"/>
          <p:cNvSpPr>
            <a:spLocks noGrp="1"/>
          </p:cNvSpPr>
          <p:nvPr>
            <p:ph type="body" sz="quarter" idx="11" hasCustomPrompt="1"/>
          </p:nvPr>
        </p:nvSpPr>
        <p:spPr>
          <a:xfrm>
            <a:off x="447736" y="1091939"/>
            <a:ext cx="8246492" cy="373561"/>
          </a:xfrm>
          <a:prstGeom prst="rect">
            <a:avLst/>
          </a:prstGeom>
        </p:spPr>
        <p:txBody>
          <a:bodyPr lIns="0" tIns="0" rIns="0" bIns="0">
            <a:noAutofit/>
          </a:bodyPr>
          <a:lstStyle>
            <a:lvl1pPr marL="0" indent="0">
              <a:lnSpc>
                <a:spcPct val="100000"/>
              </a:lnSpc>
              <a:buFontTx/>
              <a:buNone/>
              <a:defRPr sz="1800" b="1" i="0"/>
            </a:lvl1pPr>
          </a:lstStyle>
          <a:p>
            <a:pPr lvl="0"/>
            <a:r>
              <a:rPr lang="en-GB" noProof="0"/>
              <a:t>Click to edit heading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4"/>
          </p:nvPr>
        </p:nvSpPr>
        <p:spPr/>
        <p:txBody>
          <a:bodyPr/>
          <a:lstStyle/>
          <a:p>
            <a:pPr fontAlgn="base">
              <a:spcAft>
                <a:spcPct val="0"/>
              </a:spcAft>
              <a:defRPr/>
            </a:pPr>
            <a:fld id="{4472AB7F-E8D0-4874-A9B8-335B68DC5F05}" type="slidenum">
              <a:rPr lang="en-GB" noProof="0" smtClean="0"/>
              <a:pPr fontAlgn="base">
                <a:spcAft>
                  <a:spcPct val="0"/>
                </a:spcAft>
                <a:defRPr/>
              </a:pPr>
              <a:t>‹#›</a:t>
            </a:fld>
            <a:endParaRPr lang="en-GB" noProof="0"/>
          </a:p>
        </p:txBody>
      </p:sp>
      <p:sp>
        <p:nvSpPr>
          <p:cNvPr id="7" name="Text Placeholder 2"/>
          <p:cNvSpPr>
            <a:spLocks noGrp="1"/>
          </p:cNvSpPr>
          <p:nvPr>
            <p:ph idx="15" hasCustomPrompt="1"/>
          </p:nvPr>
        </p:nvSpPr>
        <p:spPr bwMode="auto">
          <a:xfrm>
            <a:off x="447720" y="1555059"/>
            <a:ext cx="8241707" cy="284843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0" tIns="0" rIns="0" bIns="0" numCol="1" anchor="t" anchorCtr="0" compatLnSpc="1">
            <a:prstTxWarp prst="textNoShape">
              <a:avLst/>
            </a:prstTxWarp>
          </a:bodyPr>
          <a:lstStyle>
            <a:lvl1pPr>
              <a:defRPr sz="1500"/>
            </a:lvl1pPr>
            <a:lvl2pPr>
              <a:defRPr sz="1500"/>
            </a:lvl2pPr>
            <a:lvl3pPr>
              <a:defRPr sz="1500"/>
            </a:lvl3pPr>
            <a:lvl4pPr>
              <a:defRPr sz="1500"/>
            </a:lvl4pPr>
            <a:lvl5pPr>
              <a:defRPr sz="1500"/>
            </a:lvl5pPr>
          </a:lstStyle>
          <a:p>
            <a:pPr lvl="0"/>
            <a:r>
              <a:rPr lang="en-GB" noProof="0" dirty="0"/>
              <a:t>Add text here</a:t>
            </a:r>
          </a:p>
          <a:p>
            <a:pPr lvl="1"/>
            <a:r>
              <a:rPr lang="en-GB" noProof="0" dirty="0"/>
              <a:t>Second level</a:t>
            </a:r>
          </a:p>
          <a:p>
            <a:pPr lvl="2"/>
            <a:r>
              <a:rPr lang="en-GB" noProof="0" dirty="0"/>
              <a:t>Third level</a:t>
            </a:r>
          </a:p>
          <a:p>
            <a:pPr lvl="3"/>
            <a:r>
              <a:rPr lang="en-GB" noProof="0" dirty="0"/>
              <a:t>Fourth level</a:t>
            </a:r>
          </a:p>
          <a:p>
            <a:pPr lvl="4"/>
            <a:r>
              <a:rPr lang="en-GB" noProof="0" dirty="0"/>
              <a:t>Fifth level</a:t>
            </a:r>
          </a:p>
        </p:txBody>
      </p:sp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1CAA0944-3549-B1C6-0EAD-0D224BCF0C9E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 bwMode="auto">
          <a:xfrm>
            <a:off x="447479" y="147005"/>
            <a:ext cx="8231572" cy="679647"/>
          </a:xfrm>
          <a:prstGeom prst="rect">
            <a:avLst/>
          </a:prstGeom>
          <a:noFill/>
          <a:ln>
            <a:noFill/>
          </a:ln>
        </p:spPr>
        <p:txBody>
          <a:bodyPr vert="horz" wrap="square" lIns="0" tIns="45716" rIns="91431" bIns="45716" numCol="1" anchor="ctr" anchorCtr="0" compatLnSpc="1">
            <a:prstTxWarp prst="textNoShape">
              <a:avLst/>
            </a:prstTxWarp>
          </a:bodyPr>
          <a:lstStyle>
            <a:lvl1pPr>
              <a:defRPr sz="2400"/>
            </a:lvl1pPr>
          </a:lstStyle>
          <a:p>
            <a:pPr lvl="0"/>
            <a:r>
              <a:rPr lang="en-GB" noProof="0" dirty="0"/>
              <a:t>Title goes here and can be two lines</a:t>
            </a:r>
          </a:p>
        </p:txBody>
      </p:sp>
    </p:spTree>
    <p:extLst>
      <p:ext uri="{BB962C8B-B14F-4D97-AF65-F5344CB8AC3E}">
        <p14:creationId xmlns:p14="http://schemas.microsoft.com/office/powerpoint/2010/main" val="1093522398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A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11"/>
          <p:cNvSpPr>
            <a:spLocks noGrp="1"/>
          </p:cNvSpPr>
          <p:nvPr>
            <p:ph type="body" sz="quarter" idx="12" hasCustomPrompt="1"/>
          </p:nvPr>
        </p:nvSpPr>
        <p:spPr>
          <a:xfrm>
            <a:off x="446424" y="1091047"/>
            <a:ext cx="8235758" cy="3319317"/>
          </a:xfrm>
          <a:prstGeom prst="rect">
            <a:avLst/>
          </a:prstGeom>
        </p:spPr>
        <p:txBody>
          <a:bodyPr lIns="0" tIns="0" rIns="0" bIns="0"/>
          <a:lstStyle>
            <a:lvl1pPr>
              <a:lnSpc>
                <a:spcPct val="150000"/>
              </a:lnSpc>
              <a:defRPr sz="1500"/>
            </a:lvl1pPr>
            <a:lvl2pPr>
              <a:lnSpc>
                <a:spcPct val="150000"/>
              </a:lnSpc>
              <a:defRPr sz="1500"/>
            </a:lvl2pPr>
            <a:lvl3pPr>
              <a:lnSpc>
                <a:spcPct val="150000"/>
              </a:lnSpc>
              <a:defRPr sz="1500"/>
            </a:lvl3pPr>
            <a:lvl4pPr>
              <a:lnSpc>
                <a:spcPct val="150000"/>
              </a:lnSpc>
              <a:defRPr sz="1500"/>
            </a:lvl4pPr>
            <a:lvl5pPr>
              <a:lnSpc>
                <a:spcPct val="150000"/>
              </a:lnSpc>
              <a:defRPr sz="1500"/>
            </a:lvl5pPr>
          </a:lstStyle>
          <a:p>
            <a:pPr lvl="0"/>
            <a:r>
              <a:rPr lang="en-GB" noProof="0" dirty="0"/>
              <a:t>Add text here</a:t>
            </a:r>
          </a:p>
          <a:p>
            <a:pPr lvl="1"/>
            <a:r>
              <a:rPr lang="en-GB" noProof="0" dirty="0"/>
              <a:t>Second level</a:t>
            </a:r>
          </a:p>
          <a:p>
            <a:pPr lvl="2"/>
            <a:r>
              <a:rPr lang="en-GB" noProof="0" dirty="0"/>
              <a:t>Third level</a:t>
            </a:r>
          </a:p>
          <a:p>
            <a:pPr lvl="3"/>
            <a:r>
              <a:rPr lang="en-GB" noProof="0" dirty="0"/>
              <a:t>Fourth level</a:t>
            </a:r>
          </a:p>
          <a:p>
            <a:pPr lvl="4"/>
            <a:r>
              <a:rPr lang="en-GB" noProof="0" dirty="0"/>
              <a:t>Fifth level</a:t>
            </a:r>
          </a:p>
          <a:p>
            <a:pPr lvl="0"/>
            <a:endParaRPr lang="en-GB" noProof="0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3"/>
          </p:nvPr>
        </p:nvSpPr>
        <p:spPr/>
        <p:txBody>
          <a:bodyPr/>
          <a:lstStyle/>
          <a:p>
            <a:pPr fontAlgn="base">
              <a:spcAft>
                <a:spcPct val="0"/>
              </a:spcAft>
              <a:defRPr/>
            </a:pPr>
            <a:fld id="{4472AB7F-E8D0-4874-A9B8-335B68DC5F05}" type="slidenum">
              <a:rPr lang="en-GB" noProof="0" smtClean="0"/>
              <a:pPr fontAlgn="base">
                <a:spcAft>
                  <a:spcPct val="0"/>
                </a:spcAft>
                <a:defRPr/>
              </a:pPr>
              <a:t>‹#›</a:t>
            </a:fld>
            <a:endParaRPr lang="en-GB" noProof="0"/>
          </a:p>
        </p:txBody>
      </p:sp>
      <p:sp>
        <p:nvSpPr>
          <p:cNvPr id="7" name="Title Placeholder 1">
            <a:extLst>
              <a:ext uri="{FF2B5EF4-FFF2-40B4-BE49-F238E27FC236}">
                <a16:creationId xmlns:a16="http://schemas.microsoft.com/office/drawing/2014/main" id="{BF1B240A-2BA5-7EF5-28EC-CF54E877C8BC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 bwMode="auto">
          <a:xfrm>
            <a:off x="447479" y="147005"/>
            <a:ext cx="8231572" cy="679647"/>
          </a:xfrm>
          <a:prstGeom prst="rect">
            <a:avLst/>
          </a:prstGeom>
          <a:noFill/>
          <a:ln>
            <a:noFill/>
          </a:ln>
        </p:spPr>
        <p:txBody>
          <a:bodyPr vert="horz" wrap="square" lIns="0" tIns="45716" rIns="91431" bIns="45716" numCol="1" anchor="ctr" anchorCtr="0" compatLnSpc="1">
            <a:prstTxWarp prst="textNoShape">
              <a:avLst/>
            </a:prstTxWarp>
          </a:bodyPr>
          <a:lstStyle>
            <a:lvl1pPr>
              <a:defRPr sz="2400"/>
            </a:lvl1pPr>
          </a:lstStyle>
          <a:p>
            <a:pPr lvl="0"/>
            <a:r>
              <a:rPr lang="en-GB" noProof="0" dirty="0"/>
              <a:t>Title goes here and can be two lines</a:t>
            </a:r>
          </a:p>
        </p:txBody>
      </p:sp>
    </p:spTree>
    <p:extLst>
      <p:ext uri="{BB962C8B-B14F-4D97-AF65-F5344CB8AC3E}">
        <p14:creationId xmlns:p14="http://schemas.microsoft.com/office/powerpoint/2010/main" val="744627005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-Column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Text Placeholder 5"/>
          <p:cNvSpPr>
            <a:spLocks noGrp="1"/>
          </p:cNvSpPr>
          <p:nvPr>
            <p:ph type="body" sz="quarter" idx="15" hasCustomPrompt="1"/>
          </p:nvPr>
        </p:nvSpPr>
        <p:spPr>
          <a:xfrm>
            <a:off x="454995" y="1091572"/>
            <a:ext cx="3917637" cy="553158"/>
          </a:xfrm>
          <a:prstGeom prst="rect">
            <a:avLst/>
          </a:prstGeom>
        </p:spPr>
        <p:txBody>
          <a:bodyPr lIns="0" tIns="0" rIns="0" bIns="0" anchor="b" anchorCtr="0">
            <a:noAutofit/>
          </a:bodyPr>
          <a:lstStyle>
            <a:lvl1pPr marL="0" indent="0">
              <a:lnSpc>
                <a:spcPct val="100000"/>
              </a:lnSpc>
              <a:buFontTx/>
              <a:buNone/>
              <a:defRPr sz="1800" b="1" i="0"/>
            </a:lvl1pPr>
          </a:lstStyle>
          <a:p>
            <a:pPr lvl="0"/>
            <a:r>
              <a:rPr lang="en-GB" noProof="0" dirty="0"/>
              <a:t>Click to edit heading</a:t>
            </a:r>
          </a:p>
        </p:txBody>
      </p:sp>
      <p:sp>
        <p:nvSpPr>
          <p:cNvPr id="18" name="Text Placeholder 12"/>
          <p:cNvSpPr>
            <a:spLocks noGrp="1"/>
          </p:cNvSpPr>
          <p:nvPr>
            <p:ph type="body" sz="quarter" idx="17" hasCustomPrompt="1"/>
          </p:nvPr>
        </p:nvSpPr>
        <p:spPr>
          <a:xfrm>
            <a:off x="455719" y="1733383"/>
            <a:ext cx="3916035" cy="2670341"/>
          </a:xfrm>
          <a:prstGeom prst="rect">
            <a:avLst/>
          </a:prstGeom>
        </p:spPr>
        <p:txBody>
          <a:bodyPr lIns="0" tIns="0" rIns="0" bIns="0">
            <a:noAutofit/>
          </a:bodyPr>
          <a:lstStyle>
            <a:lvl1pPr>
              <a:lnSpc>
                <a:spcPct val="100000"/>
              </a:lnSpc>
              <a:buClr>
                <a:schemeClr val="accent1"/>
              </a:buClr>
              <a:defRPr sz="1300"/>
            </a:lvl1pPr>
            <a:lvl2pPr>
              <a:lnSpc>
                <a:spcPct val="100000"/>
              </a:lnSpc>
              <a:buClr>
                <a:schemeClr val="accent1"/>
              </a:buClr>
              <a:defRPr sz="1300"/>
            </a:lvl2pPr>
            <a:lvl3pPr>
              <a:lnSpc>
                <a:spcPct val="100000"/>
              </a:lnSpc>
              <a:buClr>
                <a:schemeClr val="accent1"/>
              </a:buClr>
              <a:defRPr sz="1300"/>
            </a:lvl3pPr>
            <a:lvl4pPr>
              <a:lnSpc>
                <a:spcPct val="100000"/>
              </a:lnSpc>
              <a:buClr>
                <a:schemeClr val="accent1"/>
              </a:buClr>
              <a:defRPr sz="1300"/>
            </a:lvl4pPr>
            <a:lvl5pPr>
              <a:lnSpc>
                <a:spcPct val="100000"/>
              </a:lnSpc>
              <a:buClr>
                <a:schemeClr val="accent1"/>
              </a:buClr>
              <a:defRPr sz="1300"/>
            </a:lvl5pPr>
          </a:lstStyle>
          <a:p>
            <a:pPr lvl="0"/>
            <a:r>
              <a:rPr lang="en-GB" noProof="0"/>
              <a:t>Add text here</a:t>
            </a:r>
          </a:p>
          <a:p>
            <a:pPr lvl="1"/>
            <a:r>
              <a:rPr lang="en-GB" noProof="0"/>
              <a:t>Second level</a:t>
            </a:r>
          </a:p>
          <a:p>
            <a:pPr lvl="2"/>
            <a:r>
              <a:rPr lang="en-GB" noProof="0"/>
              <a:t>Third level</a:t>
            </a:r>
          </a:p>
          <a:p>
            <a:pPr lvl="3"/>
            <a:r>
              <a:rPr lang="en-GB" noProof="0"/>
              <a:t>Fourth level</a:t>
            </a:r>
          </a:p>
          <a:p>
            <a:pPr lvl="4"/>
            <a:r>
              <a:rPr lang="en-GB" noProof="0"/>
              <a:t>Fifth level</a:t>
            </a:r>
          </a:p>
        </p:txBody>
      </p:sp>
      <p:sp>
        <p:nvSpPr>
          <p:cNvPr id="11" name="Text Placeholder 5"/>
          <p:cNvSpPr>
            <a:spLocks noGrp="1"/>
          </p:cNvSpPr>
          <p:nvPr>
            <p:ph type="body" sz="quarter" idx="19" hasCustomPrompt="1"/>
          </p:nvPr>
        </p:nvSpPr>
        <p:spPr>
          <a:xfrm>
            <a:off x="4772025" y="1091572"/>
            <a:ext cx="3918272" cy="553158"/>
          </a:xfrm>
          <a:prstGeom prst="rect">
            <a:avLst/>
          </a:prstGeom>
        </p:spPr>
        <p:txBody>
          <a:bodyPr lIns="0" tIns="0" rIns="0" bIns="0" anchor="b" anchorCtr="0">
            <a:noAutofit/>
          </a:bodyPr>
          <a:lstStyle>
            <a:lvl1pPr marL="0" indent="0">
              <a:lnSpc>
                <a:spcPct val="100000"/>
              </a:lnSpc>
              <a:buFontTx/>
              <a:buNone/>
              <a:defRPr sz="1800" b="1" i="0"/>
            </a:lvl1pPr>
          </a:lstStyle>
          <a:p>
            <a:pPr lvl="0"/>
            <a:r>
              <a:rPr lang="en-GB" noProof="0"/>
              <a:t>Click to edit heading</a:t>
            </a:r>
          </a:p>
        </p:txBody>
      </p:sp>
      <p:sp>
        <p:nvSpPr>
          <p:cNvPr id="12" name="Text Placeholder 12"/>
          <p:cNvSpPr>
            <a:spLocks noGrp="1"/>
          </p:cNvSpPr>
          <p:nvPr>
            <p:ph type="body" sz="quarter" idx="20" hasCustomPrompt="1"/>
          </p:nvPr>
        </p:nvSpPr>
        <p:spPr>
          <a:xfrm>
            <a:off x="4773384" y="1733383"/>
            <a:ext cx="3916035" cy="2670341"/>
          </a:xfrm>
          <a:prstGeom prst="rect">
            <a:avLst/>
          </a:prstGeom>
        </p:spPr>
        <p:txBody>
          <a:bodyPr lIns="0" tIns="0" rIns="0" bIns="0">
            <a:noAutofit/>
          </a:bodyPr>
          <a:lstStyle>
            <a:lvl1pPr>
              <a:lnSpc>
                <a:spcPct val="100000"/>
              </a:lnSpc>
              <a:buClr>
                <a:schemeClr val="accent1"/>
              </a:buClr>
              <a:defRPr sz="1300"/>
            </a:lvl1pPr>
            <a:lvl2pPr>
              <a:lnSpc>
                <a:spcPct val="100000"/>
              </a:lnSpc>
              <a:buClr>
                <a:schemeClr val="accent1"/>
              </a:buClr>
              <a:defRPr sz="1300"/>
            </a:lvl2pPr>
            <a:lvl3pPr>
              <a:lnSpc>
                <a:spcPct val="100000"/>
              </a:lnSpc>
              <a:buClr>
                <a:schemeClr val="accent1"/>
              </a:buClr>
              <a:defRPr sz="1300"/>
            </a:lvl3pPr>
            <a:lvl4pPr>
              <a:lnSpc>
                <a:spcPct val="100000"/>
              </a:lnSpc>
              <a:buClr>
                <a:schemeClr val="accent1"/>
              </a:buClr>
              <a:defRPr sz="1300"/>
            </a:lvl4pPr>
            <a:lvl5pPr>
              <a:lnSpc>
                <a:spcPct val="100000"/>
              </a:lnSpc>
              <a:buClr>
                <a:schemeClr val="accent1"/>
              </a:buClr>
              <a:defRPr sz="1300"/>
            </a:lvl5pPr>
          </a:lstStyle>
          <a:p>
            <a:pPr lvl="0"/>
            <a:r>
              <a:rPr lang="en-GB" noProof="0" dirty="0"/>
              <a:t>Add text here</a:t>
            </a:r>
          </a:p>
          <a:p>
            <a:pPr lvl="1"/>
            <a:r>
              <a:rPr lang="en-GB" noProof="0" dirty="0"/>
              <a:t>Second level</a:t>
            </a:r>
          </a:p>
          <a:p>
            <a:pPr lvl="2"/>
            <a:r>
              <a:rPr lang="en-GB" noProof="0" dirty="0"/>
              <a:t>Third level</a:t>
            </a:r>
          </a:p>
          <a:p>
            <a:pPr lvl="3"/>
            <a:r>
              <a:rPr lang="en-GB" noProof="0" dirty="0"/>
              <a:t>Fourth level</a:t>
            </a:r>
          </a:p>
          <a:p>
            <a:pPr lvl="4"/>
            <a:r>
              <a:rPr lang="en-GB" noProof="0" dirty="0"/>
              <a:t>Fifth level</a:t>
            </a:r>
          </a:p>
        </p:txBody>
      </p:sp>
      <p:sp>
        <p:nvSpPr>
          <p:cNvPr id="14" name="Slide Number Placeholder 4"/>
          <p:cNvSpPr>
            <a:spLocks noGrp="1"/>
          </p:cNvSpPr>
          <p:nvPr>
            <p:ph type="sldNum" sz="quarter" idx="14"/>
          </p:nvPr>
        </p:nvSpPr>
        <p:spPr>
          <a:xfrm>
            <a:off x="8447485" y="4759630"/>
            <a:ext cx="247535" cy="150195"/>
          </a:xfrm>
        </p:spPr>
        <p:txBody>
          <a:bodyPr/>
          <a:lstStyle/>
          <a:p>
            <a:pPr fontAlgn="base">
              <a:spcAft>
                <a:spcPct val="0"/>
              </a:spcAft>
              <a:defRPr/>
            </a:pPr>
            <a:fld id="{4472AB7F-E8D0-4874-A9B8-335B68DC5F05}" type="slidenum">
              <a:rPr lang="en-GB" noProof="0" smtClean="0"/>
              <a:pPr fontAlgn="base">
                <a:spcAft>
                  <a:spcPct val="0"/>
                </a:spcAft>
                <a:defRPr/>
              </a:pPr>
              <a:t>‹#›</a:t>
            </a:fld>
            <a:endParaRPr lang="en-GB" noProof="0"/>
          </a:p>
        </p:txBody>
      </p:sp>
      <p:sp>
        <p:nvSpPr>
          <p:cNvPr id="6" name="Title Placeholder 1">
            <a:extLst>
              <a:ext uri="{FF2B5EF4-FFF2-40B4-BE49-F238E27FC236}">
                <a16:creationId xmlns:a16="http://schemas.microsoft.com/office/drawing/2014/main" id="{7D635CB3-3F2F-D6AC-41DC-EB5A9F2D72E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 bwMode="auto">
          <a:xfrm>
            <a:off x="447479" y="147005"/>
            <a:ext cx="8231572" cy="679647"/>
          </a:xfrm>
          <a:prstGeom prst="rect">
            <a:avLst/>
          </a:prstGeom>
          <a:noFill/>
          <a:ln>
            <a:noFill/>
          </a:ln>
        </p:spPr>
        <p:txBody>
          <a:bodyPr vert="horz" wrap="square" lIns="0" tIns="45716" rIns="91431" bIns="45716" numCol="1" anchor="ctr" anchorCtr="0" compatLnSpc="1">
            <a:prstTxWarp prst="textNoShape">
              <a:avLst/>
            </a:prstTxWarp>
          </a:bodyPr>
          <a:lstStyle>
            <a:lvl1pPr>
              <a:defRPr sz="2400"/>
            </a:lvl1pPr>
          </a:lstStyle>
          <a:p>
            <a:pPr lvl="0"/>
            <a:r>
              <a:rPr lang="en-GB" noProof="0" dirty="0"/>
              <a:t>Title goes here and can be two lines</a:t>
            </a:r>
          </a:p>
        </p:txBody>
      </p:sp>
    </p:spTree>
    <p:extLst>
      <p:ext uri="{BB962C8B-B14F-4D97-AF65-F5344CB8AC3E}">
        <p14:creationId xmlns:p14="http://schemas.microsoft.com/office/powerpoint/2010/main" val="1883242900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-Column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Text Placeholder 5"/>
          <p:cNvSpPr>
            <a:spLocks noGrp="1"/>
          </p:cNvSpPr>
          <p:nvPr>
            <p:ph type="body" sz="quarter" idx="15" hasCustomPrompt="1"/>
          </p:nvPr>
        </p:nvSpPr>
        <p:spPr>
          <a:xfrm>
            <a:off x="447736" y="1091572"/>
            <a:ext cx="2511364" cy="490738"/>
          </a:xfrm>
          <a:prstGeom prst="rect">
            <a:avLst/>
          </a:prstGeom>
        </p:spPr>
        <p:txBody>
          <a:bodyPr lIns="0" tIns="0" rIns="0" bIns="0" anchor="b" anchorCtr="0">
            <a:noAutofit/>
          </a:bodyPr>
          <a:lstStyle>
            <a:lvl1pPr marL="0" indent="0">
              <a:lnSpc>
                <a:spcPct val="100000"/>
              </a:lnSpc>
              <a:buFontTx/>
              <a:buNone/>
              <a:defRPr sz="1500" b="1" i="0" baseline="0"/>
            </a:lvl1pPr>
          </a:lstStyle>
          <a:p>
            <a:pPr lvl="0"/>
            <a:r>
              <a:rPr lang="en-GB" noProof="0"/>
              <a:t>Click to edit heading </a:t>
            </a:r>
          </a:p>
        </p:txBody>
      </p:sp>
      <p:sp>
        <p:nvSpPr>
          <p:cNvPr id="18" name="Text Placeholder 12"/>
          <p:cNvSpPr>
            <a:spLocks noGrp="1"/>
          </p:cNvSpPr>
          <p:nvPr>
            <p:ph type="body" sz="quarter" idx="17" hasCustomPrompt="1"/>
          </p:nvPr>
        </p:nvSpPr>
        <p:spPr>
          <a:xfrm>
            <a:off x="447736" y="1685518"/>
            <a:ext cx="2510617" cy="2719125"/>
          </a:xfrm>
          <a:prstGeom prst="rect">
            <a:avLst/>
          </a:prstGeom>
        </p:spPr>
        <p:txBody>
          <a:bodyPr lIns="0" tIns="0" rIns="0" bIns="0">
            <a:noAutofit/>
          </a:bodyPr>
          <a:lstStyle>
            <a:lvl1pPr>
              <a:lnSpc>
                <a:spcPct val="100000"/>
              </a:lnSpc>
              <a:buClr>
                <a:schemeClr val="accent1"/>
              </a:buClr>
              <a:defRPr sz="1100"/>
            </a:lvl1pPr>
            <a:lvl2pPr>
              <a:lnSpc>
                <a:spcPct val="100000"/>
              </a:lnSpc>
              <a:buClr>
                <a:schemeClr val="accent1"/>
              </a:buClr>
              <a:defRPr sz="1100"/>
            </a:lvl2pPr>
            <a:lvl3pPr>
              <a:lnSpc>
                <a:spcPct val="100000"/>
              </a:lnSpc>
              <a:buClr>
                <a:schemeClr val="accent1"/>
              </a:buClr>
              <a:defRPr sz="1100"/>
            </a:lvl3pPr>
            <a:lvl4pPr>
              <a:lnSpc>
                <a:spcPct val="100000"/>
              </a:lnSpc>
              <a:buClr>
                <a:schemeClr val="accent1"/>
              </a:buClr>
              <a:defRPr sz="1100"/>
            </a:lvl4pPr>
            <a:lvl5pPr>
              <a:lnSpc>
                <a:spcPct val="100000"/>
              </a:lnSpc>
              <a:buClr>
                <a:schemeClr val="accent1"/>
              </a:buClr>
              <a:defRPr sz="1100"/>
            </a:lvl5pPr>
          </a:lstStyle>
          <a:p>
            <a:pPr lvl="0"/>
            <a:r>
              <a:rPr lang="en-GB" noProof="0" dirty="0"/>
              <a:t>Add text here</a:t>
            </a:r>
          </a:p>
          <a:p>
            <a:pPr lvl="1"/>
            <a:r>
              <a:rPr lang="en-GB" noProof="0" dirty="0"/>
              <a:t>Second level</a:t>
            </a:r>
          </a:p>
          <a:p>
            <a:pPr lvl="2"/>
            <a:r>
              <a:rPr lang="en-GB" noProof="0" dirty="0"/>
              <a:t>Third level</a:t>
            </a:r>
          </a:p>
          <a:p>
            <a:pPr lvl="3"/>
            <a:r>
              <a:rPr lang="en-GB" noProof="0" dirty="0"/>
              <a:t>Fourth level</a:t>
            </a:r>
          </a:p>
          <a:p>
            <a:pPr lvl="4"/>
            <a:r>
              <a:rPr lang="en-GB" noProof="0" dirty="0"/>
              <a:t>Fifth level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22"/>
          </p:nvPr>
        </p:nvSpPr>
        <p:spPr/>
        <p:txBody>
          <a:bodyPr/>
          <a:lstStyle/>
          <a:p>
            <a:pPr fontAlgn="base">
              <a:spcAft>
                <a:spcPct val="0"/>
              </a:spcAft>
              <a:defRPr/>
            </a:pPr>
            <a:fld id="{4472AB7F-E8D0-4874-A9B8-335B68DC5F05}" type="slidenum">
              <a:rPr lang="en-GB" noProof="0" smtClean="0"/>
              <a:pPr fontAlgn="base">
                <a:spcAft>
                  <a:spcPct val="0"/>
                </a:spcAft>
                <a:defRPr/>
              </a:pPr>
              <a:t>‹#›</a:t>
            </a:fld>
            <a:endParaRPr lang="en-GB" noProof="0"/>
          </a:p>
        </p:txBody>
      </p:sp>
      <p:sp>
        <p:nvSpPr>
          <p:cNvPr id="11" name="Text Placeholder 5"/>
          <p:cNvSpPr>
            <a:spLocks noGrp="1"/>
          </p:cNvSpPr>
          <p:nvPr>
            <p:ph type="body" sz="quarter" idx="23" hasCustomPrompt="1"/>
          </p:nvPr>
        </p:nvSpPr>
        <p:spPr>
          <a:xfrm>
            <a:off x="3272504" y="1091572"/>
            <a:ext cx="2511364" cy="490738"/>
          </a:xfrm>
          <a:prstGeom prst="rect">
            <a:avLst/>
          </a:prstGeom>
        </p:spPr>
        <p:txBody>
          <a:bodyPr lIns="0" tIns="0" rIns="0" bIns="0" anchor="b" anchorCtr="0">
            <a:noAutofit/>
          </a:bodyPr>
          <a:lstStyle>
            <a:lvl1pPr marL="0" indent="0">
              <a:lnSpc>
                <a:spcPct val="100000"/>
              </a:lnSpc>
              <a:buFontTx/>
              <a:buNone/>
              <a:defRPr sz="1500" b="1" i="0" baseline="0"/>
            </a:lvl1pPr>
          </a:lstStyle>
          <a:p>
            <a:pPr lvl="0"/>
            <a:r>
              <a:rPr lang="en-GB" noProof="0"/>
              <a:t>Click to edit heading </a:t>
            </a:r>
          </a:p>
        </p:txBody>
      </p:sp>
      <p:sp>
        <p:nvSpPr>
          <p:cNvPr id="14" name="Text Placeholder 12"/>
          <p:cNvSpPr>
            <a:spLocks noGrp="1"/>
          </p:cNvSpPr>
          <p:nvPr>
            <p:ph type="body" sz="quarter" idx="24" hasCustomPrompt="1"/>
          </p:nvPr>
        </p:nvSpPr>
        <p:spPr>
          <a:xfrm>
            <a:off x="3272878" y="1685518"/>
            <a:ext cx="2510617" cy="2719125"/>
          </a:xfrm>
          <a:prstGeom prst="rect">
            <a:avLst/>
          </a:prstGeom>
        </p:spPr>
        <p:txBody>
          <a:bodyPr lIns="0" tIns="0" rIns="0" bIns="0">
            <a:noAutofit/>
          </a:bodyPr>
          <a:lstStyle>
            <a:lvl1pPr>
              <a:lnSpc>
                <a:spcPct val="100000"/>
              </a:lnSpc>
              <a:buClr>
                <a:schemeClr val="accent1"/>
              </a:buClr>
              <a:defRPr sz="1100"/>
            </a:lvl1pPr>
            <a:lvl2pPr>
              <a:lnSpc>
                <a:spcPct val="100000"/>
              </a:lnSpc>
              <a:buClr>
                <a:schemeClr val="accent1"/>
              </a:buClr>
              <a:defRPr sz="1100"/>
            </a:lvl2pPr>
            <a:lvl3pPr>
              <a:lnSpc>
                <a:spcPct val="100000"/>
              </a:lnSpc>
              <a:buClr>
                <a:schemeClr val="accent1"/>
              </a:buClr>
              <a:defRPr sz="1100"/>
            </a:lvl3pPr>
            <a:lvl4pPr>
              <a:lnSpc>
                <a:spcPct val="100000"/>
              </a:lnSpc>
              <a:buClr>
                <a:schemeClr val="accent1"/>
              </a:buClr>
              <a:defRPr sz="1100"/>
            </a:lvl4pPr>
            <a:lvl5pPr>
              <a:lnSpc>
                <a:spcPct val="100000"/>
              </a:lnSpc>
              <a:buClr>
                <a:schemeClr val="accent1"/>
              </a:buClr>
              <a:defRPr sz="1100"/>
            </a:lvl5pPr>
          </a:lstStyle>
          <a:p>
            <a:pPr lvl="0"/>
            <a:r>
              <a:rPr lang="en-GB" noProof="0"/>
              <a:t>Add text here</a:t>
            </a:r>
          </a:p>
          <a:p>
            <a:pPr lvl="1"/>
            <a:r>
              <a:rPr lang="en-GB" noProof="0"/>
              <a:t>Second level</a:t>
            </a:r>
          </a:p>
          <a:p>
            <a:pPr lvl="2"/>
            <a:r>
              <a:rPr lang="en-GB" noProof="0"/>
              <a:t>Third level</a:t>
            </a:r>
          </a:p>
          <a:p>
            <a:pPr lvl="3"/>
            <a:r>
              <a:rPr lang="en-GB" noProof="0"/>
              <a:t>Fourth level</a:t>
            </a:r>
          </a:p>
          <a:p>
            <a:pPr lvl="4"/>
            <a:r>
              <a:rPr lang="en-GB" noProof="0"/>
              <a:t>Fifth level</a:t>
            </a:r>
          </a:p>
        </p:txBody>
      </p:sp>
      <p:sp>
        <p:nvSpPr>
          <p:cNvPr id="17" name="Text Placeholder 5"/>
          <p:cNvSpPr>
            <a:spLocks noGrp="1"/>
          </p:cNvSpPr>
          <p:nvPr>
            <p:ph type="body" sz="quarter" idx="25" hasCustomPrompt="1"/>
          </p:nvPr>
        </p:nvSpPr>
        <p:spPr>
          <a:xfrm>
            <a:off x="6177676" y="1091572"/>
            <a:ext cx="2511364" cy="490738"/>
          </a:xfrm>
          <a:prstGeom prst="rect">
            <a:avLst/>
          </a:prstGeom>
        </p:spPr>
        <p:txBody>
          <a:bodyPr lIns="0" tIns="0" rIns="0" bIns="0" anchor="b" anchorCtr="0">
            <a:noAutofit/>
          </a:bodyPr>
          <a:lstStyle>
            <a:lvl1pPr marL="0" indent="0">
              <a:lnSpc>
                <a:spcPct val="100000"/>
              </a:lnSpc>
              <a:buFontTx/>
              <a:buNone/>
              <a:defRPr sz="1500" b="1" i="0" baseline="0"/>
            </a:lvl1pPr>
          </a:lstStyle>
          <a:p>
            <a:pPr lvl="0"/>
            <a:r>
              <a:rPr lang="en-GB" noProof="0" dirty="0"/>
              <a:t>Click to edit heading </a:t>
            </a:r>
          </a:p>
        </p:txBody>
      </p:sp>
      <p:sp>
        <p:nvSpPr>
          <p:cNvPr id="20" name="Text Placeholder 12"/>
          <p:cNvSpPr>
            <a:spLocks noGrp="1"/>
          </p:cNvSpPr>
          <p:nvPr>
            <p:ph type="body" sz="quarter" idx="26" hasCustomPrompt="1"/>
          </p:nvPr>
        </p:nvSpPr>
        <p:spPr>
          <a:xfrm>
            <a:off x="6178050" y="1685518"/>
            <a:ext cx="2510617" cy="2719125"/>
          </a:xfrm>
          <a:prstGeom prst="rect">
            <a:avLst/>
          </a:prstGeom>
        </p:spPr>
        <p:txBody>
          <a:bodyPr lIns="0" tIns="0" rIns="0" bIns="0">
            <a:noAutofit/>
          </a:bodyPr>
          <a:lstStyle>
            <a:lvl1pPr>
              <a:lnSpc>
                <a:spcPct val="100000"/>
              </a:lnSpc>
              <a:buClr>
                <a:schemeClr val="accent1"/>
              </a:buClr>
              <a:defRPr sz="1100"/>
            </a:lvl1pPr>
            <a:lvl2pPr>
              <a:lnSpc>
                <a:spcPct val="100000"/>
              </a:lnSpc>
              <a:buClr>
                <a:schemeClr val="accent1"/>
              </a:buClr>
              <a:defRPr sz="1100"/>
            </a:lvl2pPr>
            <a:lvl3pPr>
              <a:lnSpc>
                <a:spcPct val="100000"/>
              </a:lnSpc>
              <a:buClr>
                <a:schemeClr val="accent1"/>
              </a:buClr>
              <a:defRPr sz="1100"/>
            </a:lvl3pPr>
            <a:lvl4pPr>
              <a:lnSpc>
                <a:spcPct val="100000"/>
              </a:lnSpc>
              <a:buClr>
                <a:schemeClr val="accent1"/>
              </a:buClr>
              <a:defRPr sz="1100"/>
            </a:lvl4pPr>
            <a:lvl5pPr>
              <a:lnSpc>
                <a:spcPct val="100000"/>
              </a:lnSpc>
              <a:buClr>
                <a:schemeClr val="accent1"/>
              </a:buClr>
              <a:defRPr sz="1100"/>
            </a:lvl5pPr>
          </a:lstStyle>
          <a:p>
            <a:pPr lvl="0"/>
            <a:r>
              <a:rPr lang="en-GB" noProof="0"/>
              <a:t>Add text here</a:t>
            </a:r>
          </a:p>
          <a:p>
            <a:pPr lvl="1"/>
            <a:r>
              <a:rPr lang="en-GB" noProof="0"/>
              <a:t>Second level</a:t>
            </a:r>
          </a:p>
          <a:p>
            <a:pPr lvl="2"/>
            <a:r>
              <a:rPr lang="en-GB" noProof="0"/>
              <a:t>Third level</a:t>
            </a:r>
          </a:p>
          <a:p>
            <a:pPr lvl="3"/>
            <a:r>
              <a:rPr lang="en-GB" noProof="0"/>
              <a:t>Fourth level</a:t>
            </a:r>
          </a:p>
          <a:p>
            <a:pPr lvl="4"/>
            <a:r>
              <a:rPr lang="en-GB" noProof="0"/>
              <a:t>Fifth level</a:t>
            </a:r>
          </a:p>
        </p:txBody>
      </p:sp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8C9B8150-B41F-B5CB-5437-B201BAC0D043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 bwMode="auto">
          <a:xfrm>
            <a:off x="447479" y="147005"/>
            <a:ext cx="8231572" cy="679647"/>
          </a:xfrm>
          <a:prstGeom prst="rect">
            <a:avLst/>
          </a:prstGeom>
          <a:noFill/>
          <a:ln>
            <a:noFill/>
          </a:ln>
        </p:spPr>
        <p:txBody>
          <a:bodyPr vert="horz" wrap="square" lIns="0" tIns="45716" rIns="91431" bIns="45716" numCol="1" anchor="ctr" anchorCtr="0" compatLnSpc="1">
            <a:prstTxWarp prst="textNoShape">
              <a:avLst/>
            </a:prstTxWarp>
          </a:bodyPr>
          <a:lstStyle>
            <a:lvl1pPr>
              <a:defRPr sz="2400"/>
            </a:lvl1pPr>
          </a:lstStyle>
          <a:p>
            <a:pPr lvl="0"/>
            <a:r>
              <a:rPr lang="en-GB" noProof="0" dirty="0"/>
              <a:t>Title goes here and can be two lines</a:t>
            </a:r>
          </a:p>
        </p:txBody>
      </p:sp>
    </p:spTree>
    <p:extLst>
      <p:ext uri="{BB962C8B-B14F-4D97-AF65-F5344CB8AC3E}">
        <p14:creationId xmlns:p14="http://schemas.microsoft.com/office/powerpoint/2010/main" val="297321377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Quadrant with Heading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5" name="Straight Connector 4"/>
          <p:cNvCxnSpPr/>
          <p:nvPr userDrawn="1"/>
        </p:nvCxnSpPr>
        <p:spPr>
          <a:xfrm>
            <a:off x="4572000" y="1183585"/>
            <a:ext cx="0" cy="3106181"/>
          </a:xfrm>
          <a:prstGeom prst="line">
            <a:avLst/>
          </a:prstGeom>
          <a:ln w="12700">
            <a:solidFill>
              <a:schemeClr val="bg2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" name="Straight Connector 5"/>
          <p:cNvCxnSpPr/>
          <p:nvPr userDrawn="1"/>
        </p:nvCxnSpPr>
        <p:spPr>
          <a:xfrm flipH="1" flipV="1">
            <a:off x="441258" y="2733872"/>
            <a:ext cx="8252098" cy="2800"/>
          </a:xfrm>
          <a:prstGeom prst="line">
            <a:avLst/>
          </a:prstGeom>
          <a:ln w="12700">
            <a:solidFill>
              <a:schemeClr val="bg2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Text Placeholder 12"/>
          <p:cNvSpPr>
            <a:spLocks noGrp="1"/>
          </p:cNvSpPr>
          <p:nvPr>
            <p:ph type="body" sz="quarter" idx="11" hasCustomPrompt="1"/>
          </p:nvPr>
        </p:nvSpPr>
        <p:spPr>
          <a:xfrm>
            <a:off x="450645" y="1506801"/>
            <a:ext cx="3958108" cy="1133260"/>
          </a:xfrm>
          <a:prstGeom prst="rect">
            <a:avLst/>
          </a:prstGeom>
        </p:spPr>
        <p:txBody>
          <a:bodyPr lIns="0" tIns="0" rIns="0" bIns="0">
            <a:noAutofit/>
          </a:bodyPr>
          <a:lstStyle>
            <a:lvl1pPr>
              <a:lnSpc>
                <a:spcPct val="100000"/>
              </a:lnSpc>
              <a:defRPr sz="1100"/>
            </a:lvl1pPr>
            <a:lvl2pPr>
              <a:lnSpc>
                <a:spcPct val="100000"/>
              </a:lnSpc>
              <a:defRPr sz="1100"/>
            </a:lvl2pPr>
            <a:lvl3pPr>
              <a:lnSpc>
                <a:spcPct val="100000"/>
              </a:lnSpc>
              <a:defRPr sz="1100"/>
            </a:lvl3pPr>
            <a:lvl4pPr>
              <a:lnSpc>
                <a:spcPct val="100000"/>
              </a:lnSpc>
              <a:defRPr sz="1100"/>
            </a:lvl4pPr>
            <a:lvl5pPr>
              <a:lnSpc>
                <a:spcPct val="100000"/>
              </a:lnSpc>
              <a:defRPr sz="1100"/>
            </a:lvl5pPr>
          </a:lstStyle>
          <a:p>
            <a:pPr lvl="0"/>
            <a:r>
              <a:rPr lang="en-GB" noProof="0" dirty="0"/>
              <a:t>Add text here</a:t>
            </a:r>
          </a:p>
          <a:p>
            <a:pPr lvl="1"/>
            <a:r>
              <a:rPr lang="en-GB" noProof="0" dirty="0"/>
              <a:t>Second level</a:t>
            </a:r>
          </a:p>
          <a:p>
            <a:pPr lvl="2"/>
            <a:r>
              <a:rPr lang="en-GB" noProof="0" dirty="0"/>
              <a:t>Third level</a:t>
            </a:r>
          </a:p>
          <a:p>
            <a:pPr lvl="3"/>
            <a:r>
              <a:rPr lang="en-GB" noProof="0" dirty="0"/>
              <a:t>Fourth level</a:t>
            </a:r>
          </a:p>
          <a:p>
            <a:pPr lvl="4"/>
            <a:r>
              <a:rPr lang="en-GB" noProof="0" dirty="0"/>
              <a:t>Fifth level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5"/>
          </p:nvPr>
        </p:nvSpPr>
        <p:spPr/>
        <p:txBody>
          <a:bodyPr/>
          <a:lstStyle/>
          <a:p>
            <a:pPr fontAlgn="base">
              <a:spcAft>
                <a:spcPct val="0"/>
              </a:spcAft>
              <a:defRPr/>
            </a:pPr>
            <a:fld id="{4472AB7F-E8D0-4874-A9B8-335B68DC5F05}" type="slidenum">
              <a:rPr lang="en-GB" noProof="0" smtClean="0"/>
              <a:pPr fontAlgn="base">
                <a:spcAft>
                  <a:spcPct val="0"/>
                </a:spcAft>
                <a:defRPr/>
              </a:pPr>
              <a:t>‹#›</a:t>
            </a:fld>
            <a:endParaRPr lang="en-GB" noProof="0"/>
          </a:p>
        </p:txBody>
      </p:sp>
      <p:sp>
        <p:nvSpPr>
          <p:cNvPr id="15" name="Text Placeholder 5"/>
          <p:cNvSpPr>
            <a:spLocks noGrp="1"/>
          </p:cNvSpPr>
          <p:nvPr>
            <p:ph type="body" sz="quarter" idx="21" hasCustomPrompt="1"/>
          </p:nvPr>
        </p:nvSpPr>
        <p:spPr>
          <a:xfrm>
            <a:off x="451705" y="1145375"/>
            <a:ext cx="3960302" cy="281116"/>
          </a:xfrm>
          <a:prstGeom prst="rect">
            <a:avLst/>
          </a:prstGeom>
        </p:spPr>
        <p:txBody>
          <a:bodyPr lIns="0" tIns="0" rIns="0" bIns="0" anchor="b" anchorCtr="0">
            <a:noAutofit/>
          </a:bodyPr>
          <a:lstStyle>
            <a:lvl1pPr marL="0" indent="0">
              <a:lnSpc>
                <a:spcPct val="100000"/>
              </a:lnSpc>
              <a:buFontTx/>
              <a:buNone/>
              <a:defRPr sz="1300" b="1" i="0"/>
            </a:lvl1pPr>
          </a:lstStyle>
          <a:p>
            <a:pPr lvl="0"/>
            <a:r>
              <a:rPr lang="en-GB" noProof="0"/>
              <a:t>Click to edit heading</a:t>
            </a:r>
          </a:p>
        </p:txBody>
      </p:sp>
      <p:sp>
        <p:nvSpPr>
          <p:cNvPr id="26" name="Text Placeholder 12"/>
          <p:cNvSpPr>
            <a:spLocks noGrp="1"/>
          </p:cNvSpPr>
          <p:nvPr>
            <p:ph type="body" sz="quarter" idx="22" hasCustomPrompt="1"/>
          </p:nvPr>
        </p:nvSpPr>
        <p:spPr>
          <a:xfrm>
            <a:off x="4730160" y="1506801"/>
            <a:ext cx="3958108" cy="1133260"/>
          </a:xfrm>
          <a:prstGeom prst="rect">
            <a:avLst/>
          </a:prstGeom>
        </p:spPr>
        <p:txBody>
          <a:bodyPr lIns="0" tIns="0" rIns="0" bIns="0">
            <a:noAutofit/>
          </a:bodyPr>
          <a:lstStyle>
            <a:lvl1pPr>
              <a:lnSpc>
                <a:spcPct val="100000"/>
              </a:lnSpc>
              <a:defRPr sz="1100"/>
            </a:lvl1pPr>
            <a:lvl2pPr>
              <a:lnSpc>
                <a:spcPct val="100000"/>
              </a:lnSpc>
              <a:defRPr sz="1100"/>
            </a:lvl2pPr>
            <a:lvl3pPr>
              <a:lnSpc>
                <a:spcPct val="100000"/>
              </a:lnSpc>
              <a:defRPr sz="1100"/>
            </a:lvl3pPr>
            <a:lvl4pPr>
              <a:lnSpc>
                <a:spcPct val="100000"/>
              </a:lnSpc>
              <a:defRPr sz="1100"/>
            </a:lvl4pPr>
            <a:lvl5pPr>
              <a:lnSpc>
                <a:spcPct val="100000"/>
              </a:lnSpc>
              <a:defRPr sz="1100"/>
            </a:lvl5pPr>
          </a:lstStyle>
          <a:p>
            <a:pPr lvl="0"/>
            <a:r>
              <a:rPr lang="en-GB" noProof="0"/>
              <a:t>Add text here</a:t>
            </a:r>
          </a:p>
          <a:p>
            <a:pPr lvl="1"/>
            <a:r>
              <a:rPr lang="en-GB" noProof="0"/>
              <a:t>Second level</a:t>
            </a:r>
          </a:p>
          <a:p>
            <a:pPr lvl="2"/>
            <a:r>
              <a:rPr lang="en-GB" noProof="0"/>
              <a:t>Third level</a:t>
            </a:r>
          </a:p>
          <a:p>
            <a:pPr lvl="3"/>
            <a:r>
              <a:rPr lang="en-GB" noProof="0"/>
              <a:t>Fourth level</a:t>
            </a:r>
          </a:p>
          <a:p>
            <a:pPr lvl="4"/>
            <a:r>
              <a:rPr lang="en-GB" noProof="0"/>
              <a:t>Fifth level</a:t>
            </a:r>
          </a:p>
        </p:txBody>
      </p:sp>
      <p:sp>
        <p:nvSpPr>
          <p:cNvPr id="27" name="Text Placeholder 5"/>
          <p:cNvSpPr>
            <a:spLocks noGrp="1"/>
          </p:cNvSpPr>
          <p:nvPr>
            <p:ph type="body" sz="quarter" idx="23" hasCustomPrompt="1"/>
          </p:nvPr>
        </p:nvSpPr>
        <p:spPr>
          <a:xfrm>
            <a:off x="4731220" y="1145375"/>
            <a:ext cx="3960302" cy="281116"/>
          </a:xfrm>
          <a:prstGeom prst="rect">
            <a:avLst/>
          </a:prstGeom>
        </p:spPr>
        <p:txBody>
          <a:bodyPr lIns="0" tIns="0" rIns="0" bIns="0" anchor="b" anchorCtr="0">
            <a:noAutofit/>
          </a:bodyPr>
          <a:lstStyle>
            <a:lvl1pPr marL="0" indent="0">
              <a:lnSpc>
                <a:spcPct val="100000"/>
              </a:lnSpc>
              <a:buFontTx/>
              <a:buNone/>
              <a:defRPr sz="1300" b="1" i="0"/>
            </a:lvl1pPr>
          </a:lstStyle>
          <a:p>
            <a:pPr lvl="0"/>
            <a:r>
              <a:rPr lang="en-GB" noProof="0"/>
              <a:t>Click to edit heading</a:t>
            </a:r>
          </a:p>
        </p:txBody>
      </p:sp>
      <p:sp>
        <p:nvSpPr>
          <p:cNvPr id="28" name="Text Placeholder 12"/>
          <p:cNvSpPr>
            <a:spLocks noGrp="1"/>
          </p:cNvSpPr>
          <p:nvPr>
            <p:ph type="body" sz="quarter" idx="24" hasCustomPrompt="1"/>
          </p:nvPr>
        </p:nvSpPr>
        <p:spPr>
          <a:xfrm>
            <a:off x="450645" y="3185529"/>
            <a:ext cx="3958108" cy="1133260"/>
          </a:xfrm>
          <a:prstGeom prst="rect">
            <a:avLst/>
          </a:prstGeom>
        </p:spPr>
        <p:txBody>
          <a:bodyPr lIns="0" tIns="0" rIns="0" bIns="0">
            <a:noAutofit/>
          </a:bodyPr>
          <a:lstStyle>
            <a:lvl1pPr>
              <a:lnSpc>
                <a:spcPct val="100000"/>
              </a:lnSpc>
              <a:defRPr sz="1100"/>
            </a:lvl1pPr>
            <a:lvl2pPr>
              <a:lnSpc>
                <a:spcPct val="100000"/>
              </a:lnSpc>
              <a:defRPr sz="1100"/>
            </a:lvl2pPr>
            <a:lvl3pPr>
              <a:lnSpc>
                <a:spcPct val="100000"/>
              </a:lnSpc>
              <a:defRPr sz="1100"/>
            </a:lvl3pPr>
            <a:lvl4pPr>
              <a:lnSpc>
                <a:spcPct val="100000"/>
              </a:lnSpc>
              <a:defRPr sz="1100"/>
            </a:lvl4pPr>
            <a:lvl5pPr>
              <a:lnSpc>
                <a:spcPct val="100000"/>
              </a:lnSpc>
              <a:defRPr sz="1100"/>
            </a:lvl5pPr>
          </a:lstStyle>
          <a:p>
            <a:pPr lvl="0"/>
            <a:r>
              <a:rPr lang="en-GB" noProof="0"/>
              <a:t>Add text here</a:t>
            </a:r>
          </a:p>
          <a:p>
            <a:pPr lvl="1"/>
            <a:r>
              <a:rPr lang="en-GB" noProof="0"/>
              <a:t>Second level</a:t>
            </a:r>
          </a:p>
          <a:p>
            <a:pPr lvl="2"/>
            <a:r>
              <a:rPr lang="en-GB" noProof="0"/>
              <a:t>Third level</a:t>
            </a:r>
          </a:p>
          <a:p>
            <a:pPr lvl="3"/>
            <a:r>
              <a:rPr lang="en-GB" noProof="0"/>
              <a:t>Fourth level</a:t>
            </a:r>
          </a:p>
          <a:p>
            <a:pPr lvl="4"/>
            <a:r>
              <a:rPr lang="en-GB" noProof="0"/>
              <a:t>Fifth level</a:t>
            </a:r>
          </a:p>
        </p:txBody>
      </p:sp>
      <p:sp>
        <p:nvSpPr>
          <p:cNvPr id="29" name="Text Placeholder 5"/>
          <p:cNvSpPr>
            <a:spLocks noGrp="1"/>
          </p:cNvSpPr>
          <p:nvPr>
            <p:ph type="body" sz="quarter" idx="25" hasCustomPrompt="1"/>
          </p:nvPr>
        </p:nvSpPr>
        <p:spPr>
          <a:xfrm>
            <a:off x="451705" y="2824103"/>
            <a:ext cx="3960302" cy="281116"/>
          </a:xfrm>
          <a:prstGeom prst="rect">
            <a:avLst/>
          </a:prstGeom>
        </p:spPr>
        <p:txBody>
          <a:bodyPr lIns="0" tIns="0" rIns="0" bIns="0" anchor="b" anchorCtr="0">
            <a:noAutofit/>
          </a:bodyPr>
          <a:lstStyle>
            <a:lvl1pPr marL="0" indent="0">
              <a:lnSpc>
                <a:spcPct val="100000"/>
              </a:lnSpc>
              <a:buFontTx/>
              <a:buNone/>
              <a:defRPr sz="1300" b="1" i="0"/>
            </a:lvl1pPr>
          </a:lstStyle>
          <a:p>
            <a:pPr lvl="0"/>
            <a:r>
              <a:rPr lang="en-GB" noProof="0"/>
              <a:t>Click to edit heading</a:t>
            </a:r>
          </a:p>
        </p:txBody>
      </p:sp>
      <p:sp>
        <p:nvSpPr>
          <p:cNvPr id="30" name="Text Placeholder 12"/>
          <p:cNvSpPr>
            <a:spLocks noGrp="1"/>
          </p:cNvSpPr>
          <p:nvPr>
            <p:ph type="body" sz="quarter" idx="26" hasCustomPrompt="1"/>
          </p:nvPr>
        </p:nvSpPr>
        <p:spPr>
          <a:xfrm>
            <a:off x="4730160" y="3185529"/>
            <a:ext cx="3958108" cy="1133260"/>
          </a:xfrm>
          <a:prstGeom prst="rect">
            <a:avLst/>
          </a:prstGeom>
        </p:spPr>
        <p:txBody>
          <a:bodyPr lIns="0" tIns="0" rIns="0" bIns="0">
            <a:noAutofit/>
          </a:bodyPr>
          <a:lstStyle>
            <a:lvl1pPr>
              <a:lnSpc>
                <a:spcPct val="100000"/>
              </a:lnSpc>
              <a:defRPr sz="1100"/>
            </a:lvl1pPr>
            <a:lvl2pPr>
              <a:lnSpc>
                <a:spcPct val="100000"/>
              </a:lnSpc>
              <a:defRPr sz="1100"/>
            </a:lvl2pPr>
            <a:lvl3pPr>
              <a:lnSpc>
                <a:spcPct val="100000"/>
              </a:lnSpc>
              <a:defRPr sz="1100"/>
            </a:lvl3pPr>
            <a:lvl4pPr>
              <a:lnSpc>
                <a:spcPct val="100000"/>
              </a:lnSpc>
              <a:defRPr sz="1100"/>
            </a:lvl4pPr>
            <a:lvl5pPr>
              <a:lnSpc>
                <a:spcPct val="100000"/>
              </a:lnSpc>
              <a:defRPr sz="1100"/>
            </a:lvl5pPr>
          </a:lstStyle>
          <a:p>
            <a:pPr lvl="0"/>
            <a:r>
              <a:rPr lang="en-GB" noProof="0"/>
              <a:t>Add text here</a:t>
            </a:r>
          </a:p>
          <a:p>
            <a:pPr lvl="1"/>
            <a:r>
              <a:rPr lang="en-GB" noProof="0"/>
              <a:t>Second level</a:t>
            </a:r>
          </a:p>
          <a:p>
            <a:pPr lvl="2"/>
            <a:r>
              <a:rPr lang="en-GB" noProof="0"/>
              <a:t>Third level</a:t>
            </a:r>
          </a:p>
          <a:p>
            <a:pPr lvl="3"/>
            <a:r>
              <a:rPr lang="en-GB" noProof="0"/>
              <a:t>Fourth level</a:t>
            </a:r>
          </a:p>
          <a:p>
            <a:pPr lvl="4"/>
            <a:r>
              <a:rPr lang="en-GB" noProof="0"/>
              <a:t>Fifth level</a:t>
            </a:r>
          </a:p>
        </p:txBody>
      </p:sp>
      <p:sp>
        <p:nvSpPr>
          <p:cNvPr id="31" name="Text Placeholder 5"/>
          <p:cNvSpPr>
            <a:spLocks noGrp="1"/>
          </p:cNvSpPr>
          <p:nvPr>
            <p:ph type="body" sz="quarter" idx="27" hasCustomPrompt="1"/>
          </p:nvPr>
        </p:nvSpPr>
        <p:spPr>
          <a:xfrm>
            <a:off x="4731220" y="2824103"/>
            <a:ext cx="3960302" cy="281116"/>
          </a:xfrm>
          <a:prstGeom prst="rect">
            <a:avLst/>
          </a:prstGeom>
        </p:spPr>
        <p:txBody>
          <a:bodyPr lIns="0" tIns="0" rIns="0" bIns="0" anchor="b" anchorCtr="0">
            <a:noAutofit/>
          </a:bodyPr>
          <a:lstStyle>
            <a:lvl1pPr marL="0" indent="0">
              <a:lnSpc>
                <a:spcPct val="100000"/>
              </a:lnSpc>
              <a:buFontTx/>
              <a:buNone/>
              <a:defRPr sz="1300" b="1" i="0"/>
            </a:lvl1pPr>
          </a:lstStyle>
          <a:p>
            <a:pPr lvl="0"/>
            <a:r>
              <a:rPr lang="en-GB" noProof="0"/>
              <a:t>Click to edit heading</a:t>
            </a:r>
          </a:p>
        </p:txBody>
      </p:sp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17F94DC0-3150-F406-9CB1-3925ACFA6DD8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 bwMode="auto">
          <a:xfrm>
            <a:off x="447479" y="147005"/>
            <a:ext cx="8231572" cy="679647"/>
          </a:xfrm>
          <a:prstGeom prst="rect">
            <a:avLst/>
          </a:prstGeom>
          <a:noFill/>
          <a:ln>
            <a:noFill/>
          </a:ln>
        </p:spPr>
        <p:txBody>
          <a:bodyPr vert="horz" wrap="square" lIns="0" tIns="45716" rIns="91431" bIns="45716" numCol="1" anchor="ctr" anchorCtr="0" compatLnSpc="1">
            <a:prstTxWarp prst="textNoShape">
              <a:avLst/>
            </a:prstTxWarp>
          </a:bodyPr>
          <a:lstStyle>
            <a:lvl1pPr>
              <a:defRPr sz="2400"/>
            </a:lvl1pPr>
          </a:lstStyle>
          <a:p>
            <a:pPr lvl="0"/>
            <a:r>
              <a:rPr lang="en-GB" noProof="0" dirty="0"/>
              <a:t>Title goes here and can be two lines</a:t>
            </a:r>
          </a:p>
        </p:txBody>
      </p:sp>
    </p:spTree>
    <p:extLst>
      <p:ext uri="{BB962C8B-B14F-4D97-AF65-F5344CB8AC3E}">
        <p14:creationId xmlns:p14="http://schemas.microsoft.com/office/powerpoint/2010/main" val="2514970830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ategories Horizont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Text Placeholder 15"/>
          <p:cNvSpPr>
            <a:spLocks noGrp="1"/>
          </p:cNvSpPr>
          <p:nvPr>
            <p:ph type="body" sz="quarter" idx="17" hasCustomPrompt="1"/>
          </p:nvPr>
        </p:nvSpPr>
        <p:spPr>
          <a:xfrm>
            <a:off x="451277" y="1328359"/>
            <a:ext cx="3046381" cy="728332"/>
          </a:xfrm>
          <a:prstGeom prst="rect">
            <a:avLst/>
          </a:prstGeom>
          <a:solidFill>
            <a:schemeClr val="tx2"/>
          </a:solidFill>
        </p:spPr>
        <p:txBody>
          <a:bodyPr lIns="0" tIns="0" rIns="0" bIns="0" anchor="ctr" anchorCtr="1"/>
          <a:lstStyle>
            <a:lvl1pPr marL="0" indent="0" algn="ctr">
              <a:lnSpc>
                <a:spcPct val="100000"/>
              </a:lnSpc>
              <a:buFontTx/>
              <a:buNone/>
              <a:defRPr sz="1500" b="1" i="0">
                <a:solidFill>
                  <a:schemeClr val="bg1"/>
                </a:solidFill>
              </a:defRPr>
            </a:lvl1pPr>
          </a:lstStyle>
          <a:p>
            <a:pPr lvl="0"/>
            <a:r>
              <a:rPr lang="en-GB" noProof="0"/>
              <a:t>Click to edit text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20"/>
          </p:nvPr>
        </p:nvSpPr>
        <p:spPr/>
        <p:txBody>
          <a:bodyPr/>
          <a:lstStyle/>
          <a:p>
            <a:pPr fontAlgn="base">
              <a:spcAft>
                <a:spcPct val="0"/>
              </a:spcAft>
              <a:defRPr/>
            </a:pPr>
            <a:fld id="{4472AB7F-E8D0-4874-A9B8-335B68DC5F05}" type="slidenum">
              <a:rPr lang="en-GB" noProof="0" smtClean="0"/>
              <a:pPr fontAlgn="base">
                <a:spcAft>
                  <a:spcPct val="0"/>
                </a:spcAft>
                <a:defRPr/>
              </a:pPr>
              <a:t>‹#›</a:t>
            </a:fld>
            <a:endParaRPr lang="en-GB" noProof="0"/>
          </a:p>
        </p:txBody>
      </p:sp>
      <p:sp>
        <p:nvSpPr>
          <p:cNvPr id="21" name="Text Placeholder 11"/>
          <p:cNvSpPr>
            <a:spLocks noGrp="1"/>
          </p:cNvSpPr>
          <p:nvPr>
            <p:ph type="body" sz="quarter" idx="21" hasCustomPrompt="1"/>
          </p:nvPr>
        </p:nvSpPr>
        <p:spPr>
          <a:xfrm>
            <a:off x="3830320" y="1249032"/>
            <a:ext cx="4859760" cy="917367"/>
          </a:xfrm>
          <a:prstGeom prst="rect">
            <a:avLst/>
          </a:prstGeom>
        </p:spPr>
        <p:txBody>
          <a:bodyPr lIns="0" tIns="0" rIns="0" bIns="0">
            <a:noAutofit/>
          </a:bodyPr>
          <a:lstStyle>
            <a:lvl1pPr>
              <a:defRPr sz="1200"/>
            </a:lvl1pPr>
          </a:lstStyle>
          <a:p>
            <a:pPr lvl="0"/>
            <a:r>
              <a:rPr lang="en-GB" noProof="0" dirty="0"/>
              <a:t>Add text here</a:t>
            </a:r>
          </a:p>
          <a:p>
            <a:pPr lvl="0"/>
            <a:endParaRPr lang="en-GB" noProof="0" dirty="0"/>
          </a:p>
        </p:txBody>
      </p:sp>
      <p:sp>
        <p:nvSpPr>
          <p:cNvPr id="10" name="Text Placeholder 15"/>
          <p:cNvSpPr>
            <a:spLocks noGrp="1"/>
          </p:cNvSpPr>
          <p:nvPr>
            <p:ph type="body" sz="quarter" idx="22" hasCustomPrompt="1"/>
          </p:nvPr>
        </p:nvSpPr>
        <p:spPr>
          <a:xfrm>
            <a:off x="451277" y="2387789"/>
            <a:ext cx="3046381" cy="728332"/>
          </a:xfrm>
          <a:prstGeom prst="rect">
            <a:avLst/>
          </a:prstGeom>
          <a:solidFill>
            <a:schemeClr val="tx2"/>
          </a:solidFill>
        </p:spPr>
        <p:txBody>
          <a:bodyPr lIns="0" tIns="0" rIns="0" bIns="0" anchor="ctr" anchorCtr="1"/>
          <a:lstStyle>
            <a:lvl1pPr marL="0" indent="0" algn="ctr">
              <a:lnSpc>
                <a:spcPct val="100000"/>
              </a:lnSpc>
              <a:buFontTx/>
              <a:buNone/>
              <a:defRPr sz="1500" b="1" i="0">
                <a:solidFill>
                  <a:schemeClr val="bg1"/>
                </a:solidFill>
              </a:defRPr>
            </a:lvl1pPr>
          </a:lstStyle>
          <a:p>
            <a:pPr lvl="0"/>
            <a:r>
              <a:rPr lang="en-GB" noProof="0"/>
              <a:t>Click to edit text</a:t>
            </a:r>
          </a:p>
        </p:txBody>
      </p:sp>
      <p:sp>
        <p:nvSpPr>
          <p:cNvPr id="11" name="Text Placeholder 11"/>
          <p:cNvSpPr>
            <a:spLocks noGrp="1"/>
          </p:cNvSpPr>
          <p:nvPr>
            <p:ph type="body" sz="quarter" idx="23" hasCustomPrompt="1"/>
          </p:nvPr>
        </p:nvSpPr>
        <p:spPr>
          <a:xfrm>
            <a:off x="3830320" y="2308462"/>
            <a:ext cx="4859760" cy="917367"/>
          </a:xfrm>
          <a:prstGeom prst="rect">
            <a:avLst/>
          </a:prstGeom>
        </p:spPr>
        <p:txBody>
          <a:bodyPr lIns="0" tIns="0" rIns="0" bIns="0">
            <a:noAutofit/>
          </a:bodyPr>
          <a:lstStyle>
            <a:lvl1pPr>
              <a:defRPr sz="1200"/>
            </a:lvl1pPr>
          </a:lstStyle>
          <a:p>
            <a:pPr lvl="0"/>
            <a:r>
              <a:rPr lang="en-GB" noProof="0"/>
              <a:t>Add text here</a:t>
            </a:r>
          </a:p>
          <a:p>
            <a:pPr lvl="0"/>
            <a:endParaRPr lang="en-GB" noProof="0"/>
          </a:p>
        </p:txBody>
      </p:sp>
      <p:sp>
        <p:nvSpPr>
          <p:cNvPr id="12" name="Text Placeholder 15"/>
          <p:cNvSpPr>
            <a:spLocks noGrp="1"/>
          </p:cNvSpPr>
          <p:nvPr>
            <p:ph type="body" sz="quarter" idx="24" hasCustomPrompt="1"/>
          </p:nvPr>
        </p:nvSpPr>
        <p:spPr>
          <a:xfrm>
            <a:off x="451277" y="3447219"/>
            <a:ext cx="3046381" cy="728332"/>
          </a:xfrm>
          <a:prstGeom prst="rect">
            <a:avLst/>
          </a:prstGeom>
          <a:solidFill>
            <a:schemeClr val="tx2"/>
          </a:solidFill>
        </p:spPr>
        <p:txBody>
          <a:bodyPr lIns="0" tIns="0" rIns="0" bIns="0" anchor="ctr" anchorCtr="1"/>
          <a:lstStyle>
            <a:lvl1pPr marL="0" indent="0" algn="ctr">
              <a:lnSpc>
                <a:spcPct val="100000"/>
              </a:lnSpc>
              <a:buFontTx/>
              <a:buNone/>
              <a:defRPr sz="1500" b="1" i="0">
                <a:solidFill>
                  <a:schemeClr val="bg1"/>
                </a:solidFill>
              </a:defRPr>
            </a:lvl1pPr>
          </a:lstStyle>
          <a:p>
            <a:pPr lvl="0"/>
            <a:r>
              <a:rPr lang="en-GB" noProof="0"/>
              <a:t>Click to edit text</a:t>
            </a:r>
          </a:p>
        </p:txBody>
      </p:sp>
      <p:sp>
        <p:nvSpPr>
          <p:cNvPr id="15" name="Text Placeholder 11"/>
          <p:cNvSpPr>
            <a:spLocks noGrp="1"/>
          </p:cNvSpPr>
          <p:nvPr>
            <p:ph type="body" sz="quarter" idx="25" hasCustomPrompt="1"/>
          </p:nvPr>
        </p:nvSpPr>
        <p:spPr>
          <a:xfrm>
            <a:off x="3830320" y="3367892"/>
            <a:ext cx="4859760" cy="917367"/>
          </a:xfrm>
          <a:prstGeom prst="rect">
            <a:avLst/>
          </a:prstGeom>
        </p:spPr>
        <p:txBody>
          <a:bodyPr lIns="0" tIns="0" rIns="0" bIns="0">
            <a:noAutofit/>
          </a:bodyPr>
          <a:lstStyle>
            <a:lvl1pPr>
              <a:defRPr sz="1200"/>
            </a:lvl1pPr>
          </a:lstStyle>
          <a:p>
            <a:pPr lvl="0"/>
            <a:r>
              <a:rPr lang="en-GB" noProof="0"/>
              <a:t>Add text here</a:t>
            </a:r>
          </a:p>
          <a:p>
            <a:pPr lvl="0"/>
            <a:endParaRPr lang="en-GB" noProof="0"/>
          </a:p>
        </p:txBody>
      </p:sp>
      <p:sp>
        <p:nvSpPr>
          <p:cNvPr id="3" name="Title Placeholder 1">
            <a:extLst>
              <a:ext uri="{FF2B5EF4-FFF2-40B4-BE49-F238E27FC236}">
                <a16:creationId xmlns:a16="http://schemas.microsoft.com/office/drawing/2014/main" id="{52E3EE2F-F0BD-EFAD-12D3-A2F63E7ECF8D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 bwMode="auto">
          <a:xfrm>
            <a:off x="447479" y="147005"/>
            <a:ext cx="8231572" cy="679647"/>
          </a:xfrm>
          <a:prstGeom prst="rect">
            <a:avLst/>
          </a:prstGeom>
          <a:noFill/>
          <a:ln>
            <a:noFill/>
          </a:ln>
        </p:spPr>
        <p:txBody>
          <a:bodyPr vert="horz" wrap="square" lIns="0" tIns="45716" rIns="91431" bIns="45716" numCol="1" anchor="ctr" anchorCtr="0" compatLnSpc="1">
            <a:prstTxWarp prst="textNoShape">
              <a:avLst/>
            </a:prstTxWarp>
          </a:bodyPr>
          <a:lstStyle>
            <a:lvl1pPr>
              <a:defRPr sz="2400"/>
            </a:lvl1pPr>
          </a:lstStyle>
          <a:p>
            <a:pPr lvl="0"/>
            <a:r>
              <a:rPr lang="en-GB" noProof="0" dirty="0"/>
              <a:t>Title goes here and can be two lines</a:t>
            </a:r>
          </a:p>
        </p:txBody>
      </p:sp>
    </p:spTree>
    <p:extLst>
      <p:ext uri="{BB962C8B-B14F-4D97-AF65-F5344CB8AC3E}">
        <p14:creationId xmlns:p14="http://schemas.microsoft.com/office/powerpoint/2010/main" val="3236010595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Flow Char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Text Placeholder 12"/>
          <p:cNvSpPr>
            <a:spLocks noGrp="1"/>
          </p:cNvSpPr>
          <p:nvPr>
            <p:ph type="body" sz="quarter" idx="21" hasCustomPrompt="1"/>
          </p:nvPr>
        </p:nvSpPr>
        <p:spPr>
          <a:xfrm>
            <a:off x="6789827" y="1853282"/>
            <a:ext cx="1893094" cy="2541927"/>
          </a:xfrm>
          <a:prstGeom prst="rect">
            <a:avLst/>
          </a:prstGeom>
        </p:spPr>
        <p:txBody>
          <a:bodyPr lIns="0" tIns="0" rIns="0" bIns="0">
            <a:noAutofit/>
          </a:bodyPr>
          <a:lstStyle>
            <a:lvl1pPr marL="0" indent="-137160">
              <a:lnSpc>
                <a:spcPct val="100000"/>
              </a:lnSpc>
              <a:buClr>
                <a:schemeClr val="accent1"/>
              </a:buClr>
              <a:defRPr sz="900"/>
            </a:lvl1pPr>
            <a:lvl2pPr marL="270000" indent="-136800">
              <a:lnSpc>
                <a:spcPct val="100000"/>
              </a:lnSpc>
              <a:buClr>
                <a:schemeClr val="accent1"/>
              </a:buClr>
              <a:defRPr sz="900"/>
            </a:lvl2pPr>
            <a:lvl3pPr marL="360000" indent="-136800" algn="l">
              <a:lnSpc>
                <a:spcPct val="100000"/>
              </a:lnSpc>
              <a:buClr>
                <a:schemeClr val="accent1"/>
              </a:buClr>
              <a:defRPr sz="900"/>
            </a:lvl3pPr>
            <a:lvl4pPr marL="511200" indent="-136800">
              <a:lnSpc>
                <a:spcPct val="100000"/>
              </a:lnSpc>
              <a:buClr>
                <a:schemeClr val="accent1"/>
              </a:buClr>
              <a:defRPr sz="900"/>
            </a:lvl4pPr>
            <a:lvl5pPr marL="655200" indent="-136800">
              <a:lnSpc>
                <a:spcPct val="100000"/>
              </a:lnSpc>
              <a:buClr>
                <a:schemeClr val="accent1"/>
              </a:buClr>
              <a:defRPr sz="900"/>
            </a:lvl5pPr>
          </a:lstStyle>
          <a:p>
            <a:pPr lvl="0"/>
            <a:r>
              <a:rPr lang="en-GB" noProof="0"/>
              <a:t>Add text here</a:t>
            </a:r>
          </a:p>
          <a:p>
            <a:pPr lvl="1"/>
            <a:r>
              <a:rPr lang="en-GB" noProof="0"/>
              <a:t>Second level</a:t>
            </a:r>
          </a:p>
          <a:p>
            <a:pPr lvl="2"/>
            <a:r>
              <a:rPr lang="en-GB" noProof="0"/>
              <a:t>Third level</a:t>
            </a:r>
          </a:p>
          <a:p>
            <a:pPr lvl="3"/>
            <a:r>
              <a:rPr lang="en-GB" noProof="0"/>
              <a:t>Fourth level</a:t>
            </a:r>
          </a:p>
          <a:p>
            <a:pPr lvl="4"/>
            <a:r>
              <a:rPr lang="en-GB" noProof="0"/>
              <a:t>Fifth level</a:t>
            </a:r>
          </a:p>
          <a:p>
            <a:pPr lvl="0"/>
            <a:endParaRPr lang="en-GB" noProof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22"/>
          </p:nvPr>
        </p:nvSpPr>
        <p:spPr/>
        <p:txBody>
          <a:bodyPr/>
          <a:lstStyle/>
          <a:p>
            <a:pPr fontAlgn="base">
              <a:spcAft>
                <a:spcPct val="0"/>
              </a:spcAft>
              <a:defRPr/>
            </a:pPr>
            <a:fld id="{4472AB7F-E8D0-4874-A9B8-335B68DC5F05}" type="slidenum">
              <a:rPr lang="en-GB" noProof="0" smtClean="0"/>
              <a:pPr fontAlgn="base">
                <a:spcAft>
                  <a:spcPct val="0"/>
                </a:spcAft>
                <a:defRPr/>
              </a:pPr>
              <a:t>‹#›</a:t>
            </a:fld>
            <a:endParaRPr lang="en-GB" noProof="0"/>
          </a:p>
        </p:txBody>
      </p:sp>
      <p:sp>
        <p:nvSpPr>
          <p:cNvPr id="17" name="Text Placeholder 15"/>
          <p:cNvSpPr>
            <a:spLocks noGrp="1"/>
          </p:cNvSpPr>
          <p:nvPr>
            <p:ph type="body" sz="quarter" idx="23" hasCustomPrompt="1"/>
          </p:nvPr>
        </p:nvSpPr>
        <p:spPr>
          <a:xfrm>
            <a:off x="449780" y="1175640"/>
            <a:ext cx="1891549" cy="601980"/>
          </a:xfrm>
          <a:prstGeom prst="rect">
            <a:avLst/>
          </a:prstGeom>
          <a:solidFill>
            <a:schemeClr val="tx2"/>
          </a:solidFill>
        </p:spPr>
        <p:txBody>
          <a:bodyPr lIns="0" tIns="0" rIns="0" bIns="0" anchor="ctr" anchorCtr="1"/>
          <a:lstStyle>
            <a:lvl1pPr marL="0" indent="0" algn="ctr">
              <a:buFontTx/>
              <a:buNone/>
              <a:defRPr sz="1100" b="1" i="0">
                <a:solidFill>
                  <a:schemeClr val="bg1"/>
                </a:solidFill>
              </a:defRPr>
            </a:lvl1pPr>
          </a:lstStyle>
          <a:p>
            <a:pPr lvl="0"/>
            <a:r>
              <a:rPr lang="en-GB" noProof="0"/>
              <a:t>Click to </a:t>
            </a:r>
            <a:br>
              <a:rPr lang="en-GB" noProof="0"/>
            </a:br>
            <a:r>
              <a:rPr lang="en-GB" noProof="0"/>
              <a:t>edit title</a:t>
            </a:r>
          </a:p>
        </p:txBody>
      </p:sp>
      <p:sp>
        <p:nvSpPr>
          <p:cNvPr id="33" name="Text Placeholder 12"/>
          <p:cNvSpPr>
            <a:spLocks noGrp="1"/>
          </p:cNvSpPr>
          <p:nvPr>
            <p:ph type="body" sz="quarter" idx="28" hasCustomPrompt="1"/>
          </p:nvPr>
        </p:nvSpPr>
        <p:spPr>
          <a:xfrm>
            <a:off x="4703032" y="1853282"/>
            <a:ext cx="1893094" cy="2541927"/>
          </a:xfrm>
          <a:prstGeom prst="rect">
            <a:avLst/>
          </a:prstGeom>
        </p:spPr>
        <p:txBody>
          <a:bodyPr lIns="0" tIns="0" rIns="0" bIns="0">
            <a:noAutofit/>
          </a:bodyPr>
          <a:lstStyle>
            <a:lvl1pPr marL="0" indent="-137160">
              <a:lnSpc>
                <a:spcPct val="100000"/>
              </a:lnSpc>
              <a:buClr>
                <a:schemeClr val="accent1"/>
              </a:buClr>
              <a:defRPr sz="900"/>
            </a:lvl1pPr>
            <a:lvl2pPr marL="270000" indent="-136800">
              <a:lnSpc>
                <a:spcPct val="100000"/>
              </a:lnSpc>
              <a:buClr>
                <a:schemeClr val="accent1"/>
              </a:buClr>
              <a:defRPr sz="900"/>
            </a:lvl2pPr>
            <a:lvl3pPr marL="360000" indent="-136800" algn="l">
              <a:lnSpc>
                <a:spcPct val="100000"/>
              </a:lnSpc>
              <a:buClr>
                <a:schemeClr val="accent1"/>
              </a:buClr>
              <a:defRPr sz="900"/>
            </a:lvl3pPr>
            <a:lvl4pPr marL="511200" indent="-136800">
              <a:lnSpc>
                <a:spcPct val="100000"/>
              </a:lnSpc>
              <a:buClr>
                <a:schemeClr val="accent1"/>
              </a:buClr>
              <a:defRPr sz="900"/>
            </a:lvl4pPr>
            <a:lvl5pPr marL="655200" indent="-136800">
              <a:lnSpc>
                <a:spcPct val="100000"/>
              </a:lnSpc>
              <a:buClr>
                <a:schemeClr val="accent1"/>
              </a:buClr>
              <a:defRPr sz="900"/>
            </a:lvl5pPr>
          </a:lstStyle>
          <a:p>
            <a:pPr lvl="0"/>
            <a:r>
              <a:rPr lang="en-GB" noProof="0"/>
              <a:t>Add text here</a:t>
            </a:r>
          </a:p>
          <a:p>
            <a:pPr lvl="1"/>
            <a:r>
              <a:rPr lang="en-GB" noProof="0"/>
              <a:t>Second level</a:t>
            </a:r>
          </a:p>
          <a:p>
            <a:pPr lvl="2"/>
            <a:r>
              <a:rPr lang="en-GB" noProof="0"/>
              <a:t>Third level</a:t>
            </a:r>
          </a:p>
          <a:p>
            <a:pPr lvl="3"/>
            <a:r>
              <a:rPr lang="en-GB" noProof="0"/>
              <a:t>Fourth level</a:t>
            </a:r>
          </a:p>
          <a:p>
            <a:pPr lvl="4"/>
            <a:r>
              <a:rPr lang="en-GB" noProof="0"/>
              <a:t>Fifth level</a:t>
            </a:r>
          </a:p>
          <a:p>
            <a:pPr lvl="0"/>
            <a:endParaRPr lang="en-GB" noProof="0"/>
          </a:p>
        </p:txBody>
      </p:sp>
      <p:sp>
        <p:nvSpPr>
          <p:cNvPr id="34" name="Text Placeholder 12"/>
          <p:cNvSpPr>
            <a:spLocks noGrp="1"/>
          </p:cNvSpPr>
          <p:nvPr>
            <p:ph type="body" sz="quarter" idx="29" hasCustomPrompt="1"/>
          </p:nvPr>
        </p:nvSpPr>
        <p:spPr>
          <a:xfrm>
            <a:off x="2574966" y="1853282"/>
            <a:ext cx="1893094" cy="2541927"/>
          </a:xfrm>
          <a:prstGeom prst="rect">
            <a:avLst/>
          </a:prstGeom>
        </p:spPr>
        <p:txBody>
          <a:bodyPr lIns="0" tIns="0" rIns="0" bIns="0">
            <a:noAutofit/>
          </a:bodyPr>
          <a:lstStyle>
            <a:lvl1pPr marL="0" indent="-137160">
              <a:lnSpc>
                <a:spcPct val="100000"/>
              </a:lnSpc>
              <a:buClr>
                <a:schemeClr val="accent1"/>
              </a:buClr>
              <a:defRPr sz="900"/>
            </a:lvl1pPr>
            <a:lvl2pPr marL="270000" indent="-136800">
              <a:lnSpc>
                <a:spcPct val="100000"/>
              </a:lnSpc>
              <a:buClr>
                <a:schemeClr val="accent1"/>
              </a:buClr>
              <a:defRPr sz="900"/>
            </a:lvl2pPr>
            <a:lvl3pPr marL="360000" indent="-136800" algn="l">
              <a:lnSpc>
                <a:spcPct val="100000"/>
              </a:lnSpc>
              <a:buClr>
                <a:schemeClr val="accent1"/>
              </a:buClr>
              <a:defRPr sz="900"/>
            </a:lvl3pPr>
            <a:lvl4pPr marL="511200" indent="-136800">
              <a:lnSpc>
                <a:spcPct val="100000"/>
              </a:lnSpc>
              <a:buClr>
                <a:schemeClr val="accent1"/>
              </a:buClr>
              <a:defRPr sz="900"/>
            </a:lvl4pPr>
            <a:lvl5pPr marL="655200" indent="-136800">
              <a:lnSpc>
                <a:spcPct val="100000"/>
              </a:lnSpc>
              <a:buClr>
                <a:schemeClr val="accent1"/>
              </a:buClr>
              <a:defRPr sz="900"/>
            </a:lvl5pPr>
          </a:lstStyle>
          <a:p>
            <a:pPr lvl="0"/>
            <a:r>
              <a:rPr lang="en-GB" noProof="0"/>
              <a:t>Add text here</a:t>
            </a:r>
          </a:p>
          <a:p>
            <a:pPr lvl="1"/>
            <a:r>
              <a:rPr lang="en-GB" noProof="0"/>
              <a:t>Second level</a:t>
            </a:r>
          </a:p>
          <a:p>
            <a:pPr lvl="2"/>
            <a:r>
              <a:rPr lang="en-GB" noProof="0"/>
              <a:t>Third level</a:t>
            </a:r>
          </a:p>
          <a:p>
            <a:pPr lvl="3"/>
            <a:r>
              <a:rPr lang="en-GB" noProof="0"/>
              <a:t>Fourth level</a:t>
            </a:r>
          </a:p>
          <a:p>
            <a:pPr lvl="4"/>
            <a:r>
              <a:rPr lang="en-GB" noProof="0"/>
              <a:t>Fifth level</a:t>
            </a:r>
          </a:p>
          <a:p>
            <a:pPr lvl="0"/>
            <a:endParaRPr lang="en-GB" noProof="0"/>
          </a:p>
        </p:txBody>
      </p:sp>
      <p:sp>
        <p:nvSpPr>
          <p:cNvPr id="35" name="Text Placeholder 12"/>
          <p:cNvSpPr>
            <a:spLocks noGrp="1"/>
          </p:cNvSpPr>
          <p:nvPr>
            <p:ph type="body" sz="quarter" idx="30" hasCustomPrompt="1"/>
          </p:nvPr>
        </p:nvSpPr>
        <p:spPr>
          <a:xfrm>
            <a:off x="449486" y="1853282"/>
            <a:ext cx="1893094" cy="2541927"/>
          </a:xfrm>
          <a:prstGeom prst="rect">
            <a:avLst/>
          </a:prstGeom>
        </p:spPr>
        <p:txBody>
          <a:bodyPr lIns="0" tIns="0" rIns="0" bIns="0">
            <a:noAutofit/>
          </a:bodyPr>
          <a:lstStyle>
            <a:lvl1pPr marL="0" indent="-137160">
              <a:lnSpc>
                <a:spcPct val="100000"/>
              </a:lnSpc>
              <a:buClr>
                <a:schemeClr val="accent1"/>
              </a:buClr>
              <a:defRPr sz="900"/>
            </a:lvl1pPr>
            <a:lvl2pPr marL="270000" indent="-136800">
              <a:lnSpc>
                <a:spcPct val="100000"/>
              </a:lnSpc>
              <a:buClr>
                <a:schemeClr val="accent1"/>
              </a:buClr>
              <a:defRPr sz="900"/>
            </a:lvl2pPr>
            <a:lvl3pPr marL="360000" indent="-136800" algn="l">
              <a:lnSpc>
                <a:spcPct val="100000"/>
              </a:lnSpc>
              <a:buClr>
                <a:schemeClr val="accent1"/>
              </a:buClr>
              <a:defRPr sz="900"/>
            </a:lvl3pPr>
            <a:lvl4pPr marL="511200" indent="-136800">
              <a:lnSpc>
                <a:spcPct val="100000"/>
              </a:lnSpc>
              <a:buClr>
                <a:schemeClr val="accent1"/>
              </a:buClr>
              <a:defRPr sz="900"/>
            </a:lvl4pPr>
            <a:lvl5pPr marL="655200" indent="-136800">
              <a:lnSpc>
                <a:spcPct val="100000"/>
              </a:lnSpc>
              <a:buClr>
                <a:schemeClr val="accent1"/>
              </a:buClr>
              <a:defRPr sz="900"/>
            </a:lvl5pPr>
          </a:lstStyle>
          <a:p>
            <a:pPr lvl="0"/>
            <a:r>
              <a:rPr lang="en-GB" noProof="0" dirty="0"/>
              <a:t>Add text here</a:t>
            </a:r>
          </a:p>
          <a:p>
            <a:pPr lvl="1"/>
            <a:r>
              <a:rPr lang="en-GB" noProof="0" dirty="0"/>
              <a:t>Second level</a:t>
            </a:r>
          </a:p>
          <a:p>
            <a:pPr lvl="2"/>
            <a:r>
              <a:rPr lang="en-GB" noProof="0" dirty="0"/>
              <a:t>Third level</a:t>
            </a:r>
          </a:p>
          <a:p>
            <a:pPr lvl="3"/>
            <a:r>
              <a:rPr lang="en-GB" noProof="0" dirty="0"/>
              <a:t>Fourth level</a:t>
            </a:r>
          </a:p>
          <a:p>
            <a:pPr lvl="4"/>
            <a:r>
              <a:rPr lang="en-GB" noProof="0" dirty="0"/>
              <a:t>Fifth level</a:t>
            </a:r>
          </a:p>
          <a:p>
            <a:pPr lvl="0"/>
            <a:endParaRPr lang="en-GB" noProof="0" dirty="0"/>
          </a:p>
        </p:txBody>
      </p:sp>
      <p:sp>
        <p:nvSpPr>
          <p:cNvPr id="36" name="Text Placeholder 15"/>
          <p:cNvSpPr>
            <a:spLocks noGrp="1"/>
          </p:cNvSpPr>
          <p:nvPr>
            <p:ph type="body" sz="quarter" idx="31" hasCustomPrompt="1"/>
          </p:nvPr>
        </p:nvSpPr>
        <p:spPr>
          <a:xfrm>
            <a:off x="2578141" y="1175640"/>
            <a:ext cx="1891549" cy="601980"/>
          </a:xfrm>
          <a:prstGeom prst="rect">
            <a:avLst/>
          </a:prstGeom>
          <a:solidFill>
            <a:schemeClr val="tx2"/>
          </a:solidFill>
        </p:spPr>
        <p:txBody>
          <a:bodyPr lIns="0" tIns="0" rIns="0" bIns="0" anchor="ctr" anchorCtr="1"/>
          <a:lstStyle>
            <a:lvl1pPr marL="0" indent="0" algn="ctr">
              <a:buFontTx/>
              <a:buNone/>
              <a:defRPr sz="1100" b="1" i="0">
                <a:solidFill>
                  <a:schemeClr val="bg1"/>
                </a:solidFill>
              </a:defRPr>
            </a:lvl1pPr>
          </a:lstStyle>
          <a:p>
            <a:pPr lvl="0"/>
            <a:r>
              <a:rPr lang="en-GB" noProof="0"/>
              <a:t>Click to </a:t>
            </a:r>
            <a:br>
              <a:rPr lang="en-GB" noProof="0"/>
            </a:br>
            <a:r>
              <a:rPr lang="en-GB" noProof="0"/>
              <a:t>edit title</a:t>
            </a:r>
          </a:p>
        </p:txBody>
      </p:sp>
      <p:sp>
        <p:nvSpPr>
          <p:cNvPr id="37" name="Text Placeholder 15"/>
          <p:cNvSpPr>
            <a:spLocks noGrp="1"/>
          </p:cNvSpPr>
          <p:nvPr>
            <p:ph type="body" sz="quarter" idx="32" hasCustomPrompt="1"/>
          </p:nvPr>
        </p:nvSpPr>
        <p:spPr>
          <a:xfrm>
            <a:off x="4700446" y="1175640"/>
            <a:ext cx="1891549" cy="601980"/>
          </a:xfrm>
          <a:prstGeom prst="rect">
            <a:avLst/>
          </a:prstGeom>
          <a:solidFill>
            <a:schemeClr val="tx2"/>
          </a:solidFill>
        </p:spPr>
        <p:txBody>
          <a:bodyPr lIns="0" tIns="0" rIns="0" bIns="0" anchor="ctr" anchorCtr="1"/>
          <a:lstStyle>
            <a:lvl1pPr marL="0" indent="0" algn="ctr">
              <a:buFontTx/>
              <a:buNone/>
              <a:defRPr sz="1100" b="1" i="0">
                <a:solidFill>
                  <a:schemeClr val="bg1"/>
                </a:solidFill>
              </a:defRPr>
            </a:lvl1pPr>
          </a:lstStyle>
          <a:p>
            <a:pPr lvl="0"/>
            <a:r>
              <a:rPr lang="en-GB" noProof="0"/>
              <a:t>Click to </a:t>
            </a:r>
            <a:br>
              <a:rPr lang="en-GB" noProof="0"/>
            </a:br>
            <a:r>
              <a:rPr lang="en-GB" noProof="0"/>
              <a:t>edit title</a:t>
            </a:r>
          </a:p>
        </p:txBody>
      </p:sp>
      <p:sp>
        <p:nvSpPr>
          <p:cNvPr id="38" name="Text Placeholder 15"/>
          <p:cNvSpPr>
            <a:spLocks noGrp="1"/>
          </p:cNvSpPr>
          <p:nvPr>
            <p:ph type="body" sz="quarter" idx="33" hasCustomPrompt="1"/>
          </p:nvPr>
        </p:nvSpPr>
        <p:spPr>
          <a:xfrm>
            <a:off x="6798761" y="1175640"/>
            <a:ext cx="1891549" cy="601980"/>
          </a:xfrm>
          <a:prstGeom prst="rect">
            <a:avLst/>
          </a:prstGeom>
          <a:solidFill>
            <a:schemeClr val="tx2"/>
          </a:solidFill>
        </p:spPr>
        <p:txBody>
          <a:bodyPr lIns="0" tIns="0" rIns="0" bIns="0" anchor="ctr" anchorCtr="1"/>
          <a:lstStyle>
            <a:lvl1pPr marL="0" indent="0" algn="ctr">
              <a:buFontTx/>
              <a:buNone/>
              <a:defRPr sz="1100" b="1" i="0">
                <a:solidFill>
                  <a:schemeClr val="bg1"/>
                </a:solidFill>
              </a:defRPr>
            </a:lvl1pPr>
          </a:lstStyle>
          <a:p>
            <a:pPr lvl="0"/>
            <a:r>
              <a:rPr lang="en-GB" noProof="0"/>
              <a:t>Click to </a:t>
            </a:r>
            <a:br>
              <a:rPr lang="en-GB" noProof="0"/>
            </a:br>
            <a:r>
              <a:rPr lang="en-GB" noProof="0"/>
              <a:t>edit title</a:t>
            </a:r>
          </a:p>
        </p:txBody>
      </p:sp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A2CCC0B1-E722-204C-55D2-AEF076200688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 bwMode="auto">
          <a:xfrm>
            <a:off x="447479" y="147005"/>
            <a:ext cx="8231572" cy="679647"/>
          </a:xfrm>
          <a:prstGeom prst="rect">
            <a:avLst/>
          </a:prstGeom>
          <a:noFill/>
          <a:ln>
            <a:noFill/>
          </a:ln>
        </p:spPr>
        <p:txBody>
          <a:bodyPr vert="horz" wrap="square" lIns="0" tIns="45716" rIns="91431" bIns="45716" numCol="1" anchor="ctr" anchorCtr="0" compatLnSpc="1">
            <a:prstTxWarp prst="textNoShape">
              <a:avLst/>
            </a:prstTxWarp>
          </a:bodyPr>
          <a:lstStyle>
            <a:lvl1pPr>
              <a:defRPr sz="2400"/>
            </a:lvl1pPr>
          </a:lstStyle>
          <a:p>
            <a:pPr lvl="0"/>
            <a:r>
              <a:rPr lang="en-GB" noProof="0" dirty="0"/>
              <a:t>Title goes here and can be two lines</a:t>
            </a:r>
          </a:p>
        </p:txBody>
      </p:sp>
    </p:spTree>
    <p:extLst>
      <p:ext uri="{BB962C8B-B14F-4D97-AF65-F5344CB8AC3E}">
        <p14:creationId xmlns:p14="http://schemas.microsoft.com/office/powerpoint/2010/main" val="864935720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ac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Slide Number Placeholder 4"/>
          <p:cNvSpPr>
            <a:spLocks noGrp="1"/>
          </p:cNvSpPr>
          <p:nvPr>
            <p:ph type="sldNum" sz="quarter" idx="14"/>
          </p:nvPr>
        </p:nvSpPr>
        <p:spPr/>
        <p:txBody>
          <a:bodyPr/>
          <a:lstStyle/>
          <a:p>
            <a:pPr fontAlgn="base">
              <a:spcAft>
                <a:spcPct val="0"/>
              </a:spcAft>
              <a:defRPr/>
            </a:pPr>
            <a:fld id="{4472AB7F-E8D0-4874-A9B8-335B68DC5F05}" type="slidenum">
              <a:rPr lang="en-GB" noProof="0" smtClean="0"/>
              <a:pPr fontAlgn="base">
                <a:spcAft>
                  <a:spcPct val="0"/>
                </a:spcAft>
                <a:defRPr/>
              </a:pPr>
              <a:t>‹#›</a:t>
            </a:fld>
            <a:endParaRPr lang="en-GB" noProof="0"/>
          </a:p>
        </p:txBody>
      </p:sp>
      <p:sp>
        <p:nvSpPr>
          <p:cNvPr id="20" name="Text Placeholder 5"/>
          <p:cNvSpPr>
            <a:spLocks noGrp="1"/>
          </p:cNvSpPr>
          <p:nvPr>
            <p:ph type="body" sz="quarter" idx="11" hasCustomPrompt="1"/>
          </p:nvPr>
        </p:nvSpPr>
        <p:spPr>
          <a:xfrm>
            <a:off x="441727" y="1136673"/>
            <a:ext cx="8246851" cy="260485"/>
          </a:xfrm>
          <a:prstGeom prst="rect">
            <a:avLst/>
          </a:prstGeom>
        </p:spPr>
        <p:txBody>
          <a:bodyPr lIns="0" tIns="0" rIns="0" bIns="0">
            <a:normAutofit/>
          </a:bodyPr>
          <a:lstStyle>
            <a:lvl1pPr marL="0" indent="0">
              <a:buFontTx/>
              <a:buNone/>
              <a:defRPr sz="1400" b="1" i="0"/>
            </a:lvl1pPr>
          </a:lstStyle>
          <a:p>
            <a:pPr lvl="0"/>
            <a:r>
              <a:rPr lang="en-GB" noProof="0" dirty="0"/>
              <a:t>Name</a:t>
            </a:r>
          </a:p>
        </p:txBody>
      </p:sp>
      <p:sp>
        <p:nvSpPr>
          <p:cNvPr id="21" name="Text Placeholder 2"/>
          <p:cNvSpPr>
            <a:spLocks noGrp="1"/>
          </p:cNvSpPr>
          <p:nvPr>
            <p:ph idx="13" hasCustomPrompt="1"/>
          </p:nvPr>
        </p:nvSpPr>
        <p:spPr bwMode="auto">
          <a:xfrm>
            <a:off x="441727" y="1457804"/>
            <a:ext cx="8239912" cy="27699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0" tIns="0" rIns="0" bIns="0" numCol="1" anchor="t" anchorCtr="0" compatLnSpc="1">
            <a:prstTxWarp prst="textNoShape">
              <a:avLst/>
            </a:prstTxWarp>
          </a:bodyPr>
          <a:lstStyle>
            <a:lvl1pPr marL="0" indent="0">
              <a:buNone/>
              <a:defRPr sz="1200"/>
            </a:lvl1pPr>
            <a:lvl2pPr marL="272250" indent="0">
              <a:buNone/>
              <a:defRPr/>
            </a:lvl2pPr>
            <a:lvl3pPr marL="538650" indent="0">
              <a:buNone/>
              <a:defRPr/>
            </a:lvl3pPr>
            <a:lvl4pPr marL="822622" indent="0">
              <a:buNone/>
              <a:defRPr/>
            </a:lvl4pPr>
            <a:lvl5pPr marL="1038622" indent="0">
              <a:buNone/>
              <a:defRPr/>
            </a:lvl5pPr>
          </a:lstStyle>
          <a:p>
            <a:r>
              <a:rPr lang="en-GB" noProof="0" dirty="0"/>
              <a:t>Title</a:t>
            </a:r>
          </a:p>
        </p:txBody>
      </p:sp>
      <p:sp>
        <p:nvSpPr>
          <p:cNvPr id="22" name="Text Placeholder 2"/>
          <p:cNvSpPr>
            <a:spLocks noGrp="1"/>
          </p:cNvSpPr>
          <p:nvPr>
            <p:ph idx="16" hasCustomPrompt="1"/>
          </p:nvPr>
        </p:nvSpPr>
        <p:spPr bwMode="auto">
          <a:xfrm>
            <a:off x="639270" y="2915286"/>
            <a:ext cx="8059667" cy="26048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0" tIns="0" rIns="0" bIns="0" numCol="1" anchor="t" anchorCtr="0" compatLnSpc="1">
            <a:prstTxWarp prst="textNoShape">
              <a:avLst/>
            </a:prstTxWarp>
          </a:bodyPr>
          <a:lstStyle>
            <a:lvl1pPr marL="74250" indent="0">
              <a:buNone/>
              <a:defRPr sz="1200"/>
            </a:lvl1pPr>
            <a:lvl2pPr marL="272250" indent="0">
              <a:buNone/>
              <a:defRPr/>
            </a:lvl2pPr>
            <a:lvl3pPr marL="538650" indent="0">
              <a:buNone/>
              <a:defRPr/>
            </a:lvl3pPr>
            <a:lvl4pPr marL="822622" indent="0">
              <a:buNone/>
              <a:defRPr/>
            </a:lvl4pPr>
            <a:lvl5pPr marL="1038622" indent="0">
              <a:buNone/>
              <a:defRPr/>
            </a:lvl5pPr>
          </a:lstStyle>
          <a:p>
            <a:pPr lvl="0"/>
            <a:r>
              <a:rPr lang="en-GB" noProof="0" dirty="0"/>
              <a:t>+00 (0)00 0000 0000</a:t>
            </a:r>
          </a:p>
        </p:txBody>
      </p:sp>
      <p:sp>
        <p:nvSpPr>
          <p:cNvPr id="23" name="Text Placeholder 2"/>
          <p:cNvSpPr>
            <a:spLocks noGrp="1"/>
          </p:cNvSpPr>
          <p:nvPr>
            <p:ph idx="17" hasCustomPrompt="1"/>
          </p:nvPr>
        </p:nvSpPr>
        <p:spPr bwMode="auto">
          <a:xfrm>
            <a:off x="441727" y="4060063"/>
            <a:ext cx="8239912" cy="28865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0" tIns="0" rIns="0" bIns="0" numCol="1" anchor="t" anchorCtr="0" compatLnSpc="1">
            <a:prstTxWarp prst="textNoShape">
              <a:avLst/>
            </a:prstTxWarp>
          </a:bodyPr>
          <a:lstStyle>
            <a:lvl1pPr marL="0" indent="0">
              <a:buNone/>
              <a:defRPr sz="1200" b="1" i="0">
                <a:solidFill>
                  <a:schemeClr val="accent1"/>
                </a:solidFill>
              </a:defRPr>
            </a:lvl1pPr>
            <a:lvl2pPr marL="272250" indent="0">
              <a:buNone/>
              <a:defRPr/>
            </a:lvl2pPr>
            <a:lvl3pPr marL="538650" indent="0">
              <a:buNone/>
              <a:defRPr/>
            </a:lvl3pPr>
            <a:lvl4pPr marL="822622" indent="0">
              <a:buNone/>
              <a:defRPr/>
            </a:lvl4pPr>
            <a:lvl5pPr marL="1038622" indent="0">
              <a:buNone/>
              <a:defRPr/>
            </a:lvl5pPr>
          </a:lstStyle>
          <a:p>
            <a:pPr lvl="0"/>
            <a:r>
              <a:rPr lang="en-GB" noProof="0" dirty="0"/>
              <a:t>www.gs1.org</a:t>
            </a:r>
          </a:p>
        </p:txBody>
      </p:sp>
      <p:sp>
        <p:nvSpPr>
          <p:cNvPr id="24" name="Text Placeholder 2"/>
          <p:cNvSpPr>
            <a:spLocks noGrp="1"/>
          </p:cNvSpPr>
          <p:nvPr>
            <p:ph idx="19" hasCustomPrompt="1"/>
          </p:nvPr>
        </p:nvSpPr>
        <p:spPr bwMode="auto">
          <a:xfrm>
            <a:off x="639270" y="3671294"/>
            <a:ext cx="8059667" cy="25261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0" tIns="0" rIns="0" bIns="0" numCol="1" anchor="t" anchorCtr="0" compatLnSpc="1">
            <a:prstTxWarp prst="textNoShape">
              <a:avLst/>
            </a:prstTxWarp>
          </a:bodyPr>
          <a:lstStyle>
            <a:lvl1pPr marL="74250" indent="0">
              <a:buNone/>
              <a:defRPr sz="1200"/>
            </a:lvl1pPr>
            <a:lvl2pPr marL="272250" indent="0">
              <a:buNone/>
              <a:defRPr/>
            </a:lvl2pPr>
            <a:lvl3pPr marL="538650" indent="0">
              <a:buNone/>
              <a:defRPr/>
            </a:lvl3pPr>
            <a:lvl4pPr marL="822622" indent="0">
              <a:buNone/>
              <a:defRPr/>
            </a:lvl4pPr>
            <a:lvl5pPr marL="1038622" indent="0">
              <a:buNone/>
              <a:defRPr/>
            </a:lvl5pPr>
          </a:lstStyle>
          <a:p>
            <a:pPr lvl="0"/>
            <a:r>
              <a:rPr lang="en-GB" noProof="0" dirty="0"/>
              <a:t>name@gs1.org</a:t>
            </a:r>
          </a:p>
        </p:txBody>
      </p:sp>
      <p:sp>
        <p:nvSpPr>
          <p:cNvPr id="27" name="Text Placeholder 2"/>
          <p:cNvSpPr>
            <a:spLocks noGrp="1"/>
          </p:cNvSpPr>
          <p:nvPr>
            <p:ph idx="22" hasCustomPrompt="1"/>
          </p:nvPr>
        </p:nvSpPr>
        <p:spPr bwMode="auto">
          <a:xfrm>
            <a:off x="441727" y="1781209"/>
            <a:ext cx="8239912" cy="104312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0" tIns="0" rIns="0" bIns="0" numCol="1" anchor="t" anchorCtr="0" compatLnSpc="1">
            <a:prstTxWarp prst="textNoShape">
              <a:avLst/>
            </a:prstTxWarp>
          </a:bodyPr>
          <a:lstStyle>
            <a:lvl1pPr marL="0" indent="0">
              <a:buNone/>
              <a:defRPr sz="1200" b="0" baseline="0"/>
            </a:lvl1pPr>
            <a:lvl2pPr marL="272250" indent="0">
              <a:buNone/>
              <a:defRPr/>
            </a:lvl2pPr>
            <a:lvl3pPr marL="538650" indent="0">
              <a:buNone/>
              <a:defRPr/>
            </a:lvl3pPr>
            <a:lvl4pPr marL="822622" indent="0">
              <a:buNone/>
              <a:defRPr/>
            </a:lvl4pPr>
            <a:lvl5pPr marL="1038622" indent="0">
              <a:buNone/>
              <a:defRPr/>
            </a:lvl5pPr>
          </a:lstStyle>
          <a:p>
            <a:pPr lvl="0"/>
            <a:r>
              <a:rPr lang="en-GB" noProof="0" dirty="0"/>
              <a:t>GS1 Address</a:t>
            </a:r>
          </a:p>
        </p:txBody>
      </p:sp>
      <p:sp>
        <p:nvSpPr>
          <p:cNvPr id="32" name="Text Placeholder 2"/>
          <p:cNvSpPr>
            <a:spLocks noGrp="1"/>
          </p:cNvSpPr>
          <p:nvPr>
            <p:ph idx="27" hasCustomPrompt="1"/>
          </p:nvPr>
        </p:nvSpPr>
        <p:spPr bwMode="auto">
          <a:xfrm>
            <a:off x="639270" y="3167087"/>
            <a:ext cx="8059667" cy="26048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0" tIns="0" rIns="0" bIns="0" numCol="1" anchor="t" anchorCtr="0" compatLnSpc="1">
            <a:prstTxWarp prst="textNoShape">
              <a:avLst/>
            </a:prstTxWarp>
          </a:bodyPr>
          <a:lstStyle>
            <a:lvl1pPr marL="74250" indent="0">
              <a:buNone/>
              <a:defRPr sz="1200"/>
            </a:lvl1pPr>
            <a:lvl2pPr marL="272250" indent="0">
              <a:buNone/>
              <a:defRPr/>
            </a:lvl2pPr>
            <a:lvl3pPr marL="538650" indent="0">
              <a:buNone/>
              <a:defRPr/>
            </a:lvl3pPr>
            <a:lvl4pPr marL="822622" indent="0">
              <a:buNone/>
              <a:defRPr/>
            </a:lvl4pPr>
            <a:lvl5pPr marL="1038622" indent="0">
              <a:buNone/>
              <a:defRPr/>
            </a:lvl5pPr>
          </a:lstStyle>
          <a:p>
            <a:pPr lvl="0"/>
            <a:r>
              <a:rPr lang="en-GB" noProof="0" dirty="0"/>
              <a:t>+00 (0)00 0000 0000</a:t>
            </a:r>
          </a:p>
        </p:txBody>
      </p:sp>
      <p:sp>
        <p:nvSpPr>
          <p:cNvPr id="33" name="Text Placeholder 2"/>
          <p:cNvSpPr>
            <a:spLocks noGrp="1"/>
          </p:cNvSpPr>
          <p:nvPr>
            <p:ph idx="28" hasCustomPrompt="1"/>
          </p:nvPr>
        </p:nvSpPr>
        <p:spPr bwMode="auto">
          <a:xfrm>
            <a:off x="639270" y="3418888"/>
            <a:ext cx="8059667" cy="26048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0" tIns="0" rIns="0" bIns="0" numCol="1" anchor="t" anchorCtr="0" compatLnSpc="1">
            <a:prstTxWarp prst="textNoShape">
              <a:avLst/>
            </a:prstTxWarp>
          </a:bodyPr>
          <a:lstStyle>
            <a:lvl1pPr marL="74250" indent="0">
              <a:buNone/>
              <a:defRPr sz="1200"/>
            </a:lvl1pPr>
            <a:lvl2pPr marL="272250" indent="0">
              <a:buNone/>
              <a:defRPr/>
            </a:lvl2pPr>
            <a:lvl3pPr marL="538650" indent="0">
              <a:buNone/>
              <a:defRPr/>
            </a:lvl3pPr>
            <a:lvl4pPr marL="822622" indent="0">
              <a:buNone/>
              <a:defRPr/>
            </a:lvl4pPr>
            <a:lvl5pPr marL="1038622" indent="0">
              <a:buNone/>
              <a:defRPr/>
            </a:lvl5pPr>
          </a:lstStyle>
          <a:p>
            <a:pPr lvl="0"/>
            <a:r>
              <a:rPr lang="en-GB" noProof="0"/>
              <a:t>+00 (0)00 0000 0000</a:t>
            </a:r>
          </a:p>
        </p:txBody>
      </p:sp>
      <p:sp>
        <p:nvSpPr>
          <p:cNvPr id="41" name="Text Placeholder 40"/>
          <p:cNvSpPr>
            <a:spLocks noGrp="1"/>
          </p:cNvSpPr>
          <p:nvPr>
            <p:ph type="body" sz="quarter" idx="33" hasCustomPrompt="1"/>
          </p:nvPr>
        </p:nvSpPr>
        <p:spPr>
          <a:xfrm>
            <a:off x="396510" y="2916792"/>
            <a:ext cx="185358" cy="265922"/>
          </a:xfrm>
          <a:prstGeom prst="rect">
            <a:avLst/>
          </a:prstGeom>
        </p:spPr>
        <p:txBody>
          <a:bodyPr vert="horz" lIns="0" tIns="0" rIns="0" bIns="0"/>
          <a:lstStyle>
            <a:lvl1pPr marL="74250" indent="0" algn="ctr">
              <a:buNone/>
              <a:defRPr sz="1200" b="1" i="0"/>
            </a:lvl1pPr>
          </a:lstStyle>
          <a:p>
            <a:pPr lvl="0"/>
            <a:r>
              <a:rPr lang="en-GB" noProof="0" dirty="0"/>
              <a:t>T</a:t>
            </a:r>
          </a:p>
        </p:txBody>
      </p:sp>
      <p:sp>
        <p:nvSpPr>
          <p:cNvPr id="42" name="Text Placeholder 40"/>
          <p:cNvSpPr>
            <a:spLocks noGrp="1"/>
          </p:cNvSpPr>
          <p:nvPr>
            <p:ph type="body" sz="quarter" idx="34" hasCustomPrompt="1"/>
          </p:nvPr>
        </p:nvSpPr>
        <p:spPr>
          <a:xfrm>
            <a:off x="396510" y="3166033"/>
            <a:ext cx="185358" cy="265922"/>
          </a:xfrm>
          <a:prstGeom prst="rect">
            <a:avLst/>
          </a:prstGeom>
        </p:spPr>
        <p:txBody>
          <a:bodyPr vert="horz" lIns="0" tIns="0" rIns="0" bIns="0"/>
          <a:lstStyle>
            <a:lvl1pPr marL="74250" indent="0" algn="ctr">
              <a:buNone/>
              <a:defRPr sz="1200" b="1" i="0"/>
            </a:lvl1pPr>
          </a:lstStyle>
          <a:p>
            <a:pPr lvl="0"/>
            <a:r>
              <a:rPr lang="en-GB" noProof="0"/>
              <a:t>D</a:t>
            </a:r>
          </a:p>
        </p:txBody>
      </p:sp>
      <p:sp>
        <p:nvSpPr>
          <p:cNvPr id="43" name="Text Placeholder 40"/>
          <p:cNvSpPr>
            <a:spLocks noGrp="1"/>
          </p:cNvSpPr>
          <p:nvPr>
            <p:ph type="body" sz="quarter" idx="35" hasCustomPrompt="1"/>
          </p:nvPr>
        </p:nvSpPr>
        <p:spPr>
          <a:xfrm>
            <a:off x="396510" y="3418449"/>
            <a:ext cx="185358" cy="265922"/>
          </a:xfrm>
          <a:prstGeom prst="rect">
            <a:avLst/>
          </a:prstGeom>
        </p:spPr>
        <p:txBody>
          <a:bodyPr vert="horz" lIns="0" tIns="0" rIns="0" bIns="0"/>
          <a:lstStyle>
            <a:lvl1pPr marL="74250" indent="0" algn="ctr">
              <a:buNone/>
              <a:defRPr sz="1200" b="1" i="0"/>
            </a:lvl1pPr>
          </a:lstStyle>
          <a:p>
            <a:pPr lvl="0"/>
            <a:r>
              <a:rPr lang="en-GB" noProof="0"/>
              <a:t>M</a:t>
            </a:r>
          </a:p>
        </p:txBody>
      </p:sp>
      <p:sp>
        <p:nvSpPr>
          <p:cNvPr id="44" name="Text Placeholder 40"/>
          <p:cNvSpPr>
            <a:spLocks noGrp="1"/>
          </p:cNvSpPr>
          <p:nvPr>
            <p:ph type="body" sz="quarter" idx="36" hasCustomPrompt="1"/>
          </p:nvPr>
        </p:nvSpPr>
        <p:spPr>
          <a:xfrm>
            <a:off x="396510" y="3671129"/>
            <a:ext cx="185358" cy="265922"/>
          </a:xfrm>
          <a:prstGeom prst="rect">
            <a:avLst/>
          </a:prstGeom>
        </p:spPr>
        <p:txBody>
          <a:bodyPr vert="horz" lIns="0" tIns="0" rIns="0" bIns="0"/>
          <a:lstStyle>
            <a:lvl1pPr marL="74250" indent="0" algn="ctr">
              <a:buNone/>
              <a:defRPr sz="1200" b="1" i="0"/>
            </a:lvl1pPr>
          </a:lstStyle>
          <a:p>
            <a:pPr lvl="0"/>
            <a:r>
              <a:rPr lang="en-GB" noProof="0" dirty="0"/>
              <a:t>E</a:t>
            </a:r>
          </a:p>
        </p:txBody>
      </p:sp>
      <p:sp>
        <p:nvSpPr>
          <p:cNvPr id="3" name="Title Placeholder 1">
            <a:extLst>
              <a:ext uri="{FF2B5EF4-FFF2-40B4-BE49-F238E27FC236}">
                <a16:creationId xmlns:a16="http://schemas.microsoft.com/office/drawing/2014/main" id="{A0045E11-BD82-2A81-8831-050E7A494308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 bwMode="auto">
          <a:xfrm>
            <a:off x="447479" y="147005"/>
            <a:ext cx="8231572" cy="679647"/>
          </a:xfrm>
          <a:prstGeom prst="rect">
            <a:avLst/>
          </a:prstGeom>
          <a:noFill/>
          <a:ln>
            <a:noFill/>
          </a:ln>
        </p:spPr>
        <p:txBody>
          <a:bodyPr vert="horz" wrap="square" lIns="0" tIns="45716" rIns="91431" bIns="45716" numCol="1" anchor="ctr" anchorCtr="0" compatLnSpc="1">
            <a:prstTxWarp prst="textNoShape">
              <a:avLst/>
            </a:prstTxWarp>
          </a:bodyPr>
          <a:lstStyle>
            <a:lvl1pPr>
              <a:defRPr sz="2400"/>
            </a:lvl1pPr>
          </a:lstStyle>
          <a:p>
            <a:pPr lvl="0"/>
            <a:r>
              <a:rPr lang="en-GB" noProof="0" dirty="0"/>
              <a:t>Title goes here and can be two lines</a:t>
            </a:r>
          </a:p>
        </p:txBody>
      </p:sp>
    </p:spTree>
    <p:extLst>
      <p:ext uri="{BB962C8B-B14F-4D97-AF65-F5344CB8AC3E}">
        <p14:creationId xmlns:p14="http://schemas.microsoft.com/office/powerpoint/2010/main" val="3620098072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fontAlgn="base">
              <a:spcAft>
                <a:spcPct val="0"/>
              </a:spcAft>
              <a:defRPr/>
            </a:pPr>
            <a:fld id="{4472AB7F-E8D0-4874-A9B8-335B68DC5F05}" type="slidenum">
              <a:rPr lang="en-GB" noProof="0" smtClean="0"/>
              <a:pPr fontAlgn="base">
                <a:spcAft>
                  <a:spcPct val="0"/>
                </a:spcAft>
                <a:defRPr/>
              </a:pPr>
              <a:t>‹#›</a:t>
            </a:fld>
            <a:endParaRPr lang="en-GB" noProof="0"/>
          </a:p>
        </p:txBody>
      </p:sp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FDF2FBDC-CCA1-5626-CC79-517AC87142C8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 bwMode="auto">
          <a:xfrm>
            <a:off x="447479" y="147005"/>
            <a:ext cx="7474624" cy="679647"/>
          </a:xfrm>
          <a:prstGeom prst="rect">
            <a:avLst/>
          </a:prstGeom>
          <a:noFill/>
          <a:ln>
            <a:noFill/>
          </a:ln>
        </p:spPr>
        <p:txBody>
          <a:bodyPr vert="horz" wrap="square" lIns="0" tIns="45716" rIns="91431" bIns="45716" numCol="1" anchor="ctr" anchorCtr="0" compatLnSpc="1">
            <a:prstTxWarp prst="textNoShape">
              <a:avLst/>
            </a:prstTxWarp>
          </a:bodyPr>
          <a:lstStyle>
            <a:lvl1pPr>
              <a:defRPr sz="2400"/>
            </a:lvl1pPr>
          </a:lstStyle>
          <a:p>
            <a:pPr lvl="0"/>
            <a:r>
              <a:rPr lang="en-GB" noProof="0" dirty="0"/>
              <a:t>Title goes here and can be two lines</a:t>
            </a:r>
          </a:p>
        </p:txBody>
      </p:sp>
      <p:sp>
        <p:nvSpPr>
          <p:cNvPr id="3" name="Picture Placeholder 4">
            <a:extLst>
              <a:ext uri="{FF2B5EF4-FFF2-40B4-BE49-F238E27FC236}">
                <a16:creationId xmlns:a16="http://schemas.microsoft.com/office/drawing/2014/main" id="{060D6891-4C88-5687-76E7-DB694E9E33E6}"/>
              </a:ext>
            </a:extLst>
          </p:cNvPr>
          <p:cNvSpPr>
            <a:spLocks noGrp="1"/>
          </p:cNvSpPr>
          <p:nvPr>
            <p:ph type="pic" sz="quarter" idx="17" hasCustomPrompt="1"/>
          </p:nvPr>
        </p:nvSpPr>
        <p:spPr>
          <a:xfrm>
            <a:off x="7993213" y="141401"/>
            <a:ext cx="690073" cy="690073"/>
          </a:xfrm>
          <a:prstGeom prst="rect">
            <a:avLst/>
          </a:prstGeom>
        </p:spPr>
        <p:txBody>
          <a:bodyPr lIns="45720" tIns="91440" rIns="45720"/>
          <a:lstStyle>
            <a:lvl1pPr marL="0" indent="0">
              <a:lnSpc>
                <a:spcPct val="80000"/>
              </a:lnSpc>
              <a:spcBef>
                <a:spcPts val="0"/>
              </a:spcBef>
              <a:buNone/>
              <a:defRPr sz="1000" baseline="30000">
                <a:solidFill>
                  <a:schemeClr val="tx2"/>
                </a:solidFill>
              </a:defRPr>
            </a:lvl1pPr>
          </a:lstStyle>
          <a:p>
            <a:r>
              <a:rPr lang="en-US" dirty="0"/>
              <a:t>Add industry icon if desired</a:t>
            </a:r>
          </a:p>
        </p:txBody>
      </p:sp>
    </p:spTree>
    <p:extLst>
      <p:ext uri="{BB962C8B-B14F-4D97-AF65-F5344CB8AC3E}">
        <p14:creationId xmlns:p14="http://schemas.microsoft.com/office/powerpoint/2010/main" val="3032104038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xt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ext Placeholder 2"/>
          <p:cNvSpPr>
            <a:spLocks noGrp="1"/>
          </p:cNvSpPr>
          <p:nvPr>
            <p:ph idx="11" hasCustomPrompt="1"/>
          </p:nvPr>
        </p:nvSpPr>
        <p:spPr bwMode="auto">
          <a:xfrm>
            <a:off x="447721" y="1091409"/>
            <a:ext cx="8241707" cy="331208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0" tIns="0" rIns="0" bIns="0" numCol="1" anchor="t" anchorCtr="0" compatLnSpc="1">
            <a:prstTxWarp prst="textNoShape">
              <a:avLst/>
            </a:prstTxWarp>
          </a:bodyPr>
          <a:lstStyle>
            <a:lvl1pPr>
              <a:defRPr sz="1500"/>
            </a:lvl1pPr>
            <a:lvl2pPr>
              <a:defRPr sz="1500"/>
            </a:lvl2pPr>
            <a:lvl3pPr>
              <a:defRPr sz="1500"/>
            </a:lvl3pPr>
            <a:lvl4pPr>
              <a:defRPr sz="1500"/>
            </a:lvl4pPr>
            <a:lvl5pPr>
              <a:defRPr sz="1500"/>
            </a:lvl5pPr>
          </a:lstStyle>
          <a:p>
            <a:pPr lvl="0"/>
            <a:r>
              <a:rPr lang="en-GB" noProof="0"/>
              <a:t>Add text here</a:t>
            </a:r>
          </a:p>
          <a:p>
            <a:pPr lvl="1"/>
            <a:r>
              <a:rPr lang="en-GB" noProof="0"/>
              <a:t>Second level</a:t>
            </a:r>
          </a:p>
          <a:p>
            <a:pPr lvl="2"/>
            <a:r>
              <a:rPr lang="en-GB" noProof="0"/>
              <a:t>Third level</a:t>
            </a:r>
          </a:p>
          <a:p>
            <a:pPr lvl="3"/>
            <a:r>
              <a:rPr lang="en-GB" noProof="0"/>
              <a:t>Fourth level</a:t>
            </a:r>
          </a:p>
          <a:p>
            <a:pPr lvl="4"/>
            <a:r>
              <a:rPr lang="en-GB" noProof="0"/>
              <a:t>Fifth level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fontAlgn="base">
              <a:spcAft>
                <a:spcPct val="0"/>
              </a:spcAft>
              <a:defRPr/>
            </a:pPr>
            <a:fld id="{4472AB7F-E8D0-4874-A9B8-335B68DC5F05}" type="slidenum">
              <a:rPr lang="en-GB" noProof="0" smtClean="0"/>
              <a:pPr fontAlgn="base">
                <a:spcAft>
                  <a:spcPct val="0"/>
                </a:spcAft>
                <a:defRPr/>
              </a:pPr>
              <a:t>‹#›</a:t>
            </a:fld>
            <a:endParaRPr lang="en-GB" noProof="0"/>
          </a:p>
        </p:txBody>
      </p:sp>
      <p:sp>
        <p:nvSpPr>
          <p:cNvPr id="2" name="Picture Placeholder 4">
            <a:extLst>
              <a:ext uri="{FF2B5EF4-FFF2-40B4-BE49-F238E27FC236}">
                <a16:creationId xmlns:a16="http://schemas.microsoft.com/office/drawing/2014/main" id="{9E7D8CB2-2B19-EFA3-C45E-6C54F1026532}"/>
              </a:ext>
            </a:extLst>
          </p:cNvPr>
          <p:cNvSpPr>
            <a:spLocks noGrp="1"/>
          </p:cNvSpPr>
          <p:nvPr>
            <p:ph type="pic" sz="quarter" idx="17" hasCustomPrompt="1"/>
          </p:nvPr>
        </p:nvSpPr>
        <p:spPr>
          <a:xfrm>
            <a:off x="7993213" y="141401"/>
            <a:ext cx="690073" cy="690073"/>
          </a:xfrm>
          <a:prstGeom prst="rect">
            <a:avLst/>
          </a:prstGeom>
        </p:spPr>
        <p:txBody>
          <a:bodyPr lIns="45720" tIns="91440" rIns="45720"/>
          <a:lstStyle>
            <a:lvl1pPr marL="0" indent="0">
              <a:lnSpc>
                <a:spcPct val="80000"/>
              </a:lnSpc>
              <a:spcBef>
                <a:spcPts val="0"/>
              </a:spcBef>
              <a:buNone/>
              <a:defRPr sz="1000" baseline="30000">
                <a:solidFill>
                  <a:schemeClr val="tx2"/>
                </a:solidFill>
              </a:defRPr>
            </a:lvl1pPr>
          </a:lstStyle>
          <a:p>
            <a:r>
              <a:rPr lang="en-US" dirty="0"/>
              <a:t>Add industry icon if desired</a:t>
            </a:r>
          </a:p>
        </p:txBody>
      </p:sp>
      <p:sp>
        <p:nvSpPr>
          <p:cNvPr id="5" name="Title Placeholder 1">
            <a:extLst>
              <a:ext uri="{FF2B5EF4-FFF2-40B4-BE49-F238E27FC236}">
                <a16:creationId xmlns:a16="http://schemas.microsoft.com/office/drawing/2014/main" id="{FCE06A4D-E5BE-DAEF-8578-EAE52D097AD4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 bwMode="auto">
          <a:xfrm>
            <a:off x="447479" y="147005"/>
            <a:ext cx="7474624" cy="679647"/>
          </a:xfrm>
          <a:prstGeom prst="rect">
            <a:avLst/>
          </a:prstGeom>
          <a:noFill/>
          <a:ln>
            <a:noFill/>
          </a:ln>
        </p:spPr>
        <p:txBody>
          <a:bodyPr vert="horz" wrap="square" lIns="0" tIns="45716" rIns="91431" bIns="45716" numCol="1" anchor="ctr" anchorCtr="0" compatLnSpc="1">
            <a:prstTxWarp prst="textNoShape">
              <a:avLst/>
            </a:prstTxWarp>
          </a:bodyPr>
          <a:lstStyle>
            <a:lvl1pPr>
              <a:defRPr sz="2400"/>
            </a:lvl1pPr>
          </a:lstStyle>
          <a:p>
            <a:pPr lvl="0"/>
            <a:r>
              <a:rPr lang="en-GB" noProof="0" dirty="0"/>
              <a:t>Title goes here and can be two lines</a:t>
            </a:r>
          </a:p>
        </p:txBody>
      </p:sp>
    </p:spTree>
    <p:extLst>
      <p:ext uri="{BB962C8B-B14F-4D97-AF65-F5344CB8AC3E}">
        <p14:creationId xmlns:p14="http://schemas.microsoft.com/office/powerpoint/2010/main" val="27622805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xt with Heading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 Placeholder 5"/>
          <p:cNvSpPr>
            <a:spLocks noGrp="1"/>
          </p:cNvSpPr>
          <p:nvPr>
            <p:ph type="body" sz="quarter" idx="11" hasCustomPrompt="1"/>
          </p:nvPr>
        </p:nvSpPr>
        <p:spPr>
          <a:xfrm>
            <a:off x="447736" y="1091939"/>
            <a:ext cx="8246492" cy="373561"/>
          </a:xfrm>
          <a:prstGeom prst="rect">
            <a:avLst/>
          </a:prstGeom>
        </p:spPr>
        <p:txBody>
          <a:bodyPr lIns="0" tIns="0" rIns="0" bIns="0">
            <a:noAutofit/>
          </a:bodyPr>
          <a:lstStyle>
            <a:lvl1pPr marL="0" indent="0">
              <a:lnSpc>
                <a:spcPct val="100000"/>
              </a:lnSpc>
              <a:buFontTx/>
              <a:buNone/>
              <a:defRPr sz="1800" b="1" i="0"/>
            </a:lvl1pPr>
          </a:lstStyle>
          <a:p>
            <a:pPr lvl="0"/>
            <a:r>
              <a:rPr lang="en-GB" noProof="0"/>
              <a:t>Click to edit heading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4"/>
          </p:nvPr>
        </p:nvSpPr>
        <p:spPr/>
        <p:txBody>
          <a:bodyPr/>
          <a:lstStyle/>
          <a:p>
            <a:pPr fontAlgn="base">
              <a:spcAft>
                <a:spcPct val="0"/>
              </a:spcAft>
              <a:defRPr/>
            </a:pPr>
            <a:fld id="{4472AB7F-E8D0-4874-A9B8-335B68DC5F05}" type="slidenum">
              <a:rPr lang="en-GB" noProof="0" smtClean="0"/>
              <a:pPr fontAlgn="base">
                <a:spcAft>
                  <a:spcPct val="0"/>
                </a:spcAft>
                <a:defRPr/>
              </a:pPr>
              <a:t>‹#›</a:t>
            </a:fld>
            <a:endParaRPr lang="en-GB" noProof="0"/>
          </a:p>
        </p:txBody>
      </p:sp>
      <p:sp>
        <p:nvSpPr>
          <p:cNvPr id="7" name="Text Placeholder 2"/>
          <p:cNvSpPr>
            <a:spLocks noGrp="1"/>
          </p:cNvSpPr>
          <p:nvPr>
            <p:ph idx="15" hasCustomPrompt="1"/>
          </p:nvPr>
        </p:nvSpPr>
        <p:spPr bwMode="auto">
          <a:xfrm>
            <a:off x="447720" y="1555059"/>
            <a:ext cx="8241707" cy="284843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0" tIns="0" rIns="0" bIns="0" numCol="1" anchor="t" anchorCtr="0" compatLnSpc="1">
            <a:prstTxWarp prst="textNoShape">
              <a:avLst/>
            </a:prstTxWarp>
          </a:bodyPr>
          <a:lstStyle>
            <a:lvl1pPr>
              <a:defRPr sz="1500"/>
            </a:lvl1pPr>
            <a:lvl2pPr>
              <a:defRPr sz="1500"/>
            </a:lvl2pPr>
            <a:lvl3pPr>
              <a:defRPr sz="1500"/>
            </a:lvl3pPr>
            <a:lvl4pPr>
              <a:defRPr sz="1500"/>
            </a:lvl4pPr>
            <a:lvl5pPr>
              <a:defRPr sz="1500"/>
            </a:lvl5pPr>
          </a:lstStyle>
          <a:p>
            <a:pPr lvl="0"/>
            <a:r>
              <a:rPr lang="en-GB" noProof="0" dirty="0"/>
              <a:t>Add text here</a:t>
            </a:r>
          </a:p>
          <a:p>
            <a:pPr lvl="1"/>
            <a:r>
              <a:rPr lang="en-GB" noProof="0" dirty="0"/>
              <a:t>Second level</a:t>
            </a:r>
          </a:p>
          <a:p>
            <a:pPr lvl="2"/>
            <a:r>
              <a:rPr lang="en-GB" noProof="0" dirty="0"/>
              <a:t>Third level</a:t>
            </a:r>
          </a:p>
          <a:p>
            <a:pPr lvl="3"/>
            <a:r>
              <a:rPr lang="en-GB" noProof="0" dirty="0"/>
              <a:t>Fourth level</a:t>
            </a:r>
          </a:p>
          <a:p>
            <a:pPr lvl="4"/>
            <a:r>
              <a:rPr lang="en-GB" noProof="0" dirty="0"/>
              <a:t>Fifth level</a:t>
            </a:r>
          </a:p>
        </p:txBody>
      </p:sp>
      <p:sp>
        <p:nvSpPr>
          <p:cNvPr id="3" name="Title Placeholder 1">
            <a:extLst>
              <a:ext uri="{FF2B5EF4-FFF2-40B4-BE49-F238E27FC236}">
                <a16:creationId xmlns:a16="http://schemas.microsoft.com/office/drawing/2014/main" id="{D55E6861-44C5-6EA1-003C-60778A929DB1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 bwMode="auto">
          <a:xfrm>
            <a:off x="447479" y="147005"/>
            <a:ext cx="7474624" cy="679647"/>
          </a:xfrm>
          <a:prstGeom prst="rect">
            <a:avLst/>
          </a:prstGeom>
          <a:noFill/>
          <a:ln>
            <a:noFill/>
          </a:ln>
        </p:spPr>
        <p:txBody>
          <a:bodyPr vert="horz" wrap="square" lIns="0" tIns="45716" rIns="91431" bIns="45716" numCol="1" anchor="ctr" anchorCtr="0" compatLnSpc="1">
            <a:prstTxWarp prst="textNoShape">
              <a:avLst/>
            </a:prstTxWarp>
          </a:bodyPr>
          <a:lstStyle>
            <a:lvl1pPr>
              <a:defRPr sz="2400"/>
            </a:lvl1pPr>
          </a:lstStyle>
          <a:p>
            <a:pPr lvl="0"/>
            <a:r>
              <a:rPr lang="en-GB" noProof="0" dirty="0"/>
              <a:t>Title goes here and can be two lines</a:t>
            </a:r>
          </a:p>
        </p:txBody>
      </p:sp>
      <p:sp>
        <p:nvSpPr>
          <p:cNvPr id="4" name="Picture Placeholder 4">
            <a:extLst>
              <a:ext uri="{FF2B5EF4-FFF2-40B4-BE49-F238E27FC236}">
                <a16:creationId xmlns:a16="http://schemas.microsoft.com/office/drawing/2014/main" id="{CE93EF48-AD62-1E3C-BCA4-8E948EB93956}"/>
              </a:ext>
            </a:extLst>
          </p:cNvPr>
          <p:cNvSpPr>
            <a:spLocks noGrp="1"/>
          </p:cNvSpPr>
          <p:nvPr>
            <p:ph type="pic" sz="quarter" idx="17" hasCustomPrompt="1"/>
          </p:nvPr>
        </p:nvSpPr>
        <p:spPr>
          <a:xfrm>
            <a:off x="7993213" y="141401"/>
            <a:ext cx="690073" cy="690073"/>
          </a:xfrm>
          <a:prstGeom prst="rect">
            <a:avLst/>
          </a:prstGeom>
        </p:spPr>
        <p:txBody>
          <a:bodyPr lIns="45720" tIns="91440" rIns="45720"/>
          <a:lstStyle>
            <a:lvl1pPr marL="0" indent="0">
              <a:lnSpc>
                <a:spcPct val="80000"/>
              </a:lnSpc>
              <a:spcBef>
                <a:spcPts val="0"/>
              </a:spcBef>
              <a:buNone/>
              <a:defRPr sz="1000" baseline="30000">
                <a:solidFill>
                  <a:schemeClr val="tx2"/>
                </a:solidFill>
              </a:defRPr>
            </a:lvl1pPr>
          </a:lstStyle>
          <a:p>
            <a:r>
              <a:rPr lang="en-US" dirty="0"/>
              <a:t>Add industry icon if desired</a:t>
            </a:r>
          </a:p>
        </p:txBody>
      </p:sp>
    </p:spTree>
    <p:extLst>
      <p:ext uri="{BB962C8B-B14F-4D97-AF65-F5344CB8AC3E}">
        <p14:creationId xmlns:p14="http://schemas.microsoft.com/office/powerpoint/2010/main" val="2298816571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A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11"/>
          <p:cNvSpPr>
            <a:spLocks noGrp="1"/>
          </p:cNvSpPr>
          <p:nvPr>
            <p:ph type="body" sz="quarter" idx="12" hasCustomPrompt="1"/>
          </p:nvPr>
        </p:nvSpPr>
        <p:spPr>
          <a:xfrm>
            <a:off x="446424" y="1091047"/>
            <a:ext cx="8235758" cy="3319317"/>
          </a:xfrm>
          <a:prstGeom prst="rect">
            <a:avLst/>
          </a:prstGeom>
        </p:spPr>
        <p:txBody>
          <a:bodyPr lIns="0" tIns="0" rIns="0" bIns="0"/>
          <a:lstStyle>
            <a:lvl1pPr>
              <a:lnSpc>
                <a:spcPct val="150000"/>
              </a:lnSpc>
              <a:defRPr sz="1500"/>
            </a:lvl1pPr>
            <a:lvl2pPr>
              <a:lnSpc>
                <a:spcPct val="150000"/>
              </a:lnSpc>
              <a:defRPr sz="1500"/>
            </a:lvl2pPr>
            <a:lvl3pPr>
              <a:lnSpc>
                <a:spcPct val="150000"/>
              </a:lnSpc>
              <a:defRPr sz="1500"/>
            </a:lvl3pPr>
            <a:lvl4pPr>
              <a:lnSpc>
                <a:spcPct val="150000"/>
              </a:lnSpc>
              <a:defRPr sz="1500"/>
            </a:lvl4pPr>
            <a:lvl5pPr>
              <a:lnSpc>
                <a:spcPct val="150000"/>
              </a:lnSpc>
              <a:defRPr sz="1500"/>
            </a:lvl5pPr>
          </a:lstStyle>
          <a:p>
            <a:pPr lvl="0"/>
            <a:r>
              <a:rPr lang="en-GB" noProof="0" dirty="0"/>
              <a:t>Add text here</a:t>
            </a:r>
          </a:p>
          <a:p>
            <a:pPr lvl="1"/>
            <a:r>
              <a:rPr lang="en-GB" noProof="0" dirty="0"/>
              <a:t>Second level</a:t>
            </a:r>
          </a:p>
          <a:p>
            <a:pPr lvl="2"/>
            <a:r>
              <a:rPr lang="en-GB" noProof="0" dirty="0"/>
              <a:t>Third level</a:t>
            </a:r>
          </a:p>
          <a:p>
            <a:pPr lvl="3"/>
            <a:r>
              <a:rPr lang="en-GB" noProof="0" dirty="0"/>
              <a:t>Fourth level</a:t>
            </a:r>
          </a:p>
          <a:p>
            <a:pPr lvl="4"/>
            <a:r>
              <a:rPr lang="en-GB" noProof="0" dirty="0"/>
              <a:t>Fifth level</a:t>
            </a:r>
          </a:p>
          <a:p>
            <a:pPr lvl="0"/>
            <a:endParaRPr lang="en-GB" noProof="0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3"/>
          </p:nvPr>
        </p:nvSpPr>
        <p:spPr/>
        <p:txBody>
          <a:bodyPr/>
          <a:lstStyle/>
          <a:p>
            <a:pPr fontAlgn="base">
              <a:spcAft>
                <a:spcPct val="0"/>
              </a:spcAft>
              <a:defRPr/>
            </a:pPr>
            <a:fld id="{4472AB7F-E8D0-4874-A9B8-335B68DC5F05}" type="slidenum">
              <a:rPr lang="en-GB" noProof="0" smtClean="0"/>
              <a:pPr fontAlgn="base">
                <a:spcAft>
                  <a:spcPct val="0"/>
                </a:spcAft>
                <a:defRPr/>
              </a:pPr>
              <a:t>‹#›</a:t>
            </a:fld>
            <a:endParaRPr lang="en-GB" noProof="0"/>
          </a:p>
        </p:txBody>
      </p:sp>
      <p:sp>
        <p:nvSpPr>
          <p:cNvPr id="2" name="Picture Placeholder 4">
            <a:extLst>
              <a:ext uri="{FF2B5EF4-FFF2-40B4-BE49-F238E27FC236}">
                <a16:creationId xmlns:a16="http://schemas.microsoft.com/office/drawing/2014/main" id="{966EA429-AAFF-9108-E172-4D8A629174CE}"/>
              </a:ext>
            </a:extLst>
          </p:cNvPr>
          <p:cNvSpPr>
            <a:spLocks noGrp="1"/>
          </p:cNvSpPr>
          <p:nvPr>
            <p:ph type="pic" sz="quarter" idx="17" hasCustomPrompt="1"/>
          </p:nvPr>
        </p:nvSpPr>
        <p:spPr>
          <a:xfrm>
            <a:off x="7993213" y="141401"/>
            <a:ext cx="690073" cy="690073"/>
          </a:xfrm>
          <a:prstGeom prst="rect">
            <a:avLst/>
          </a:prstGeom>
        </p:spPr>
        <p:txBody>
          <a:bodyPr lIns="45720" tIns="91440" rIns="45720"/>
          <a:lstStyle>
            <a:lvl1pPr marL="0" indent="0">
              <a:lnSpc>
                <a:spcPct val="80000"/>
              </a:lnSpc>
              <a:spcBef>
                <a:spcPts val="0"/>
              </a:spcBef>
              <a:buNone/>
              <a:defRPr sz="1000" baseline="30000">
                <a:solidFill>
                  <a:schemeClr val="tx2"/>
                </a:solidFill>
              </a:defRPr>
            </a:lvl1pPr>
          </a:lstStyle>
          <a:p>
            <a:r>
              <a:rPr lang="en-US" dirty="0"/>
              <a:t>Add industry icon if desired</a:t>
            </a:r>
          </a:p>
        </p:txBody>
      </p:sp>
      <p:sp>
        <p:nvSpPr>
          <p:cNvPr id="3" name="Title Placeholder 1">
            <a:extLst>
              <a:ext uri="{FF2B5EF4-FFF2-40B4-BE49-F238E27FC236}">
                <a16:creationId xmlns:a16="http://schemas.microsoft.com/office/drawing/2014/main" id="{150EF7CD-B9FD-E35D-614D-F7948FD8EBCC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 bwMode="auto">
          <a:xfrm>
            <a:off x="447479" y="147005"/>
            <a:ext cx="7474624" cy="679647"/>
          </a:xfrm>
          <a:prstGeom prst="rect">
            <a:avLst/>
          </a:prstGeom>
          <a:noFill/>
          <a:ln>
            <a:noFill/>
          </a:ln>
        </p:spPr>
        <p:txBody>
          <a:bodyPr vert="horz" wrap="square" lIns="0" tIns="45716" rIns="91431" bIns="45716" numCol="1" anchor="ctr" anchorCtr="0" compatLnSpc="1">
            <a:prstTxWarp prst="textNoShape">
              <a:avLst/>
            </a:prstTxWarp>
          </a:bodyPr>
          <a:lstStyle>
            <a:lvl1pPr>
              <a:defRPr sz="2400"/>
            </a:lvl1pPr>
          </a:lstStyle>
          <a:p>
            <a:pPr lvl="0"/>
            <a:r>
              <a:rPr lang="en-GB" noProof="0" dirty="0"/>
              <a:t>Title goes here and can be two lines</a:t>
            </a:r>
          </a:p>
        </p:txBody>
      </p:sp>
    </p:spTree>
    <p:extLst>
      <p:ext uri="{BB962C8B-B14F-4D97-AF65-F5344CB8AC3E}">
        <p14:creationId xmlns:p14="http://schemas.microsoft.com/office/powerpoint/2010/main" val="3743168080"/>
      </p:ext>
    </p:extLst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-Column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Text Placeholder 5"/>
          <p:cNvSpPr>
            <a:spLocks noGrp="1"/>
          </p:cNvSpPr>
          <p:nvPr>
            <p:ph type="body" sz="quarter" idx="15" hasCustomPrompt="1"/>
          </p:nvPr>
        </p:nvSpPr>
        <p:spPr>
          <a:xfrm>
            <a:off x="454995" y="1091572"/>
            <a:ext cx="3917637" cy="553158"/>
          </a:xfrm>
          <a:prstGeom prst="rect">
            <a:avLst/>
          </a:prstGeom>
        </p:spPr>
        <p:txBody>
          <a:bodyPr lIns="0" tIns="0" rIns="0" bIns="0" anchor="b" anchorCtr="0">
            <a:noAutofit/>
          </a:bodyPr>
          <a:lstStyle>
            <a:lvl1pPr marL="0" indent="0">
              <a:lnSpc>
                <a:spcPct val="100000"/>
              </a:lnSpc>
              <a:buFontTx/>
              <a:buNone/>
              <a:defRPr sz="1800" b="1" i="0"/>
            </a:lvl1pPr>
          </a:lstStyle>
          <a:p>
            <a:pPr lvl="0"/>
            <a:r>
              <a:rPr lang="en-GB" noProof="0" dirty="0"/>
              <a:t>Click to edit heading</a:t>
            </a:r>
          </a:p>
        </p:txBody>
      </p:sp>
      <p:sp>
        <p:nvSpPr>
          <p:cNvPr id="18" name="Text Placeholder 12"/>
          <p:cNvSpPr>
            <a:spLocks noGrp="1"/>
          </p:cNvSpPr>
          <p:nvPr>
            <p:ph type="body" sz="quarter" idx="17" hasCustomPrompt="1"/>
          </p:nvPr>
        </p:nvSpPr>
        <p:spPr>
          <a:xfrm>
            <a:off x="455719" y="1733383"/>
            <a:ext cx="3916035" cy="2670341"/>
          </a:xfrm>
          <a:prstGeom prst="rect">
            <a:avLst/>
          </a:prstGeom>
        </p:spPr>
        <p:txBody>
          <a:bodyPr lIns="0" tIns="0" rIns="0" bIns="0">
            <a:noAutofit/>
          </a:bodyPr>
          <a:lstStyle>
            <a:lvl1pPr>
              <a:lnSpc>
                <a:spcPct val="100000"/>
              </a:lnSpc>
              <a:buClr>
                <a:schemeClr val="accent1"/>
              </a:buClr>
              <a:defRPr sz="1300"/>
            </a:lvl1pPr>
            <a:lvl2pPr>
              <a:lnSpc>
                <a:spcPct val="100000"/>
              </a:lnSpc>
              <a:buClr>
                <a:schemeClr val="accent1"/>
              </a:buClr>
              <a:defRPr sz="1300"/>
            </a:lvl2pPr>
            <a:lvl3pPr>
              <a:lnSpc>
                <a:spcPct val="100000"/>
              </a:lnSpc>
              <a:buClr>
                <a:schemeClr val="accent1"/>
              </a:buClr>
              <a:defRPr sz="1300"/>
            </a:lvl3pPr>
            <a:lvl4pPr>
              <a:lnSpc>
                <a:spcPct val="100000"/>
              </a:lnSpc>
              <a:buClr>
                <a:schemeClr val="accent1"/>
              </a:buClr>
              <a:defRPr sz="1300"/>
            </a:lvl4pPr>
            <a:lvl5pPr>
              <a:lnSpc>
                <a:spcPct val="100000"/>
              </a:lnSpc>
              <a:buClr>
                <a:schemeClr val="accent1"/>
              </a:buClr>
              <a:defRPr sz="1300"/>
            </a:lvl5pPr>
          </a:lstStyle>
          <a:p>
            <a:pPr lvl="0"/>
            <a:r>
              <a:rPr lang="en-GB" noProof="0"/>
              <a:t>Add text here</a:t>
            </a:r>
          </a:p>
          <a:p>
            <a:pPr lvl="1"/>
            <a:r>
              <a:rPr lang="en-GB" noProof="0"/>
              <a:t>Second level</a:t>
            </a:r>
          </a:p>
          <a:p>
            <a:pPr lvl="2"/>
            <a:r>
              <a:rPr lang="en-GB" noProof="0"/>
              <a:t>Third level</a:t>
            </a:r>
          </a:p>
          <a:p>
            <a:pPr lvl="3"/>
            <a:r>
              <a:rPr lang="en-GB" noProof="0"/>
              <a:t>Fourth level</a:t>
            </a:r>
          </a:p>
          <a:p>
            <a:pPr lvl="4"/>
            <a:r>
              <a:rPr lang="en-GB" noProof="0"/>
              <a:t>Fifth level</a:t>
            </a:r>
          </a:p>
        </p:txBody>
      </p:sp>
      <p:sp>
        <p:nvSpPr>
          <p:cNvPr id="11" name="Text Placeholder 5"/>
          <p:cNvSpPr>
            <a:spLocks noGrp="1"/>
          </p:cNvSpPr>
          <p:nvPr>
            <p:ph type="body" sz="quarter" idx="19" hasCustomPrompt="1"/>
          </p:nvPr>
        </p:nvSpPr>
        <p:spPr>
          <a:xfrm>
            <a:off x="4772025" y="1091572"/>
            <a:ext cx="3918272" cy="553158"/>
          </a:xfrm>
          <a:prstGeom prst="rect">
            <a:avLst/>
          </a:prstGeom>
        </p:spPr>
        <p:txBody>
          <a:bodyPr lIns="0" tIns="0" rIns="0" bIns="0" anchor="b" anchorCtr="0">
            <a:noAutofit/>
          </a:bodyPr>
          <a:lstStyle>
            <a:lvl1pPr marL="0" indent="0">
              <a:lnSpc>
                <a:spcPct val="100000"/>
              </a:lnSpc>
              <a:buFontTx/>
              <a:buNone/>
              <a:defRPr sz="1800" b="1" i="0"/>
            </a:lvl1pPr>
          </a:lstStyle>
          <a:p>
            <a:pPr lvl="0"/>
            <a:r>
              <a:rPr lang="en-GB" noProof="0"/>
              <a:t>Click to edit heading</a:t>
            </a:r>
          </a:p>
        </p:txBody>
      </p:sp>
      <p:sp>
        <p:nvSpPr>
          <p:cNvPr id="12" name="Text Placeholder 12"/>
          <p:cNvSpPr>
            <a:spLocks noGrp="1"/>
          </p:cNvSpPr>
          <p:nvPr>
            <p:ph type="body" sz="quarter" idx="20" hasCustomPrompt="1"/>
          </p:nvPr>
        </p:nvSpPr>
        <p:spPr>
          <a:xfrm>
            <a:off x="4773384" y="1733383"/>
            <a:ext cx="3916035" cy="2670341"/>
          </a:xfrm>
          <a:prstGeom prst="rect">
            <a:avLst/>
          </a:prstGeom>
        </p:spPr>
        <p:txBody>
          <a:bodyPr lIns="0" tIns="0" rIns="0" bIns="0">
            <a:noAutofit/>
          </a:bodyPr>
          <a:lstStyle>
            <a:lvl1pPr>
              <a:lnSpc>
                <a:spcPct val="100000"/>
              </a:lnSpc>
              <a:buClr>
                <a:schemeClr val="accent1"/>
              </a:buClr>
              <a:defRPr sz="1300"/>
            </a:lvl1pPr>
            <a:lvl2pPr>
              <a:lnSpc>
                <a:spcPct val="100000"/>
              </a:lnSpc>
              <a:buClr>
                <a:schemeClr val="accent1"/>
              </a:buClr>
              <a:defRPr sz="1300"/>
            </a:lvl2pPr>
            <a:lvl3pPr>
              <a:lnSpc>
                <a:spcPct val="100000"/>
              </a:lnSpc>
              <a:buClr>
                <a:schemeClr val="accent1"/>
              </a:buClr>
              <a:defRPr sz="1300"/>
            </a:lvl3pPr>
            <a:lvl4pPr>
              <a:lnSpc>
                <a:spcPct val="100000"/>
              </a:lnSpc>
              <a:buClr>
                <a:schemeClr val="accent1"/>
              </a:buClr>
              <a:defRPr sz="1300"/>
            </a:lvl4pPr>
            <a:lvl5pPr>
              <a:lnSpc>
                <a:spcPct val="100000"/>
              </a:lnSpc>
              <a:buClr>
                <a:schemeClr val="accent1"/>
              </a:buClr>
              <a:defRPr sz="1300"/>
            </a:lvl5pPr>
          </a:lstStyle>
          <a:p>
            <a:pPr lvl="0"/>
            <a:r>
              <a:rPr lang="en-GB" noProof="0" dirty="0"/>
              <a:t>Add text here</a:t>
            </a:r>
          </a:p>
          <a:p>
            <a:pPr lvl="1"/>
            <a:r>
              <a:rPr lang="en-GB" noProof="0" dirty="0"/>
              <a:t>Second level</a:t>
            </a:r>
          </a:p>
          <a:p>
            <a:pPr lvl="2"/>
            <a:r>
              <a:rPr lang="en-GB" noProof="0" dirty="0"/>
              <a:t>Third level</a:t>
            </a:r>
          </a:p>
          <a:p>
            <a:pPr lvl="3"/>
            <a:r>
              <a:rPr lang="en-GB" noProof="0" dirty="0"/>
              <a:t>Fourth level</a:t>
            </a:r>
          </a:p>
          <a:p>
            <a:pPr lvl="4"/>
            <a:r>
              <a:rPr lang="en-GB" noProof="0" dirty="0"/>
              <a:t>Fifth level</a:t>
            </a:r>
          </a:p>
        </p:txBody>
      </p:sp>
      <p:sp>
        <p:nvSpPr>
          <p:cNvPr id="14" name="Slide Number Placeholder 4"/>
          <p:cNvSpPr>
            <a:spLocks noGrp="1"/>
          </p:cNvSpPr>
          <p:nvPr>
            <p:ph type="sldNum" sz="quarter" idx="14"/>
          </p:nvPr>
        </p:nvSpPr>
        <p:spPr>
          <a:xfrm>
            <a:off x="8447485" y="4759630"/>
            <a:ext cx="247535" cy="150195"/>
          </a:xfrm>
        </p:spPr>
        <p:txBody>
          <a:bodyPr/>
          <a:lstStyle/>
          <a:p>
            <a:pPr fontAlgn="base">
              <a:spcAft>
                <a:spcPct val="0"/>
              </a:spcAft>
              <a:defRPr/>
            </a:pPr>
            <a:fld id="{4472AB7F-E8D0-4874-A9B8-335B68DC5F05}" type="slidenum">
              <a:rPr lang="en-GB" noProof="0" smtClean="0"/>
              <a:pPr fontAlgn="base">
                <a:spcAft>
                  <a:spcPct val="0"/>
                </a:spcAft>
                <a:defRPr/>
              </a:pPr>
              <a:t>‹#›</a:t>
            </a:fld>
            <a:endParaRPr lang="en-GB" noProof="0"/>
          </a:p>
        </p:txBody>
      </p:sp>
      <p:sp>
        <p:nvSpPr>
          <p:cNvPr id="4" name="Title Placeholder 1">
            <a:extLst>
              <a:ext uri="{FF2B5EF4-FFF2-40B4-BE49-F238E27FC236}">
                <a16:creationId xmlns:a16="http://schemas.microsoft.com/office/drawing/2014/main" id="{36833B18-0D83-B931-4970-C7F3BEC00157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 bwMode="auto">
          <a:xfrm>
            <a:off x="447479" y="147005"/>
            <a:ext cx="7474624" cy="679647"/>
          </a:xfrm>
          <a:prstGeom prst="rect">
            <a:avLst/>
          </a:prstGeom>
          <a:noFill/>
          <a:ln>
            <a:noFill/>
          </a:ln>
        </p:spPr>
        <p:txBody>
          <a:bodyPr vert="horz" wrap="square" lIns="0" tIns="45716" rIns="91431" bIns="45716" numCol="1" anchor="ctr" anchorCtr="0" compatLnSpc="1">
            <a:prstTxWarp prst="textNoShape">
              <a:avLst/>
            </a:prstTxWarp>
          </a:bodyPr>
          <a:lstStyle>
            <a:lvl1pPr>
              <a:defRPr sz="2400"/>
            </a:lvl1pPr>
          </a:lstStyle>
          <a:p>
            <a:pPr lvl="0"/>
            <a:r>
              <a:rPr lang="en-GB" noProof="0" dirty="0"/>
              <a:t>Title goes here and can be two lines</a:t>
            </a:r>
          </a:p>
        </p:txBody>
      </p:sp>
      <p:sp>
        <p:nvSpPr>
          <p:cNvPr id="3" name="Picture Placeholder 4">
            <a:extLst>
              <a:ext uri="{FF2B5EF4-FFF2-40B4-BE49-F238E27FC236}">
                <a16:creationId xmlns:a16="http://schemas.microsoft.com/office/drawing/2014/main" id="{95D72972-C95D-E6A3-D1CA-5EF951DB8356}"/>
              </a:ext>
            </a:extLst>
          </p:cNvPr>
          <p:cNvSpPr>
            <a:spLocks noGrp="1"/>
          </p:cNvSpPr>
          <p:nvPr>
            <p:ph type="pic" sz="quarter" idx="21" hasCustomPrompt="1"/>
          </p:nvPr>
        </p:nvSpPr>
        <p:spPr>
          <a:xfrm>
            <a:off x="7993213" y="141401"/>
            <a:ext cx="690073" cy="690073"/>
          </a:xfrm>
          <a:prstGeom prst="rect">
            <a:avLst/>
          </a:prstGeom>
        </p:spPr>
        <p:txBody>
          <a:bodyPr lIns="45720" tIns="91440" rIns="45720"/>
          <a:lstStyle>
            <a:lvl1pPr marL="0" indent="0">
              <a:lnSpc>
                <a:spcPct val="80000"/>
              </a:lnSpc>
              <a:spcBef>
                <a:spcPts val="0"/>
              </a:spcBef>
              <a:buNone/>
              <a:defRPr sz="1000" baseline="30000">
                <a:solidFill>
                  <a:schemeClr val="tx2"/>
                </a:solidFill>
              </a:defRPr>
            </a:lvl1pPr>
          </a:lstStyle>
          <a:p>
            <a:r>
              <a:rPr lang="en-US" dirty="0"/>
              <a:t>Add industry icon if desired</a:t>
            </a:r>
          </a:p>
        </p:txBody>
      </p:sp>
    </p:spTree>
    <p:extLst>
      <p:ext uri="{BB962C8B-B14F-4D97-AF65-F5344CB8AC3E}">
        <p14:creationId xmlns:p14="http://schemas.microsoft.com/office/powerpoint/2010/main" val="3472329040"/>
      </p:ext>
    </p:extLst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-Column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Text Placeholder 5"/>
          <p:cNvSpPr>
            <a:spLocks noGrp="1"/>
          </p:cNvSpPr>
          <p:nvPr>
            <p:ph type="body" sz="quarter" idx="15" hasCustomPrompt="1"/>
          </p:nvPr>
        </p:nvSpPr>
        <p:spPr>
          <a:xfrm>
            <a:off x="447736" y="1091572"/>
            <a:ext cx="2511364" cy="490738"/>
          </a:xfrm>
          <a:prstGeom prst="rect">
            <a:avLst/>
          </a:prstGeom>
        </p:spPr>
        <p:txBody>
          <a:bodyPr lIns="0" tIns="0" rIns="0" bIns="0" anchor="b" anchorCtr="0">
            <a:noAutofit/>
          </a:bodyPr>
          <a:lstStyle>
            <a:lvl1pPr marL="0" indent="0">
              <a:lnSpc>
                <a:spcPct val="100000"/>
              </a:lnSpc>
              <a:buFontTx/>
              <a:buNone/>
              <a:defRPr sz="1500" b="1" i="0" baseline="0"/>
            </a:lvl1pPr>
          </a:lstStyle>
          <a:p>
            <a:pPr lvl="0"/>
            <a:r>
              <a:rPr lang="en-GB" noProof="0"/>
              <a:t>Click to edit heading </a:t>
            </a:r>
          </a:p>
        </p:txBody>
      </p:sp>
      <p:sp>
        <p:nvSpPr>
          <p:cNvPr id="18" name="Text Placeholder 12"/>
          <p:cNvSpPr>
            <a:spLocks noGrp="1"/>
          </p:cNvSpPr>
          <p:nvPr>
            <p:ph type="body" sz="quarter" idx="17" hasCustomPrompt="1"/>
          </p:nvPr>
        </p:nvSpPr>
        <p:spPr>
          <a:xfrm>
            <a:off x="447736" y="1685518"/>
            <a:ext cx="2510617" cy="2719125"/>
          </a:xfrm>
          <a:prstGeom prst="rect">
            <a:avLst/>
          </a:prstGeom>
        </p:spPr>
        <p:txBody>
          <a:bodyPr lIns="0" tIns="0" rIns="0" bIns="0">
            <a:noAutofit/>
          </a:bodyPr>
          <a:lstStyle>
            <a:lvl1pPr>
              <a:lnSpc>
                <a:spcPct val="100000"/>
              </a:lnSpc>
              <a:buClr>
                <a:schemeClr val="accent1"/>
              </a:buClr>
              <a:defRPr sz="1100"/>
            </a:lvl1pPr>
            <a:lvl2pPr>
              <a:lnSpc>
                <a:spcPct val="100000"/>
              </a:lnSpc>
              <a:buClr>
                <a:schemeClr val="accent1"/>
              </a:buClr>
              <a:defRPr sz="1100"/>
            </a:lvl2pPr>
            <a:lvl3pPr>
              <a:lnSpc>
                <a:spcPct val="100000"/>
              </a:lnSpc>
              <a:buClr>
                <a:schemeClr val="accent1"/>
              </a:buClr>
              <a:defRPr sz="1100"/>
            </a:lvl3pPr>
            <a:lvl4pPr>
              <a:lnSpc>
                <a:spcPct val="100000"/>
              </a:lnSpc>
              <a:buClr>
                <a:schemeClr val="accent1"/>
              </a:buClr>
              <a:defRPr sz="1100"/>
            </a:lvl4pPr>
            <a:lvl5pPr>
              <a:lnSpc>
                <a:spcPct val="100000"/>
              </a:lnSpc>
              <a:buClr>
                <a:schemeClr val="accent1"/>
              </a:buClr>
              <a:defRPr sz="1100"/>
            </a:lvl5pPr>
          </a:lstStyle>
          <a:p>
            <a:pPr lvl="0"/>
            <a:r>
              <a:rPr lang="en-GB" noProof="0" dirty="0"/>
              <a:t>Add text here</a:t>
            </a:r>
          </a:p>
          <a:p>
            <a:pPr lvl="1"/>
            <a:r>
              <a:rPr lang="en-GB" noProof="0" dirty="0"/>
              <a:t>Second level</a:t>
            </a:r>
          </a:p>
          <a:p>
            <a:pPr lvl="2"/>
            <a:r>
              <a:rPr lang="en-GB" noProof="0" dirty="0"/>
              <a:t>Third level</a:t>
            </a:r>
          </a:p>
          <a:p>
            <a:pPr lvl="3"/>
            <a:r>
              <a:rPr lang="en-GB" noProof="0" dirty="0"/>
              <a:t>Fourth level</a:t>
            </a:r>
          </a:p>
          <a:p>
            <a:pPr lvl="4"/>
            <a:r>
              <a:rPr lang="en-GB" noProof="0" dirty="0"/>
              <a:t>Fifth level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22"/>
          </p:nvPr>
        </p:nvSpPr>
        <p:spPr/>
        <p:txBody>
          <a:bodyPr/>
          <a:lstStyle/>
          <a:p>
            <a:pPr fontAlgn="base">
              <a:spcAft>
                <a:spcPct val="0"/>
              </a:spcAft>
              <a:defRPr/>
            </a:pPr>
            <a:fld id="{4472AB7F-E8D0-4874-A9B8-335B68DC5F05}" type="slidenum">
              <a:rPr lang="en-GB" noProof="0" smtClean="0"/>
              <a:pPr fontAlgn="base">
                <a:spcAft>
                  <a:spcPct val="0"/>
                </a:spcAft>
                <a:defRPr/>
              </a:pPr>
              <a:t>‹#›</a:t>
            </a:fld>
            <a:endParaRPr lang="en-GB" noProof="0"/>
          </a:p>
        </p:txBody>
      </p:sp>
      <p:sp>
        <p:nvSpPr>
          <p:cNvPr id="11" name="Text Placeholder 5"/>
          <p:cNvSpPr>
            <a:spLocks noGrp="1"/>
          </p:cNvSpPr>
          <p:nvPr>
            <p:ph type="body" sz="quarter" idx="23" hasCustomPrompt="1"/>
          </p:nvPr>
        </p:nvSpPr>
        <p:spPr>
          <a:xfrm>
            <a:off x="3272504" y="1091572"/>
            <a:ext cx="2511364" cy="490738"/>
          </a:xfrm>
          <a:prstGeom prst="rect">
            <a:avLst/>
          </a:prstGeom>
        </p:spPr>
        <p:txBody>
          <a:bodyPr lIns="0" tIns="0" rIns="0" bIns="0" anchor="b" anchorCtr="0">
            <a:noAutofit/>
          </a:bodyPr>
          <a:lstStyle>
            <a:lvl1pPr marL="0" indent="0">
              <a:lnSpc>
                <a:spcPct val="100000"/>
              </a:lnSpc>
              <a:buFontTx/>
              <a:buNone/>
              <a:defRPr sz="1500" b="1" i="0" baseline="0"/>
            </a:lvl1pPr>
          </a:lstStyle>
          <a:p>
            <a:pPr lvl="0"/>
            <a:r>
              <a:rPr lang="en-GB" noProof="0"/>
              <a:t>Click to edit heading </a:t>
            </a:r>
          </a:p>
        </p:txBody>
      </p:sp>
      <p:sp>
        <p:nvSpPr>
          <p:cNvPr id="14" name="Text Placeholder 12"/>
          <p:cNvSpPr>
            <a:spLocks noGrp="1"/>
          </p:cNvSpPr>
          <p:nvPr>
            <p:ph type="body" sz="quarter" idx="24" hasCustomPrompt="1"/>
          </p:nvPr>
        </p:nvSpPr>
        <p:spPr>
          <a:xfrm>
            <a:off x="3272878" y="1685518"/>
            <a:ext cx="2510617" cy="2719125"/>
          </a:xfrm>
          <a:prstGeom prst="rect">
            <a:avLst/>
          </a:prstGeom>
        </p:spPr>
        <p:txBody>
          <a:bodyPr lIns="0" tIns="0" rIns="0" bIns="0">
            <a:noAutofit/>
          </a:bodyPr>
          <a:lstStyle>
            <a:lvl1pPr>
              <a:lnSpc>
                <a:spcPct val="100000"/>
              </a:lnSpc>
              <a:buClr>
                <a:schemeClr val="accent1"/>
              </a:buClr>
              <a:defRPr sz="1100"/>
            </a:lvl1pPr>
            <a:lvl2pPr>
              <a:lnSpc>
                <a:spcPct val="100000"/>
              </a:lnSpc>
              <a:buClr>
                <a:schemeClr val="accent1"/>
              </a:buClr>
              <a:defRPr sz="1100"/>
            </a:lvl2pPr>
            <a:lvl3pPr>
              <a:lnSpc>
                <a:spcPct val="100000"/>
              </a:lnSpc>
              <a:buClr>
                <a:schemeClr val="accent1"/>
              </a:buClr>
              <a:defRPr sz="1100"/>
            </a:lvl3pPr>
            <a:lvl4pPr>
              <a:lnSpc>
                <a:spcPct val="100000"/>
              </a:lnSpc>
              <a:buClr>
                <a:schemeClr val="accent1"/>
              </a:buClr>
              <a:defRPr sz="1100"/>
            </a:lvl4pPr>
            <a:lvl5pPr>
              <a:lnSpc>
                <a:spcPct val="100000"/>
              </a:lnSpc>
              <a:buClr>
                <a:schemeClr val="accent1"/>
              </a:buClr>
              <a:defRPr sz="1100"/>
            </a:lvl5pPr>
          </a:lstStyle>
          <a:p>
            <a:pPr lvl="0"/>
            <a:r>
              <a:rPr lang="en-GB" noProof="0"/>
              <a:t>Add text here</a:t>
            </a:r>
          </a:p>
          <a:p>
            <a:pPr lvl="1"/>
            <a:r>
              <a:rPr lang="en-GB" noProof="0"/>
              <a:t>Second level</a:t>
            </a:r>
          </a:p>
          <a:p>
            <a:pPr lvl="2"/>
            <a:r>
              <a:rPr lang="en-GB" noProof="0"/>
              <a:t>Third level</a:t>
            </a:r>
          </a:p>
          <a:p>
            <a:pPr lvl="3"/>
            <a:r>
              <a:rPr lang="en-GB" noProof="0"/>
              <a:t>Fourth level</a:t>
            </a:r>
          </a:p>
          <a:p>
            <a:pPr lvl="4"/>
            <a:r>
              <a:rPr lang="en-GB" noProof="0"/>
              <a:t>Fifth level</a:t>
            </a:r>
          </a:p>
        </p:txBody>
      </p:sp>
      <p:sp>
        <p:nvSpPr>
          <p:cNvPr id="17" name="Text Placeholder 5"/>
          <p:cNvSpPr>
            <a:spLocks noGrp="1"/>
          </p:cNvSpPr>
          <p:nvPr>
            <p:ph type="body" sz="quarter" idx="25" hasCustomPrompt="1"/>
          </p:nvPr>
        </p:nvSpPr>
        <p:spPr>
          <a:xfrm>
            <a:off x="6177676" y="1091572"/>
            <a:ext cx="2511364" cy="490738"/>
          </a:xfrm>
          <a:prstGeom prst="rect">
            <a:avLst/>
          </a:prstGeom>
        </p:spPr>
        <p:txBody>
          <a:bodyPr lIns="0" tIns="0" rIns="0" bIns="0" anchor="b" anchorCtr="0">
            <a:noAutofit/>
          </a:bodyPr>
          <a:lstStyle>
            <a:lvl1pPr marL="0" indent="0">
              <a:lnSpc>
                <a:spcPct val="100000"/>
              </a:lnSpc>
              <a:buFontTx/>
              <a:buNone/>
              <a:defRPr sz="1500" b="1" i="0" baseline="0"/>
            </a:lvl1pPr>
          </a:lstStyle>
          <a:p>
            <a:pPr lvl="0"/>
            <a:r>
              <a:rPr lang="en-GB" noProof="0" dirty="0"/>
              <a:t>Click to edit heading </a:t>
            </a:r>
          </a:p>
        </p:txBody>
      </p:sp>
      <p:sp>
        <p:nvSpPr>
          <p:cNvPr id="20" name="Text Placeholder 12"/>
          <p:cNvSpPr>
            <a:spLocks noGrp="1"/>
          </p:cNvSpPr>
          <p:nvPr>
            <p:ph type="body" sz="quarter" idx="26" hasCustomPrompt="1"/>
          </p:nvPr>
        </p:nvSpPr>
        <p:spPr>
          <a:xfrm>
            <a:off x="6178050" y="1685518"/>
            <a:ext cx="2510617" cy="2719125"/>
          </a:xfrm>
          <a:prstGeom prst="rect">
            <a:avLst/>
          </a:prstGeom>
        </p:spPr>
        <p:txBody>
          <a:bodyPr lIns="0" tIns="0" rIns="0" bIns="0">
            <a:noAutofit/>
          </a:bodyPr>
          <a:lstStyle>
            <a:lvl1pPr>
              <a:lnSpc>
                <a:spcPct val="100000"/>
              </a:lnSpc>
              <a:buClr>
                <a:schemeClr val="accent1"/>
              </a:buClr>
              <a:defRPr sz="1100"/>
            </a:lvl1pPr>
            <a:lvl2pPr>
              <a:lnSpc>
                <a:spcPct val="100000"/>
              </a:lnSpc>
              <a:buClr>
                <a:schemeClr val="accent1"/>
              </a:buClr>
              <a:defRPr sz="1100"/>
            </a:lvl2pPr>
            <a:lvl3pPr>
              <a:lnSpc>
                <a:spcPct val="100000"/>
              </a:lnSpc>
              <a:buClr>
                <a:schemeClr val="accent1"/>
              </a:buClr>
              <a:defRPr sz="1100"/>
            </a:lvl3pPr>
            <a:lvl4pPr>
              <a:lnSpc>
                <a:spcPct val="100000"/>
              </a:lnSpc>
              <a:buClr>
                <a:schemeClr val="accent1"/>
              </a:buClr>
              <a:defRPr sz="1100"/>
            </a:lvl4pPr>
            <a:lvl5pPr>
              <a:lnSpc>
                <a:spcPct val="100000"/>
              </a:lnSpc>
              <a:buClr>
                <a:schemeClr val="accent1"/>
              </a:buClr>
              <a:defRPr sz="1100"/>
            </a:lvl5pPr>
          </a:lstStyle>
          <a:p>
            <a:pPr lvl="0"/>
            <a:r>
              <a:rPr lang="en-GB" noProof="0"/>
              <a:t>Add text here</a:t>
            </a:r>
          </a:p>
          <a:p>
            <a:pPr lvl="1"/>
            <a:r>
              <a:rPr lang="en-GB" noProof="0"/>
              <a:t>Second level</a:t>
            </a:r>
          </a:p>
          <a:p>
            <a:pPr lvl="2"/>
            <a:r>
              <a:rPr lang="en-GB" noProof="0"/>
              <a:t>Third level</a:t>
            </a:r>
          </a:p>
          <a:p>
            <a:pPr lvl="3"/>
            <a:r>
              <a:rPr lang="en-GB" noProof="0"/>
              <a:t>Fourth level</a:t>
            </a:r>
          </a:p>
          <a:p>
            <a:pPr lvl="4"/>
            <a:r>
              <a:rPr lang="en-GB" noProof="0"/>
              <a:t>Fifth level</a:t>
            </a:r>
          </a:p>
        </p:txBody>
      </p:sp>
      <p:sp>
        <p:nvSpPr>
          <p:cNvPr id="5" name="Title Placeholder 1">
            <a:extLst>
              <a:ext uri="{FF2B5EF4-FFF2-40B4-BE49-F238E27FC236}">
                <a16:creationId xmlns:a16="http://schemas.microsoft.com/office/drawing/2014/main" id="{70C7E013-5772-0A41-15A2-A8C815F18265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 bwMode="auto">
          <a:xfrm>
            <a:off x="447479" y="147005"/>
            <a:ext cx="7474624" cy="679647"/>
          </a:xfrm>
          <a:prstGeom prst="rect">
            <a:avLst/>
          </a:prstGeom>
          <a:noFill/>
          <a:ln>
            <a:noFill/>
          </a:ln>
        </p:spPr>
        <p:txBody>
          <a:bodyPr vert="horz" wrap="square" lIns="0" tIns="45716" rIns="91431" bIns="45716" numCol="1" anchor="ctr" anchorCtr="0" compatLnSpc="1">
            <a:prstTxWarp prst="textNoShape">
              <a:avLst/>
            </a:prstTxWarp>
          </a:bodyPr>
          <a:lstStyle>
            <a:lvl1pPr>
              <a:defRPr sz="2400"/>
            </a:lvl1pPr>
          </a:lstStyle>
          <a:p>
            <a:pPr lvl="0"/>
            <a:r>
              <a:rPr lang="en-GB" noProof="0" dirty="0"/>
              <a:t>Title goes here and can be two lines</a:t>
            </a:r>
          </a:p>
        </p:txBody>
      </p:sp>
      <p:sp>
        <p:nvSpPr>
          <p:cNvPr id="3" name="Picture Placeholder 4">
            <a:extLst>
              <a:ext uri="{FF2B5EF4-FFF2-40B4-BE49-F238E27FC236}">
                <a16:creationId xmlns:a16="http://schemas.microsoft.com/office/drawing/2014/main" id="{7059EFD3-BBD2-3A1A-24BC-B8D1BA3B0499}"/>
              </a:ext>
            </a:extLst>
          </p:cNvPr>
          <p:cNvSpPr>
            <a:spLocks noGrp="1"/>
          </p:cNvSpPr>
          <p:nvPr>
            <p:ph type="pic" sz="quarter" idx="27" hasCustomPrompt="1"/>
          </p:nvPr>
        </p:nvSpPr>
        <p:spPr>
          <a:xfrm>
            <a:off x="7993213" y="141401"/>
            <a:ext cx="690073" cy="690073"/>
          </a:xfrm>
          <a:prstGeom prst="rect">
            <a:avLst/>
          </a:prstGeom>
        </p:spPr>
        <p:txBody>
          <a:bodyPr lIns="45720" tIns="91440" rIns="45720"/>
          <a:lstStyle>
            <a:lvl1pPr marL="0" indent="0">
              <a:lnSpc>
                <a:spcPct val="80000"/>
              </a:lnSpc>
              <a:spcBef>
                <a:spcPts val="0"/>
              </a:spcBef>
              <a:buNone/>
              <a:defRPr sz="1000" baseline="30000">
                <a:solidFill>
                  <a:schemeClr val="tx2"/>
                </a:solidFill>
              </a:defRPr>
            </a:lvl1pPr>
          </a:lstStyle>
          <a:p>
            <a:r>
              <a:rPr lang="en-US" dirty="0"/>
              <a:t>Add industry icon if desired</a:t>
            </a:r>
          </a:p>
        </p:txBody>
      </p:sp>
    </p:spTree>
    <p:extLst>
      <p:ext uri="{BB962C8B-B14F-4D97-AF65-F5344CB8AC3E}">
        <p14:creationId xmlns:p14="http://schemas.microsoft.com/office/powerpoint/2010/main" val="3918223168"/>
      </p:ext>
    </p:extLst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Quadrant with Heading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5" name="Straight Connector 4"/>
          <p:cNvCxnSpPr/>
          <p:nvPr userDrawn="1"/>
        </p:nvCxnSpPr>
        <p:spPr>
          <a:xfrm>
            <a:off x="4572000" y="1183585"/>
            <a:ext cx="0" cy="3106181"/>
          </a:xfrm>
          <a:prstGeom prst="line">
            <a:avLst/>
          </a:prstGeom>
          <a:ln w="12700">
            <a:solidFill>
              <a:schemeClr val="bg2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" name="Straight Connector 5"/>
          <p:cNvCxnSpPr/>
          <p:nvPr userDrawn="1"/>
        </p:nvCxnSpPr>
        <p:spPr>
          <a:xfrm flipH="1" flipV="1">
            <a:off x="441258" y="2733872"/>
            <a:ext cx="8252098" cy="2800"/>
          </a:xfrm>
          <a:prstGeom prst="line">
            <a:avLst/>
          </a:prstGeom>
          <a:ln w="12700">
            <a:solidFill>
              <a:schemeClr val="bg2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Text Placeholder 12"/>
          <p:cNvSpPr>
            <a:spLocks noGrp="1"/>
          </p:cNvSpPr>
          <p:nvPr>
            <p:ph type="body" sz="quarter" idx="11" hasCustomPrompt="1"/>
          </p:nvPr>
        </p:nvSpPr>
        <p:spPr>
          <a:xfrm>
            <a:off x="450645" y="1506801"/>
            <a:ext cx="3958108" cy="1133260"/>
          </a:xfrm>
          <a:prstGeom prst="rect">
            <a:avLst/>
          </a:prstGeom>
        </p:spPr>
        <p:txBody>
          <a:bodyPr lIns="0" tIns="0" rIns="0" bIns="0">
            <a:noAutofit/>
          </a:bodyPr>
          <a:lstStyle>
            <a:lvl1pPr>
              <a:lnSpc>
                <a:spcPct val="100000"/>
              </a:lnSpc>
              <a:defRPr sz="1100"/>
            </a:lvl1pPr>
            <a:lvl2pPr>
              <a:lnSpc>
                <a:spcPct val="100000"/>
              </a:lnSpc>
              <a:defRPr sz="1100"/>
            </a:lvl2pPr>
            <a:lvl3pPr>
              <a:lnSpc>
                <a:spcPct val="100000"/>
              </a:lnSpc>
              <a:defRPr sz="1100"/>
            </a:lvl3pPr>
            <a:lvl4pPr>
              <a:lnSpc>
                <a:spcPct val="100000"/>
              </a:lnSpc>
              <a:defRPr sz="1100"/>
            </a:lvl4pPr>
            <a:lvl5pPr>
              <a:lnSpc>
                <a:spcPct val="100000"/>
              </a:lnSpc>
              <a:defRPr sz="1100"/>
            </a:lvl5pPr>
          </a:lstStyle>
          <a:p>
            <a:pPr lvl="0"/>
            <a:r>
              <a:rPr lang="en-GB" noProof="0" dirty="0"/>
              <a:t>Add text here</a:t>
            </a:r>
          </a:p>
          <a:p>
            <a:pPr lvl="1"/>
            <a:r>
              <a:rPr lang="en-GB" noProof="0" dirty="0"/>
              <a:t>Second level</a:t>
            </a:r>
          </a:p>
          <a:p>
            <a:pPr lvl="2"/>
            <a:r>
              <a:rPr lang="en-GB" noProof="0" dirty="0"/>
              <a:t>Third level</a:t>
            </a:r>
          </a:p>
          <a:p>
            <a:pPr lvl="3"/>
            <a:r>
              <a:rPr lang="en-GB" noProof="0" dirty="0"/>
              <a:t>Fourth level</a:t>
            </a:r>
          </a:p>
          <a:p>
            <a:pPr lvl="4"/>
            <a:r>
              <a:rPr lang="en-GB" noProof="0" dirty="0"/>
              <a:t>Fifth level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5"/>
          </p:nvPr>
        </p:nvSpPr>
        <p:spPr/>
        <p:txBody>
          <a:bodyPr/>
          <a:lstStyle/>
          <a:p>
            <a:pPr fontAlgn="base">
              <a:spcAft>
                <a:spcPct val="0"/>
              </a:spcAft>
              <a:defRPr/>
            </a:pPr>
            <a:fld id="{4472AB7F-E8D0-4874-A9B8-335B68DC5F05}" type="slidenum">
              <a:rPr lang="en-GB" noProof="0" smtClean="0"/>
              <a:pPr fontAlgn="base">
                <a:spcAft>
                  <a:spcPct val="0"/>
                </a:spcAft>
                <a:defRPr/>
              </a:pPr>
              <a:t>‹#›</a:t>
            </a:fld>
            <a:endParaRPr lang="en-GB" noProof="0"/>
          </a:p>
        </p:txBody>
      </p:sp>
      <p:sp>
        <p:nvSpPr>
          <p:cNvPr id="15" name="Text Placeholder 5"/>
          <p:cNvSpPr>
            <a:spLocks noGrp="1"/>
          </p:cNvSpPr>
          <p:nvPr>
            <p:ph type="body" sz="quarter" idx="21" hasCustomPrompt="1"/>
          </p:nvPr>
        </p:nvSpPr>
        <p:spPr>
          <a:xfrm>
            <a:off x="451705" y="1145375"/>
            <a:ext cx="3960302" cy="281116"/>
          </a:xfrm>
          <a:prstGeom prst="rect">
            <a:avLst/>
          </a:prstGeom>
        </p:spPr>
        <p:txBody>
          <a:bodyPr lIns="0" tIns="0" rIns="0" bIns="0" anchor="b" anchorCtr="0">
            <a:noAutofit/>
          </a:bodyPr>
          <a:lstStyle>
            <a:lvl1pPr marL="0" indent="0">
              <a:lnSpc>
                <a:spcPct val="100000"/>
              </a:lnSpc>
              <a:buFontTx/>
              <a:buNone/>
              <a:defRPr sz="1300" b="1" i="0"/>
            </a:lvl1pPr>
          </a:lstStyle>
          <a:p>
            <a:pPr lvl="0"/>
            <a:r>
              <a:rPr lang="en-GB" noProof="0"/>
              <a:t>Click to edit heading</a:t>
            </a:r>
          </a:p>
        </p:txBody>
      </p:sp>
      <p:sp>
        <p:nvSpPr>
          <p:cNvPr id="26" name="Text Placeholder 12"/>
          <p:cNvSpPr>
            <a:spLocks noGrp="1"/>
          </p:cNvSpPr>
          <p:nvPr>
            <p:ph type="body" sz="quarter" idx="22" hasCustomPrompt="1"/>
          </p:nvPr>
        </p:nvSpPr>
        <p:spPr>
          <a:xfrm>
            <a:off x="4730160" y="1506801"/>
            <a:ext cx="3958108" cy="1133260"/>
          </a:xfrm>
          <a:prstGeom prst="rect">
            <a:avLst/>
          </a:prstGeom>
        </p:spPr>
        <p:txBody>
          <a:bodyPr lIns="0" tIns="0" rIns="0" bIns="0">
            <a:noAutofit/>
          </a:bodyPr>
          <a:lstStyle>
            <a:lvl1pPr>
              <a:lnSpc>
                <a:spcPct val="100000"/>
              </a:lnSpc>
              <a:defRPr sz="1100"/>
            </a:lvl1pPr>
            <a:lvl2pPr>
              <a:lnSpc>
                <a:spcPct val="100000"/>
              </a:lnSpc>
              <a:defRPr sz="1100"/>
            </a:lvl2pPr>
            <a:lvl3pPr>
              <a:lnSpc>
                <a:spcPct val="100000"/>
              </a:lnSpc>
              <a:defRPr sz="1100"/>
            </a:lvl3pPr>
            <a:lvl4pPr>
              <a:lnSpc>
                <a:spcPct val="100000"/>
              </a:lnSpc>
              <a:defRPr sz="1100"/>
            </a:lvl4pPr>
            <a:lvl5pPr>
              <a:lnSpc>
                <a:spcPct val="100000"/>
              </a:lnSpc>
              <a:defRPr sz="1100"/>
            </a:lvl5pPr>
          </a:lstStyle>
          <a:p>
            <a:pPr lvl="0"/>
            <a:r>
              <a:rPr lang="en-GB" noProof="0"/>
              <a:t>Add text here</a:t>
            </a:r>
          </a:p>
          <a:p>
            <a:pPr lvl="1"/>
            <a:r>
              <a:rPr lang="en-GB" noProof="0"/>
              <a:t>Second level</a:t>
            </a:r>
          </a:p>
          <a:p>
            <a:pPr lvl="2"/>
            <a:r>
              <a:rPr lang="en-GB" noProof="0"/>
              <a:t>Third level</a:t>
            </a:r>
          </a:p>
          <a:p>
            <a:pPr lvl="3"/>
            <a:r>
              <a:rPr lang="en-GB" noProof="0"/>
              <a:t>Fourth level</a:t>
            </a:r>
          </a:p>
          <a:p>
            <a:pPr lvl="4"/>
            <a:r>
              <a:rPr lang="en-GB" noProof="0"/>
              <a:t>Fifth level</a:t>
            </a:r>
          </a:p>
        </p:txBody>
      </p:sp>
      <p:sp>
        <p:nvSpPr>
          <p:cNvPr id="27" name="Text Placeholder 5"/>
          <p:cNvSpPr>
            <a:spLocks noGrp="1"/>
          </p:cNvSpPr>
          <p:nvPr>
            <p:ph type="body" sz="quarter" idx="23" hasCustomPrompt="1"/>
          </p:nvPr>
        </p:nvSpPr>
        <p:spPr>
          <a:xfrm>
            <a:off x="4731220" y="1145375"/>
            <a:ext cx="3960302" cy="281116"/>
          </a:xfrm>
          <a:prstGeom prst="rect">
            <a:avLst/>
          </a:prstGeom>
        </p:spPr>
        <p:txBody>
          <a:bodyPr lIns="0" tIns="0" rIns="0" bIns="0" anchor="b" anchorCtr="0">
            <a:noAutofit/>
          </a:bodyPr>
          <a:lstStyle>
            <a:lvl1pPr marL="0" indent="0">
              <a:lnSpc>
                <a:spcPct val="100000"/>
              </a:lnSpc>
              <a:buFontTx/>
              <a:buNone/>
              <a:defRPr sz="1300" b="1" i="0"/>
            </a:lvl1pPr>
          </a:lstStyle>
          <a:p>
            <a:pPr lvl="0"/>
            <a:r>
              <a:rPr lang="en-GB" noProof="0"/>
              <a:t>Click to edit heading</a:t>
            </a:r>
          </a:p>
        </p:txBody>
      </p:sp>
      <p:sp>
        <p:nvSpPr>
          <p:cNvPr id="28" name="Text Placeholder 12"/>
          <p:cNvSpPr>
            <a:spLocks noGrp="1"/>
          </p:cNvSpPr>
          <p:nvPr>
            <p:ph type="body" sz="quarter" idx="24" hasCustomPrompt="1"/>
          </p:nvPr>
        </p:nvSpPr>
        <p:spPr>
          <a:xfrm>
            <a:off x="450645" y="3185529"/>
            <a:ext cx="3958108" cy="1133260"/>
          </a:xfrm>
          <a:prstGeom prst="rect">
            <a:avLst/>
          </a:prstGeom>
        </p:spPr>
        <p:txBody>
          <a:bodyPr lIns="0" tIns="0" rIns="0" bIns="0">
            <a:noAutofit/>
          </a:bodyPr>
          <a:lstStyle>
            <a:lvl1pPr>
              <a:lnSpc>
                <a:spcPct val="100000"/>
              </a:lnSpc>
              <a:defRPr sz="1100"/>
            </a:lvl1pPr>
            <a:lvl2pPr>
              <a:lnSpc>
                <a:spcPct val="100000"/>
              </a:lnSpc>
              <a:defRPr sz="1100"/>
            </a:lvl2pPr>
            <a:lvl3pPr>
              <a:lnSpc>
                <a:spcPct val="100000"/>
              </a:lnSpc>
              <a:defRPr sz="1100"/>
            </a:lvl3pPr>
            <a:lvl4pPr>
              <a:lnSpc>
                <a:spcPct val="100000"/>
              </a:lnSpc>
              <a:defRPr sz="1100"/>
            </a:lvl4pPr>
            <a:lvl5pPr>
              <a:lnSpc>
                <a:spcPct val="100000"/>
              </a:lnSpc>
              <a:defRPr sz="1100"/>
            </a:lvl5pPr>
          </a:lstStyle>
          <a:p>
            <a:pPr lvl="0"/>
            <a:r>
              <a:rPr lang="en-GB" noProof="0"/>
              <a:t>Add text here</a:t>
            </a:r>
          </a:p>
          <a:p>
            <a:pPr lvl="1"/>
            <a:r>
              <a:rPr lang="en-GB" noProof="0"/>
              <a:t>Second level</a:t>
            </a:r>
          </a:p>
          <a:p>
            <a:pPr lvl="2"/>
            <a:r>
              <a:rPr lang="en-GB" noProof="0"/>
              <a:t>Third level</a:t>
            </a:r>
          </a:p>
          <a:p>
            <a:pPr lvl="3"/>
            <a:r>
              <a:rPr lang="en-GB" noProof="0"/>
              <a:t>Fourth level</a:t>
            </a:r>
          </a:p>
          <a:p>
            <a:pPr lvl="4"/>
            <a:r>
              <a:rPr lang="en-GB" noProof="0"/>
              <a:t>Fifth level</a:t>
            </a:r>
          </a:p>
        </p:txBody>
      </p:sp>
      <p:sp>
        <p:nvSpPr>
          <p:cNvPr id="29" name="Text Placeholder 5"/>
          <p:cNvSpPr>
            <a:spLocks noGrp="1"/>
          </p:cNvSpPr>
          <p:nvPr>
            <p:ph type="body" sz="quarter" idx="25" hasCustomPrompt="1"/>
          </p:nvPr>
        </p:nvSpPr>
        <p:spPr>
          <a:xfrm>
            <a:off x="451705" y="2824103"/>
            <a:ext cx="3960302" cy="281116"/>
          </a:xfrm>
          <a:prstGeom prst="rect">
            <a:avLst/>
          </a:prstGeom>
        </p:spPr>
        <p:txBody>
          <a:bodyPr lIns="0" tIns="0" rIns="0" bIns="0" anchor="b" anchorCtr="0">
            <a:noAutofit/>
          </a:bodyPr>
          <a:lstStyle>
            <a:lvl1pPr marL="0" indent="0">
              <a:lnSpc>
                <a:spcPct val="100000"/>
              </a:lnSpc>
              <a:buFontTx/>
              <a:buNone/>
              <a:defRPr sz="1300" b="1" i="0"/>
            </a:lvl1pPr>
          </a:lstStyle>
          <a:p>
            <a:pPr lvl="0"/>
            <a:r>
              <a:rPr lang="en-GB" noProof="0"/>
              <a:t>Click to edit heading</a:t>
            </a:r>
          </a:p>
        </p:txBody>
      </p:sp>
      <p:sp>
        <p:nvSpPr>
          <p:cNvPr id="30" name="Text Placeholder 12"/>
          <p:cNvSpPr>
            <a:spLocks noGrp="1"/>
          </p:cNvSpPr>
          <p:nvPr>
            <p:ph type="body" sz="quarter" idx="26" hasCustomPrompt="1"/>
          </p:nvPr>
        </p:nvSpPr>
        <p:spPr>
          <a:xfrm>
            <a:off x="4730160" y="3185529"/>
            <a:ext cx="3958108" cy="1133260"/>
          </a:xfrm>
          <a:prstGeom prst="rect">
            <a:avLst/>
          </a:prstGeom>
        </p:spPr>
        <p:txBody>
          <a:bodyPr lIns="0" tIns="0" rIns="0" bIns="0">
            <a:noAutofit/>
          </a:bodyPr>
          <a:lstStyle>
            <a:lvl1pPr>
              <a:lnSpc>
                <a:spcPct val="100000"/>
              </a:lnSpc>
              <a:defRPr sz="1100"/>
            </a:lvl1pPr>
            <a:lvl2pPr>
              <a:lnSpc>
                <a:spcPct val="100000"/>
              </a:lnSpc>
              <a:defRPr sz="1100"/>
            </a:lvl2pPr>
            <a:lvl3pPr>
              <a:lnSpc>
                <a:spcPct val="100000"/>
              </a:lnSpc>
              <a:defRPr sz="1100"/>
            </a:lvl3pPr>
            <a:lvl4pPr>
              <a:lnSpc>
                <a:spcPct val="100000"/>
              </a:lnSpc>
              <a:defRPr sz="1100"/>
            </a:lvl4pPr>
            <a:lvl5pPr>
              <a:lnSpc>
                <a:spcPct val="100000"/>
              </a:lnSpc>
              <a:defRPr sz="1100"/>
            </a:lvl5pPr>
          </a:lstStyle>
          <a:p>
            <a:pPr lvl="0"/>
            <a:r>
              <a:rPr lang="en-GB" noProof="0"/>
              <a:t>Add text here</a:t>
            </a:r>
          </a:p>
          <a:p>
            <a:pPr lvl="1"/>
            <a:r>
              <a:rPr lang="en-GB" noProof="0"/>
              <a:t>Second level</a:t>
            </a:r>
          </a:p>
          <a:p>
            <a:pPr lvl="2"/>
            <a:r>
              <a:rPr lang="en-GB" noProof="0"/>
              <a:t>Third level</a:t>
            </a:r>
          </a:p>
          <a:p>
            <a:pPr lvl="3"/>
            <a:r>
              <a:rPr lang="en-GB" noProof="0"/>
              <a:t>Fourth level</a:t>
            </a:r>
          </a:p>
          <a:p>
            <a:pPr lvl="4"/>
            <a:r>
              <a:rPr lang="en-GB" noProof="0"/>
              <a:t>Fifth level</a:t>
            </a:r>
          </a:p>
        </p:txBody>
      </p:sp>
      <p:sp>
        <p:nvSpPr>
          <p:cNvPr id="31" name="Text Placeholder 5"/>
          <p:cNvSpPr>
            <a:spLocks noGrp="1"/>
          </p:cNvSpPr>
          <p:nvPr>
            <p:ph type="body" sz="quarter" idx="27" hasCustomPrompt="1"/>
          </p:nvPr>
        </p:nvSpPr>
        <p:spPr>
          <a:xfrm>
            <a:off x="4731220" y="2824103"/>
            <a:ext cx="3960302" cy="281116"/>
          </a:xfrm>
          <a:prstGeom prst="rect">
            <a:avLst/>
          </a:prstGeom>
        </p:spPr>
        <p:txBody>
          <a:bodyPr lIns="0" tIns="0" rIns="0" bIns="0" anchor="b" anchorCtr="0">
            <a:noAutofit/>
          </a:bodyPr>
          <a:lstStyle>
            <a:lvl1pPr marL="0" indent="0">
              <a:lnSpc>
                <a:spcPct val="100000"/>
              </a:lnSpc>
              <a:buFontTx/>
              <a:buNone/>
              <a:defRPr sz="1300" b="1" i="0"/>
            </a:lvl1pPr>
          </a:lstStyle>
          <a:p>
            <a:pPr lvl="0"/>
            <a:r>
              <a:rPr lang="en-GB" noProof="0"/>
              <a:t>Click to edit heading</a:t>
            </a:r>
          </a:p>
        </p:txBody>
      </p:sp>
      <p:sp>
        <p:nvSpPr>
          <p:cNvPr id="3" name="Title Placeholder 1">
            <a:extLst>
              <a:ext uri="{FF2B5EF4-FFF2-40B4-BE49-F238E27FC236}">
                <a16:creationId xmlns:a16="http://schemas.microsoft.com/office/drawing/2014/main" id="{E44C4FDE-AE4A-CC32-0704-1EFD61BF3351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 bwMode="auto">
          <a:xfrm>
            <a:off x="447479" y="147005"/>
            <a:ext cx="7474624" cy="679647"/>
          </a:xfrm>
          <a:prstGeom prst="rect">
            <a:avLst/>
          </a:prstGeom>
          <a:noFill/>
          <a:ln>
            <a:noFill/>
          </a:ln>
        </p:spPr>
        <p:txBody>
          <a:bodyPr vert="horz" wrap="square" lIns="0" tIns="45716" rIns="91431" bIns="45716" numCol="1" anchor="ctr" anchorCtr="0" compatLnSpc="1">
            <a:prstTxWarp prst="textNoShape">
              <a:avLst/>
            </a:prstTxWarp>
          </a:bodyPr>
          <a:lstStyle>
            <a:lvl1pPr>
              <a:defRPr sz="2400"/>
            </a:lvl1pPr>
          </a:lstStyle>
          <a:p>
            <a:pPr lvl="0"/>
            <a:r>
              <a:rPr lang="en-GB" noProof="0" dirty="0"/>
              <a:t>Title goes here and can be two lines</a:t>
            </a:r>
          </a:p>
        </p:txBody>
      </p:sp>
      <p:sp>
        <p:nvSpPr>
          <p:cNvPr id="7" name="Picture Placeholder 4">
            <a:extLst>
              <a:ext uri="{FF2B5EF4-FFF2-40B4-BE49-F238E27FC236}">
                <a16:creationId xmlns:a16="http://schemas.microsoft.com/office/drawing/2014/main" id="{75177B05-3FFB-EE23-94CC-3E3768E01861}"/>
              </a:ext>
            </a:extLst>
          </p:cNvPr>
          <p:cNvSpPr>
            <a:spLocks noGrp="1"/>
          </p:cNvSpPr>
          <p:nvPr>
            <p:ph type="pic" sz="quarter" idx="17" hasCustomPrompt="1"/>
          </p:nvPr>
        </p:nvSpPr>
        <p:spPr>
          <a:xfrm>
            <a:off x="7993213" y="141401"/>
            <a:ext cx="690073" cy="690073"/>
          </a:xfrm>
          <a:prstGeom prst="rect">
            <a:avLst/>
          </a:prstGeom>
        </p:spPr>
        <p:txBody>
          <a:bodyPr lIns="45720" tIns="91440" rIns="45720"/>
          <a:lstStyle>
            <a:lvl1pPr marL="0" indent="0">
              <a:lnSpc>
                <a:spcPct val="80000"/>
              </a:lnSpc>
              <a:spcBef>
                <a:spcPts val="0"/>
              </a:spcBef>
              <a:buNone/>
              <a:defRPr sz="1000" baseline="30000">
                <a:solidFill>
                  <a:schemeClr val="tx2"/>
                </a:solidFill>
              </a:defRPr>
            </a:lvl1pPr>
          </a:lstStyle>
          <a:p>
            <a:r>
              <a:rPr lang="en-US" dirty="0"/>
              <a:t>Add industry icon if desired</a:t>
            </a:r>
          </a:p>
        </p:txBody>
      </p:sp>
    </p:spTree>
    <p:extLst>
      <p:ext uri="{BB962C8B-B14F-4D97-AF65-F5344CB8AC3E}">
        <p14:creationId xmlns:p14="http://schemas.microsoft.com/office/powerpoint/2010/main" val="593006648"/>
      </p:ext>
    </p:extLst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ategories Horizont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Text Placeholder 15"/>
          <p:cNvSpPr>
            <a:spLocks noGrp="1"/>
          </p:cNvSpPr>
          <p:nvPr>
            <p:ph type="body" sz="quarter" idx="17" hasCustomPrompt="1"/>
          </p:nvPr>
        </p:nvSpPr>
        <p:spPr>
          <a:xfrm>
            <a:off x="451277" y="1328359"/>
            <a:ext cx="3046381" cy="728332"/>
          </a:xfrm>
          <a:prstGeom prst="rect">
            <a:avLst/>
          </a:prstGeom>
          <a:solidFill>
            <a:schemeClr val="tx2"/>
          </a:solidFill>
        </p:spPr>
        <p:txBody>
          <a:bodyPr lIns="0" tIns="0" rIns="0" bIns="0" anchor="ctr" anchorCtr="1"/>
          <a:lstStyle>
            <a:lvl1pPr marL="0" indent="0" algn="ctr">
              <a:lnSpc>
                <a:spcPct val="100000"/>
              </a:lnSpc>
              <a:buFontTx/>
              <a:buNone/>
              <a:defRPr sz="1500" b="1" i="0">
                <a:solidFill>
                  <a:schemeClr val="bg1"/>
                </a:solidFill>
              </a:defRPr>
            </a:lvl1pPr>
          </a:lstStyle>
          <a:p>
            <a:pPr lvl="0"/>
            <a:r>
              <a:rPr lang="en-GB" noProof="0"/>
              <a:t>Click to edit text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20"/>
          </p:nvPr>
        </p:nvSpPr>
        <p:spPr/>
        <p:txBody>
          <a:bodyPr/>
          <a:lstStyle/>
          <a:p>
            <a:pPr fontAlgn="base">
              <a:spcAft>
                <a:spcPct val="0"/>
              </a:spcAft>
              <a:defRPr/>
            </a:pPr>
            <a:fld id="{4472AB7F-E8D0-4874-A9B8-335B68DC5F05}" type="slidenum">
              <a:rPr lang="en-GB" noProof="0" smtClean="0"/>
              <a:pPr fontAlgn="base">
                <a:spcAft>
                  <a:spcPct val="0"/>
                </a:spcAft>
                <a:defRPr/>
              </a:pPr>
              <a:t>‹#›</a:t>
            </a:fld>
            <a:endParaRPr lang="en-GB" noProof="0"/>
          </a:p>
        </p:txBody>
      </p:sp>
      <p:sp>
        <p:nvSpPr>
          <p:cNvPr id="21" name="Text Placeholder 11"/>
          <p:cNvSpPr>
            <a:spLocks noGrp="1"/>
          </p:cNvSpPr>
          <p:nvPr>
            <p:ph type="body" sz="quarter" idx="21" hasCustomPrompt="1"/>
          </p:nvPr>
        </p:nvSpPr>
        <p:spPr>
          <a:xfrm>
            <a:off x="3830320" y="1249032"/>
            <a:ext cx="4859760" cy="917367"/>
          </a:xfrm>
          <a:prstGeom prst="rect">
            <a:avLst/>
          </a:prstGeom>
        </p:spPr>
        <p:txBody>
          <a:bodyPr lIns="0" tIns="0" rIns="0" bIns="0">
            <a:noAutofit/>
          </a:bodyPr>
          <a:lstStyle>
            <a:lvl1pPr>
              <a:defRPr sz="1200"/>
            </a:lvl1pPr>
          </a:lstStyle>
          <a:p>
            <a:pPr lvl="0"/>
            <a:r>
              <a:rPr lang="en-GB" noProof="0" dirty="0"/>
              <a:t>Add text here</a:t>
            </a:r>
          </a:p>
          <a:p>
            <a:pPr lvl="0"/>
            <a:endParaRPr lang="en-GB" noProof="0" dirty="0"/>
          </a:p>
        </p:txBody>
      </p:sp>
      <p:sp>
        <p:nvSpPr>
          <p:cNvPr id="10" name="Text Placeholder 15"/>
          <p:cNvSpPr>
            <a:spLocks noGrp="1"/>
          </p:cNvSpPr>
          <p:nvPr>
            <p:ph type="body" sz="quarter" idx="22" hasCustomPrompt="1"/>
          </p:nvPr>
        </p:nvSpPr>
        <p:spPr>
          <a:xfrm>
            <a:off x="451277" y="2387789"/>
            <a:ext cx="3046381" cy="728332"/>
          </a:xfrm>
          <a:prstGeom prst="rect">
            <a:avLst/>
          </a:prstGeom>
          <a:solidFill>
            <a:schemeClr val="tx2"/>
          </a:solidFill>
        </p:spPr>
        <p:txBody>
          <a:bodyPr lIns="0" tIns="0" rIns="0" bIns="0" anchor="ctr" anchorCtr="1"/>
          <a:lstStyle>
            <a:lvl1pPr marL="0" indent="0" algn="ctr">
              <a:lnSpc>
                <a:spcPct val="100000"/>
              </a:lnSpc>
              <a:buFontTx/>
              <a:buNone/>
              <a:defRPr sz="1500" b="1" i="0">
                <a:solidFill>
                  <a:schemeClr val="bg1"/>
                </a:solidFill>
              </a:defRPr>
            </a:lvl1pPr>
          </a:lstStyle>
          <a:p>
            <a:pPr lvl="0"/>
            <a:r>
              <a:rPr lang="en-GB" noProof="0"/>
              <a:t>Click to edit text</a:t>
            </a:r>
          </a:p>
        </p:txBody>
      </p:sp>
      <p:sp>
        <p:nvSpPr>
          <p:cNvPr id="11" name="Text Placeholder 11"/>
          <p:cNvSpPr>
            <a:spLocks noGrp="1"/>
          </p:cNvSpPr>
          <p:nvPr>
            <p:ph type="body" sz="quarter" idx="23" hasCustomPrompt="1"/>
          </p:nvPr>
        </p:nvSpPr>
        <p:spPr>
          <a:xfrm>
            <a:off x="3830320" y="2308462"/>
            <a:ext cx="4859760" cy="917367"/>
          </a:xfrm>
          <a:prstGeom prst="rect">
            <a:avLst/>
          </a:prstGeom>
        </p:spPr>
        <p:txBody>
          <a:bodyPr lIns="0" tIns="0" rIns="0" bIns="0">
            <a:noAutofit/>
          </a:bodyPr>
          <a:lstStyle>
            <a:lvl1pPr>
              <a:defRPr sz="1200"/>
            </a:lvl1pPr>
          </a:lstStyle>
          <a:p>
            <a:pPr lvl="0"/>
            <a:r>
              <a:rPr lang="en-GB" noProof="0"/>
              <a:t>Add text here</a:t>
            </a:r>
          </a:p>
          <a:p>
            <a:pPr lvl="0"/>
            <a:endParaRPr lang="en-GB" noProof="0"/>
          </a:p>
        </p:txBody>
      </p:sp>
      <p:sp>
        <p:nvSpPr>
          <p:cNvPr id="12" name="Text Placeholder 15"/>
          <p:cNvSpPr>
            <a:spLocks noGrp="1"/>
          </p:cNvSpPr>
          <p:nvPr>
            <p:ph type="body" sz="quarter" idx="24" hasCustomPrompt="1"/>
          </p:nvPr>
        </p:nvSpPr>
        <p:spPr>
          <a:xfrm>
            <a:off x="451277" y="3447219"/>
            <a:ext cx="3046381" cy="728332"/>
          </a:xfrm>
          <a:prstGeom prst="rect">
            <a:avLst/>
          </a:prstGeom>
          <a:solidFill>
            <a:schemeClr val="tx2"/>
          </a:solidFill>
        </p:spPr>
        <p:txBody>
          <a:bodyPr lIns="0" tIns="0" rIns="0" bIns="0" anchor="ctr" anchorCtr="1"/>
          <a:lstStyle>
            <a:lvl1pPr marL="0" indent="0" algn="ctr">
              <a:lnSpc>
                <a:spcPct val="100000"/>
              </a:lnSpc>
              <a:buFontTx/>
              <a:buNone/>
              <a:defRPr sz="1500" b="1" i="0">
                <a:solidFill>
                  <a:schemeClr val="bg1"/>
                </a:solidFill>
              </a:defRPr>
            </a:lvl1pPr>
          </a:lstStyle>
          <a:p>
            <a:pPr lvl="0"/>
            <a:r>
              <a:rPr lang="en-GB" noProof="0"/>
              <a:t>Click to edit text</a:t>
            </a:r>
          </a:p>
        </p:txBody>
      </p:sp>
      <p:sp>
        <p:nvSpPr>
          <p:cNvPr id="15" name="Text Placeholder 11"/>
          <p:cNvSpPr>
            <a:spLocks noGrp="1"/>
          </p:cNvSpPr>
          <p:nvPr>
            <p:ph type="body" sz="quarter" idx="25" hasCustomPrompt="1"/>
          </p:nvPr>
        </p:nvSpPr>
        <p:spPr>
          <a:xfrm>
            <a:off x="3830320" y="3367892"/>
            <a:ext cx="4859760" cy="917367"/>
          </a:xfrm>
          <a:prstGeom prst="rect">
            <a:avLst/>
          </a:prstGeom>
        </p:spPr>
        <p:txBody>
          <a:bodyPr lIns="0" tIns="0" rIns="0" bIns="0">
            <a:noAutofit/>
          </a:bodyPr>
          <a:lstStyle>
            <a:lvl1pPr>
              <a:defRPr sz="1200"/>
            </a:lvl1pPr>
          </a:lstStyle>
          <a:p>
            <a:pPr lvl="0"/>
            <a:r>
              <a:rPr lang="en-GB" noProof="0"/>
              <a:t>Add text here</a:t>
            </a:r>
          </a:p>
          <a:p>
            <a:pPr lvl="0"/>
            <a:endParaRPr lang="en-GB" noProof="0"/>
          </a:p>
        </p:txBody>
      </p:sp>
      <p:sp>
        <p:nvSpPr>
          <p:cNvPr id="5" name="Title Placeholder 1">
            <a:extLst>
              <a:ext uri="{FF2B5EF4-FFF2-40B4-BE49-F238E27FC236}">
                <a16:creationId xmlns:a16="http://schemas.microsoft.com/office/drawing/2014/main" id="{7DB0E6D4-40A6-7A6F-BEBF-EF6D1DFC2CE3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 bwMode="auto">
          <a:xfrm>
            <a:off x="447479" y="147005"/>
            <a:ext cx="7474624" cy="679647"/>
          </a:xfrm>
          <a:prstGeom prst="rect">
            <a:avLst/>
          </a:prstGeom>
          <a:noFill/>
          <a:ln>
            <a:noFill/>
          </a:ln>
        </p:spPr>
        <p:txBody>
          <a:bodyPr vert="horz" wrap="square" lIns="0" tIns="45716" rIns="91431" bIns="45716" numCol="1" anchor="ctr" anchorCtr="0" compatLnSpc="1">
            <a:prstTxWarp prst="textNoShape">
              <a:avLst/>
            </a:prstTxWarp>
          </a:bodyPr>
          <a:lstStyle>
            <a:lvl1pPr>
              <a:defRPr sz="2400"/>
            </a:lvl1pPr>
          </a:lstStyle>
          <a:p>
            <a:pPr lvl="0"/>
            <a:r>
              <a:rPr lang="en-GB" noProof="0" dirty="0"/>
              <a:t>Title goes here and can be two lines</a:t>
            </a:r>
          </a:p>
        </p:txBody>
      </p:sp>
      <p:sp>
        <p:nvSpPr>
          <p:cNvPr id="2" name="Picture Placeholder 4">
            <a:extLst>
              <a:ext uri="{FF2B5EF4-FFF2-40B4-BE49-F238E27FC236}">
                <a16:creationId xmlns:a16="http://schemas.microsoft.com/office/drawing/2014/main" id="{8F0EB152-2324-DA59-039E-2CB45127B182}"/>
              </a:ext>
            </a:extLst>
          </p:cNvPr>
          <p:cNvSpPr>
            <a:spLocks noGrp="1"/>
          </p:cNvSpPr>
          <p:nvPr>
            <p:ph type="pic" sz="quarter" idx="26" hasCustomPrompt="1"/>
          </p:nvPr>
        </p:nvSpPr>
        <p:spPr>
          <a:xfrm>
            <a:off x="7993213" y="141401"/>
            <a:ext cx="690073" cy="690073"/>
          </a:xfrm>
          <a:prstGeom prst="rect">
            <a:avLst/>
          </a:prstGeom>
        </p:spPr>
        <p:txBody>
          <a:bodyPr lIns="45720" tIns="91440" rIns="45720"/>
          <a:lstStyle>
            <a:lvl1pPr marL="0" indent="0">
              <a:lnSpc>
                <a:spcPct val="80000"/>
              </a:lnSpc>
              <a:spcBef>
                <a:spcPts val="0"/>
              </a:spcBef>
              <a:buNone/>
              <a:defRPr sz="1000" baseline="30000">
                <a:solidFill>
                  <a:schemeClr val="tx2"/>
                </a:solidFill>
              </a:defRPr>
            </a:lvl1pPr>
          </a:lstStyle>
          <a:p>
            <a:r>
              <a:rPr lang="en-US" dirty="0"/>
              <a:t>Add industry icon if desired</a:t>
            </a:r>
          </a:p>
        </p:txBody>
      </p:sp>
    </p:spTree>
    <p:extLst>
      <p:ext uri="{BB962C8B-B14F-4D97-AF65-F5344CB8AC3E}">
        <p14:creationId xmlns:p14="http://schemas.microsoft.com/office/powerpoint/2010/main" val="2186883949"/>
      </p:ext>
    </p:extLst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Flow Char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Text Placeholder 12"/>
          <p:cNvSpPr>
            <a:spLocks noGrp="1"/>
          </p:cNvSpPr>
          <p:nvPr>
            <p:ph type="body" sz="quarter" idx="21" hasCustomPrompt="1"/>
          </p:nvPr>
        </p:nvSpPr>
        <p:spPr>
          <a:xfrm>
            <a:off x="6789827" y="1853282"/>
            <a:ext cx="1893094" cy="2541927"/>
          </a:xfrm>
          <a:prstGeom prst="rect">
            <a:avLst/>
          </a:prstGeom>
        </p:spPr>
        <p:txBody>
          <a:bodyPr lIns="0" tIns="0" rIns="0" bIns="0">
            <a:noAutofit/>
          </a:bodyPr>
          <a:lstStyle>
            <a:lvl1pPr marL="0" indent="-137160">
              <a:lnSpc>
                <a:spcPct val="100000"/>
              </a:lnSpc>
              <a:buClr>
                <a:schemeClr val="accent1"/>
              </a:buClr>
              <a:defRPr sz="900"/>
            </a:lvl1pPr>
            <a:lvl2pPr marL="270000" indent="-136800">
              <a:lnSpc>
                <a:spcPct val="100000"/>
              </a:lnSpc>
              <a:buClr>
                <a:schemeClr val="accent1"/>
              </a:buClr>
              <a:defRPr sz="900"/>
            </a:lvl2pPr>
            <a:lvl3pPr marL="360000" indent="-136800" algn="l">
              <a:lnSpc>
                <a:spcPct val="100000"/>
              </a:lnSpc>
              <a:buClr>
                <a:schemeClr val="accent1"/>
              </a:buClr>
              <a:defRPr sz="900"/>
            </a:lvl3pPr>
            <a:lvl4pPr marL="511200" indent="-136800">
              <a:lnSpc>
                <a:spcPct val="100000"/>
              </a:lnSpc>
              <a:buClr>
                <a:schemeClr val="accent1"/>
              </a:buClr>
              <a:defRPr sz="900"/>
            </a:lvl4pPr>
            <a:lvl5pPr marL="655200" indent="-136800">
              <a:lnSpc>
                <a:spcPct val="100000"/>
              </a:lnSpc>
              <a:buClr>
                <a:schemeClr val="accent1"/>
              </a:buClr>
              <a:defRPr sz="900"/>
            </a:lvl5pPr>
          </a:lstStyle>
          <a:p>
            <a:pPr lvl="0"/>
            <a:r>
              <a:rPr lang="en-GB" noProof="0"/>
              <a:t>Add text here</a:t>
            </a:r>
          </a:p>
          <a:p>
            <a:pPr lvl="1"/>
            <a:r>
              <a:rPr lang="en-GB" noProof="0"/>
              <a:t>Second level</a:t>
            </a:r>
          </a:p>
          <a:p>
            <a:pPr lvl="2"/>
            <a:r>
              <a:rPr lang="en-GB" noProof="0"/>
              <a:t>Third level</a:t>
            </a:r>
          </a:p>
          <a:p>
            <a:pPr lvl="3"/>
            <a:r>
              <a:rPr lang="en-GB" noProof="0"/>
              <a:t>Fourth level</a:t>
            </a:r>
          </a:p>
          <a:p>
            <a:pPr lvl="4"/>
            <a:r>
              <a:rPr lang="en-GB" noProof="0"/>
              <a:t>Fifth level</a:t>
            </a:r>
          </a:p>
          <a:p>
            <a:pPr lvl="0"/>
            <a:endParaRPr lang="en-GB" noProof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22"/>
          </p:nvPr>
        </p:nvSpPr>
        <p:spPr/>
        <p:txBody>
          <a:bodyPr/>
          <a:lstStyle/>
          <a:p>
            <a:pPr fontAlgn="base">
              <a:spcAft>
                <a:spcPct val="0"/>
              </a:spcAft>
              <a:defRPr/>
            </a:pPr>
            <a:fld id="{4472AB7F-E8D0-4874-A9B8-335B68DC5F05}" type="slidenum">
              <a:rPr lang="en-GB" noProof="0" smtClean="0"/>
              <a:pPr fontAlgn="base">
                <a:spcAft>
                  <a:spcPct val="0"/>
                </a:spcAft>
                <a:defRPr/>
              </a:pPr>
              <a:t>‹#›</a:t>
            </a:fld>
            <a:endParaRPr lang="en-GB" noProof="0"/>
          </a:p>
        </p:txBody>
      </p:sp>
      <p:sp>
        <p:nvSpPr>
          <p:cNvPr id="17" name="Text Placeholder 15"/>
          <p:cNvSpPr>
            <a:spLocks noGrp="1"/>
          </p:cNvSpPr>
          <p:nvPr>
            <p:ph type="body" sz="quarter" idx="23" hasCustomPrompt="1"/>
          </p:nvPr>
        </p:nvSpPr>
        <p:spPr>
          <a:xfrm>
            <a:off x="449780" y="1175640"/>
            <a:ext cx="1891549" cy="601980"/>
          </a:xfrm>
          <a:prstGeom prst="rect">
            <a:avLst/>
          </a:prstGeom>
          <a:solidFill>
            <a:schemeClr val="tx2"/>
          </a:solidFill>
        </p:spPr>
        <p:txBody>
          <a:bodyPr lIns="0" tIns="0" rIns="0" bIns="0" anchor="ctr" anchorCtr="1"/>
          <a:lstStyle>
            <a:lvl1pPr marL="0" indent="0" algn="ctr">
              <a:buFontTx/>
              <a:buNone/>
              <a:defRPr sz="1100" b="1" i="0">
                <a:solidFill>
                  <a:schemeClr val="bg1"/>
                </a:solidFill>
              </a:defRPr>
            </a:lvl1pPr>
          </a:lstStyle>
          <a:p>
            <a:pPr lvl="0"/>
            <a:r>
              <a:rPr lang="en-GB" noProof="0"/>
              <a:t>Click to </a:t>
            </a:r>
            <a:br>
              <a:rPr lang="en-GB" noProof="0"/>
            </a:br>
            <a:r>
              <a:rPr lang="en-GB" noProof="0"/>
              <a:t>edit title</a:t>
            </a:r>
          </a:p>
        </p:txBody>
      </p:sp>
      <p:sp>
        <p:nvSpPr>
          <p:cNvPr id="33" name="Text Placeholder 12"/>
          <p:cNvSpPr>
            <a:spLocks noGrp="1"/>
          </p:cNvSpPr>
          <p:nvPr>
            <p:ph type="body" sz="quarter" idx="28" hasCustomPrompt="1"/>
          </p:nvPr>
        </p:nvSpPr>
        <p:spPr>
          <a:xfrm>
            <a:off x="4703032" y="1853282"/>
            <a:ext cx="1893094" cy="2541927"/>
          </a:xfrm>
          <a:prstGeom prst="rect">
            <a:avLst/>
          </a:prstGeom>
        </p:spPr>
        <p:txBody>
          <a:bodyPr lIns="0" tIns="0" rIns="0" bIns="0">
            <a:noAutofit/>
          </a:bodyPr>
          <a:lstStyle>
            <a:lvl1pPr marL="0" indent="-137160">
              <a:lnSpc>
                <a:spcPct val="100000"/>
              </a:lnSpc>
              <a:buClr>
                <a:schemeClr val="accent1"/>
              </a:buClr>
              <a:defRPr sz="900"/>
            </a:lvl1pPr>
            <a:lvl2pPr marL="270000" indent="-136800">
              <a:lnSpc>
                <a:spcPct val="100000"/>
              </a:lnSpc>
              <a:buClr>
                <a:schemeClr val="accent1"/>
              </a:buClr>
              <a:defRPr sz="900"/>
            </a:lvl2pPr>
            <a:lvl3pPr marL="360000" indent="-136800" algn="l">
              <a:lnSpc>
                <a:spcPct val="100000"/>
              </a:lnSpc>
              <a:buClr>
                <a:schemeClr val="accent1"/>
              </a:buClr>
              <a:defRPr sz="900"/>
            </a:lvl3pPr>
            <a:lvl4pPr marL="511200" indent="-136800">
              <a:lnSpc>
                <a:spcPct val="100000"/>
              </a:lnSpc>
              <a:buClr>
                <a:schemeClr val="accent1"/>
              </a:buClr>
              <a:defRPr sz="900"/>
            </a:lvl4pPr>
            <a:lvl5pPr marL="655200" indent="-136800">
              <a:lnSpc>
                <a:spcPct val="100000"/>
              </a:lnSpc>
              <a:buClr>
                <a:schemeClr val="accent1"/>
              </a:buClr>
              <a:defRPr sz="900"/>
            </a:lvl5pPr>
          </a:lstStyle>
          <a:p>
            <a:pPr lvl="0"/>
            <a:r>
              <a:rPr lang="en-GB" noProof="0"/>
              <a:t>Add text here</a:t>
            </a:r>
          </a:p>
          <a:p>
            <a:pPr lvl="1"/>
            <a:r>
              <a:rPr lang="en-GB" noProof="0"/>
              <a:t>Second level</a:t>
            </a:r>
          </a:p>
          <a:p>
            <a:pPr lvl="2"/>
            <a:r>
              <a:rPr lang="en-GB" noProof="0"/>
              <a:t>Third level</a:t>
            </a:r>
          </a:p>
          <a:p>
            <a:pPr lvl="3"/>
            <a:r>
              <a:rPr lang="en-GB" noProof="0"/>
              <a:t>Fourth level</a:t>
            </a:r>
          </a:p>
          <a:p>
            <a:pPr lvl="4"/>
            <a:r>
              <a:rPr lang="en-GB" noProof="0"/>
              <a:t>Fifth level</a:t>
            </a:r>
          </a:p>
          <a:p>
            <a:pPr lvl="0"/>
            <a:endParaRPr lang="en-GB" noProof="0"/>
          </a:p>
        </p:txBody>
      </p:sp>
      <p:sp>
        <p:nvSpPr>
          <p:cNvPr id="34" name="Text Placeholder 12"/>
          <p:cNvSpPr>
            <a:spLocks noGrp="1"/>
          </p:cNvSpPr>
          <p:nvPr>
            <p:ph type="body" sz="quarter" idx="29" hasCustomPrompt="1"/>
          </p:nvPr>
        </p:nvSpPr>
        <p:spPr>
          <a:xfrm>
            <a:off x="2574966" y="1853282"/>
            <a:ext cx="1893094" cy="2541927"/>
          </a:xfrm>
          <a:prstGeom prst="rect">
            <a:avLst/>
          </a:prstGeom>
        </p:spPr>
        <p:txBody>
          <a:bodyPr lIns="0" tIns="0" rIns="0" bIns="0">
            <a:noAutofit/>
          </a:bodyPr>
          <a:lstStyle>
            <a:lvl1pPr marL="0" indent="-137160">
              <a:lnSpc>
                <a:spcPct val="100000"/>
              </a:lnSpc>
              <a:buClr>
                <a:schemeClr val="accent1"/>
              </a:buClr>
              <a:defRPr sz="900"/>
            </a:lvl1pPr>
            <a:lvl2pPr marL="270000" indent="-136800">
              <a:lnSpc>
                <a:spcPct val="100000"/>
              </a:lnSpc>
              <a:buClr>
                <a:schemeClr val="accent1"/>
              </a:buClr>
              <a:defRPr sz="900"/>
            </a:lvl2pPr>
            <a:lvl3pPr marL="360000" indent="-136800" algn="l">
              <a:lnSpc>
                <a:spcPct val="100000"/>
              </a:lnSpc>
              <a:buClr>
                <a:schemeClr val="accent1"/>
              </a:buClr>
              <a:defRPr sz="900"/>
            </a:lvl3pPr>
            <a:lvl4pPr marL="511200" indent="-136800">
              <a:lnSpc>
                <a:spcPct val="100000"/>
              </a:lnSpc>
              <a:buClr>
                <a:schemeClr val="accent1"/>
              </a:buClr>
              <a:defRPr sz="900"/>
            </a:lvl4pPr>
            <a:lvl5pPr marL="655200" indent="-136800">
              <a:lnSpc>
                <a:spcPct val="100000"/>
              </a:lnSpc>
              <a:buClr>
                <a:schemeClr val="accent1"/>
              </a:buClr>
              <a:defRPr sz="900"/>
            </a:lvl5pPr>
          </a:lstStyle>
          <a:p>
            <a:pPr lvl="0"/>
            <a:r>
              <a:rPr lang="en-GB" noProof="0"/>
              <a:t>Add text here</a:t>
            </a:r>
          </a:p>
          <a:p>
            <a:pPr lvl="1"/>
            <a:r>
              <a:rPr lang="en-GB" noProof="0"/>
              <a:t>Second level</a:t>
            </a:r>
          </a:p>
          <a:p>
            <a:pPr lvl="2"/>
            <a:r>
              <a:rPr lang="en-GB" noProof="0"/>
              <a:t>Third level</a:t>
            </a:r>
          </a:p>
          <a:p>
            <a:pPr lvl="3"/>
            <a:r>
              <a:rPr lang="en-GB" noProof="0"/>
              <a:t>Fourth level</a:t>
            </a:r>
          </a:p>
          <a:p>
            <a:pPr lvl="4"/>
            <a:r>
              <a:rPr lang="en-GB" noProof="0"/>
              <a:t>Fifth level</a:t>
            </a:r>
          </a:p>
          <a:p>
            <a:pPr lvl="0"/>
            <a:endParaRPr lang="en-GB" noProof="0"/>
          </a:p>
        </p:txBody>
      </p:sp>
      <p:sp>
        <p:nvSpPr>
          <p:cNvPr id="35" name="Text Placeholder 12"/>
          <p:cNvSpPr>
            <a:spLocks noGrp="1"/>
          </p:cNvSpPr>
          <p:nvPr>
            <p:ph type="body" sz="quarter" idx="30" hasCustomPrompt="1"/>
          </p:nvPr>
        </p:nvSpPr>
        <p:spPr>
          <a:xfrm>
            <a:off x="449486" y="1853282"/>
            <a:ext cx="1893094" cy="2541927"/>
          </a:xfrm>
          <a:prstGeom prst="rect">
            <a:avLst/>
          </a:prstGeom>
        </p:spPr>
        <p:txBody>
          <a:bodyPr lIns="0" tIns="0" rIns="0" bIns="0">
            <a:noAutofit/>
          </a:bodyPr>
          <a:lstStyle>
            <a:lvl1pPr marL="0" indent="-137160">
              <a:lnSpc>
                <a:spcPct val="100000"/>
              </a:lnSpc>
              <a:buClr>
                <a:schemeClr val="accent1"/>
              </a:buClr>
              <a:defRPr sz="900"/>
            </a:lvl1pPr>
            <a:lvl2pPr marL="270000" indent="-136800">
              <a:lnSpc>
                <a:spcPct val="100000"/>
              </a:lnSpc>
              <a:buClr>
                <a:schemeClr val="accent1"/>
              </a:buClr>
              <a:defRPr sz="900"/>
            </a:lvl2pPr>
            <a:lvl3pPr marL="360000" indent="-136800" algn="l">
              <a:lnSpc>
                <a:spcPct val="100000"/>
              </a:lnSpc>
              <a:buClr>
                <a:schemeClr val="accent1"/>
              </a:buClr>
              <a:defRPr sz="900"/>
            </a:lvl3pPr>
            <a:lvl4pPr marL="511200" indent="-136800">
              <a:lnSpc>
                <a:spcPct val="100000"/>
              </a:lnSpc>
              <a:buClr>
                <a:schemeClr val="accent1"/>
              </a:buClr>
              <a:defRPr sz="900"/>
            </a:lvl4pPr>
            <a:lvl5pPr marL="655200" indent="-136800">
              <a:lnSpc>
                <a:spcPct val="100000"/>
              </a:lnSpc>
              <a:buClr>
                <a:schemeClr val="accent1"/>
              </a:buClr>
              <a:defRPr sz="900"/>
            </a:lvl5pPr>
          </a:lstStyle>
          <a:p>
            <a:pPr lvl="0"/>
            <a:r>
              <a:rPr lang="en-GB" noProof="0" dirty="0"/>
              <a:t>Add text here</a:t>
            </a:r>
          </a:p>
          <a:p>
            <a:pPr lvl="1"/>
            <a:r>
              <a:rPr lang="en-GB" noProof="0" dirty="0"/>
              <a:t>Second level</a:t>
            </a:r>
          </a:p>
          <a:p>
            <a:pPr lvl="2"/>
            <a:r>
              <a:rPr lang="en-GB" noProof="0" dirty="0"/>
              <a:t>Third level</a:t>
            </a:r>
          </a:p>
          <a:p>
            <a:pPr lvl="3"/>
            <a:r>
              <a:rPr lang="en-GB" noProof="0" dirty="0"/>
              <a:t>Fourth level</a:t>
            </a:r>
          </a:p>
          <a:p>
            <a:pPr lvl="4"/>
            <a:r>
              <a:rPr lang="en-GB" noProof="0" dirty="0"/>
              <a:t>Fifth level</a:t>
            </a:r>
          </a:p>
          <a:p>
            <a:pPr lvl="0"/>
            <a:endParaRPr lang="en-GB" noProof="0" dirty="0"/>
          </a:p>
        </p:txBody>
      </p:sp>
      <p:sp>
        <p:nvSpPr>
          <p:cNvPr id="36" name="Text Placeholder 15"/>
          <p:cNvSpPr>
            <a:spLocks noGrp="1"/>
          </p:cNvSpPr>
          <p:nvPr>
            <p:ph type="body" sz="quarter" idx="31" hasCustomPrompt="1"/>
          </p:nvPr>
        </p:nvSpPr>
        <p:spPr>
          <a:xfrm>
            <a:off x="2578141" y="1175640"/>
            <a:ext cx="1891549" cy="601980"/>
          </a:xfrm>
          <a:prstGeom prst="rect">
            <a:avLst/>
          </a:prstGeom>
          <a:solidFill>
            <a:schemeClr val="tx2"/>
          </a:solidFill>
        </p:spPr>
        <p:txBody>
          <a:bodyPr lIns="0" tIns="0" rIns="0" bIns="0" anchor="ctr" anchorCtr="1"/>
          <a:lstStyle>
            <a:lvl1pPr marL="0" indent="0" algn="ctr">
              <a:buFontTx/>
              <a:buNone/>
              <a:defRPr sz="1100" b="1" i="0">
                <a:solidFill>
                  <a:schemeClr val="bg1"/>
                </a:solidFill>
              </a:defRPr>
            </a:lvl1pPr>
          </a:lstStyle>
          <a:p>
            <a:pPr lvl="0"/>
            <a:r>
              <a:rPr lang="en-GB" noProof="0"/>
              <a:t>Click to </a:t>
            </a:r>
            <a:br>
              <a:rPr lang="en-GB" noProof="0"/>
            </a:br>
            <a:r>
              <a:rPr lang="en-GB" noProof="0"/>
              <a:t>edit title</a:t>
            </a:r>
          </a:p>
        </p:txBody>
      </p:sp>
      <p:sp>
        <p:nvSpPr>
          <p:cNvPr id="37" name="Text Placeholder 15"/>
          <p:cNvSpPr>
            <a:spLocks noGrp="1"/>
          </p:cNvSpPr>
          <p:nvPr>
            <p:ph type="body" sz="quarter" idx="32" hasCustomPrompt="1"/>
          </p:nvPr>
        </p:nvSpPr>
        <p:spPr>
          <a:xfrm>
            <a:off x="4700446" y="1175640"/>
            <a:ext cx="1891549" cy="601980"/>
          </a:xfrm>
          <a:prstGeom prst="rect">
            <a:avLst/>
          </a:prstGeom>
          <a:solidFill>
            <a:schemeClr val="tx2"/>
          </a:solidFill>
        </p:spPr>
        <p:txBody>
          <a:bodyPr lIns="0" tIns="0" rIns="0" bIns="0" anchor="ctr" anchorCtr="1"/>
          <a:lstStyle>
            <a:lvl1pPr marL="0" indent="0" algn="ctr">
              <a:buFontTx/>
              <a:buNone/>
              <a:defRPr sz="1100" b="1" i="0">
                <a:solidFill>
                  <a:schemeClr val="bg1"/>
                </a:solidFill>
              </a:defRPr>
            </a:lvl1pPr>
          </a:lstStyle>
          <a:p>
            <a:pPr lvl="0"/>
            <a:r>
              <a:rPr lang="en-GB" noProof="0"/>
              <a:t>Click to </a:t>
            </a:r>
            <a:br>
              <a:rPr lang="en-GB" noProof="0"/>
            </a:br>
            <a:r>
              <a:rPr lang="en-GB" noProof="0"/>
              <a:t>edit title</a:t>
            </a:r>
          </a:p>
        </p:txBody>
      </p:sp>
      <p:sp>
        <p:nvSpPr>
          <p:cNvPr id="38" name="Text Placeholder 15"/>
          <p:cNvSpPr>
            <a:spLocks noGrp="1"/>
          </p:cNvSpPr>
          <p:nvPr>
            <p:ph type="body" sz="quarter" idx="33" hasCustomPrompt="1"/>
          </p:nvPr>
        </p:nvSpPr>
        <p:spPr>
          <a:xfrm>
            <a:off x="6798761" y="1175640"/>
            <a:ext cx="1891549" cy="601980"/>
          </a:xfrm>
          <a:prstGeom prst="rect">
            <a:avLst/>
          </a:prstGeom>
          <a:solidFill>
            <a:schemeClr val="tx2"/>
          </a:solidFill>
        </p:spPr>
        <p:txBody>
          <a:bodyPr lIns="0" tIns="0" rIns="0" bIns="0" anchor="ctr" anchorCtr="1"/>
          <a:lstStyle>
            <a:lvl1pPr marL="0" indent="0" algn="ctr">
              <a:buFontTx/>
              <a:buNone/>
              <a:defRPr sz="1100" b="1" i="0">
                <a:solidFill>
                  <a:schemeClr val="bg1"/>
                </a:solidFill>
              </a:defRPr>
            </a:lvl1pPr>
          </a:lstStyle>
          <a:p>
            <a:pPr lvl="0"/>
            <a:r>
              <a:rPr lang="en-GB" noProof="0"/>
              <a:t>Click to </a:t>
            </a:r>
            <a:br>
              <a:rPr lang="en-GB" noProof="0"/>
            </a:br>
            <a:r>
              <a:rPr lang="en-GB" noProof="0"/>
              <a:t>edit title</a:t>
            </a:r>
          </a:p>
        </p:txBody>
      </p:sp>
      <p:sp>
        <p:nvSpPr>
          <p:cNvPr id="3" name="Title Placeholder 1">
            <a:extLst>
              <a:ext uri="{FF2B5EF4-FFF2-40B4-BE49-F238E27FC236}">
                <a16:creationId xmlns:a16="http://schemas.microsoft.com/office/drawing/2014/main" id="{E206CF06-1E95-5600-AAC4-607331F2E1EB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 bwMode="auto">
          <a:xfrm>
            <a:off x="447479" y="147005"/>
            <a:ext cx="7474624" cy="679647"/>
          </a:xfrm>
          <a:prstGeom prst="rect">
            <a:avLst/>
          </a:prstGeom>
          <a:noFill/>
          <a:ln>
            <a:noFill/>
          </a:ln>
        </p:spPr>
        <p:txBody>
          <a:bodyPr vert="horz" wrap="square" lIns="0" tIns="45716" rIns="91431" bIns="45716" numCol="1" anchor="ctr" anchorCtr="0" compatLnSpc="1">
            <a:prstTxWarp prst="textNoShape">
              <a:avLst/>
            </a:prstTxWarp>
          </a:bodyPr>
          <a:lstStyle>
            <a:lvl1pPr>
              <a:defRPr sz="2400"/>
            </a:lvl1pPr>
          </a:lstStyle>
          <a:p>
            <a:pPr lvl="0"/>
            <a:r>
              <a:rPr lang="en-GB" noProof="0" dirty="0"/>
              <a:t>Title goes here and can be two lines</a:t>
            </a:r>
          </a:p>
        </p:txBody>
      </p:sp>
      <p:sp>
        <p:nvSpPr>
          <p:cNvPr id="5" name="Picture Placeholder 4">
            <a:extLst>
              <a:ext uri="{FF2B5EF4-FFF2-40B4-BE49-F238E27FC236}">
                <a16:creationId xmlns:a16="http://schemas.microsoft.com/office/drawing/2014/main" id="{02978CFC-E16F-459A-CEF6-AA515CF80C01}"/>
              </a:ext>
            </a:extLst>
          </p:cNvPr>
          <p:cNvSpPr>
            <a:spLocks noGrp="1"/>
          </p:cNvSpPr>
          <p:nvPr>
            <p:ph type="pic" sz="quarter" idx="17" hasCustomPrompt="1"/>
          </p:nvPr>
        </p:nvSpPr>
        <p:spPr>
          <a:xfrm>
            <a:off x="7993213" y="141401"/>
            <a:ext cx="690073" cy="690073"/>
          </a:xfrm>
          <a:prstGeom prst="rect">
            <a:avLst/>
          </a:prstGeom>
        </p:spPr>
        <p:txBody>
          <a:bodyPr lIns="45720" tIns="91440" rIns="45720"/>
          <a:lstStyle>
            <a:lvl1pPr marL="0" indent="0">
              <a:lnSpc>
                <a:spcPct val="80000"/>
              </a:lnSpc>
              <a:spcBef>
                <a:spcPts val="0"/>
              </a:spcBef>
              <a:buNone/>
              <a:defRPr sz="1000" baseline="30000">
                <a:solidFill>
                  <a:schemeClr val="tx2"/>
                </a:solidFill>
              </a:defRPr>
            </a:lvl1pPr>
          </a:lstStyle>
          <a:p>
            <a:r>
              <a:rPr lang="en-US" dirty="0"/>
              <a:t>Add industry icon if desired</a:t>
            </a:r>
          </a:p>
        </p:txBody>
      </p:sp>
    </p:spTree>
    <p:extLst>
      <p:ext uri="{BB962C8B-B14F-4D97-AF65-F5344CB8AC3E}">
        <p14:creationId xmlns:p14="http://schemas.microsoft.com/office/powerpoint/2010/main" val="2165913770"/>
      </p:ext>
    </p:extLst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ac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Slide Number Placeholder 4"/>
          <p:cNvSpPr>
            <a:spLocks noGrp="1"/>
          </p:cNvSpPr>
          <p:nvPr>
            <p:ph type="sldNum" sz="quarter" idx="14"/>
          </p:nvPr>
        </p:nvSpPr>
        <p:spPr/>
        <p:txBody>
          <a:bodyPr/>
          <a:lstStyle/>
          <a:p>
            <a:pPr fontAlgn="base">
              <a:spcAft>
                <a:spcPct val="0"/>
              </a:spcAft>
              <a:defRPr/>
            </a:pPr>
            <a:fld id="{4472AB7F-E8D0-4874-A9B8-335B68DC5F05}" type="slidenum">
              <a:rPr lang="en-GB" noProof="0" smtClean="0"/>
              <a:pPr fontAlgn="base">
                <a:spcAft>
                  <a:spcPct val="0"/>
                </a:spcAft>
                <a:defRPr/>
              </a:pPr>
              <a:t>‹#›</a:t>
            </a:fld>
            <a:endParaRPr lang="en-GB" noProof="0"/>
          </a:p>
        </p:txBody>
      </p:sp>
      <p:sp>
        <p:nvSpPr>
          <p:cNvPr id="20" name="Text Placeholder 5"/>
          <p:cNvSpPr>
            <a:spLocks noGrp="1"/>
          </p:cNvSpPr>
          <p:nvPr>
            <p:ph type="body" sz="quarter" idx="11" hasCustomPrompt="1"/>
          </p:nvPr>
        </p:nvSpPr>
        <p:spPr>
          <a:xfrm>
            <a:off x="441727" y="1136673"/>
            <a:ext cx="8246851" cy="260485"/>
          </a:xfrm>
          <a:prstGeom prst="rect">
            <a:avLst/>
          </a:prstGeom>
        </p:spPr>
        <p:txBody>
          <a:bodyPr lIns="0" tIns="0" rIns="0" bIns="0">
            <a:normAutofit/>
          </a:bodyPr>
          <a:lstStyle>
            <a:lvl1pPr marL="0" indent="0">
              <a:buFontTx/>
              <a:buNone/>
              <a:defRPr sz="1400" b="1" i="0"/>
            </a:lvl1pPr>
          </a:lstStyle>
          <a:p>
            <a:pPr lvl="0"/>
            <a:r>
              <a:rPr lang="en-GB" noProof="0" dirty="0"/>
              <a:t>Name</a:t>
            </a:r>
          </a:p>
        </p:txBody>
      </p:sp>
      <p:sp>
        <p:nvSpPr>
          <p:cNvPr id="21" name="Text Placeholder 2"/>
          <p:cNvSpPr>
            <a:spLocks noGrp="1"/>
          </p:cNvSpPr>
          <p:nvPr>
            <p:ph idx="13" hasCustomPrompt="1"/>
          </p:nvPr>
        </p:nvSpPr>
        <p:spPr bwMode="auto">
          <a:xfrm>
            <a:off x="441727" y="1457804"/>
            <a:ext cx="8239912" cy="27699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0" tIns="0" rIns="0" bIns="0" numCol="1" anchor="t" anchorCtr="0" compatLnSpc="1">
            <a:prstTxWarp prst="textNoShape">
              <a:avLst/>
            </a:prstTxWarp>
          </a:bodyPr>
          <a:lstStyle>
            <a:lvl1pPr marL="0" indent="0">
              <a:buNone/>
              <a:defRPr sz="1200"/>
            </a:lvl1pPr>
            <a:lvl2pPr marL="272250" indent="0">
              <a:buNone/>
              <a:defRPr/>
            </a:lvl2pPr>
            <a:lvl3pPr marL="538650" indent="0">
              <a:buNone/>
              <a:defRPr/>
            </a:lvl3pPr>
            <a:lvl4pPr marL="822622" indent="0">
              <a:buNone/>
              <a:defRPr/>
            </a:lvl4pPr>
            <a:lvl5pPr marL="1038622" indent="0">
              <a:buNone/>
              <a:defRPr/>
            </a:lvl5pPr>
          </a:lstStyle>
          <a:p>
            <a:r>
              <a:rPr lang="en-GB" noProof="0" dirty="0"/>
              <a:t>Title</a:t>
            </a:r>
          </a:p>
        </p:txBody>
      </p:sp>
      <p:sp>
        <p:nvSpPr>
          <p:cNvPr id="22" name="Text Placeholder 2"/>
          <p:cNvSpPr>
            <a:spLocks noGrp="1"/>
          </p:cNvSpPr>
          <p:nvPr>
            <p:ph idx="16" hasCustomPrompt="1"/>
          </p:nvPr>
        </p:nvSpPr>
        <p:spPr bwMode="auto">
          <a:xfrm>
            <a:off x="639270" y="2915286"/>
            <a:ext cx="8059667" cy="26048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0" tIns="0" rIns="0" bIns="0" numCol="1" anchor="t" anchorCtr="0" compatLnSpc="1">
            <a:prstTxWarp prst="textNoShape">
              <a:avLst/>
            </a:prstTxWarp>
          </a:bodyPr>
          <a:lstStyle>
            <a:lvl1pPr marL="74250" indent="0">
              <a:buNone/>
              <a:defRPr sz="1200"/>
            </a:lvl1pPr>
            <a:lvl2pPr marL="272250" indent="0">
              <a:buNone/>
              <a:defRPr/>
            </a:lvl2pPr>
            <a:lvl3pPr marL="538650" indent="0">
              <a:buNone/>
              <a:defRPr/>
            </a:lvl3pPr>
            <a:lvl4pPr marL="822622" indent="0">
              <a:buNone/>
              <a:defRPr/>
            </a:lvl4pPr>
            <a:lvl5pPr marL="1038622" indent="0">
              <a:buNone/>
              <a:defRPr/>
            </a:lvl5pPr>
          </a:lstStyle>
          <a:p>
            <a:pPr lvl="0"/>
            <a:r>
              <a:rPr lang="en-GB" noProof="0" dirty="0"/>
              <a:t>+00 (0)00 0000 0000</a:t>
            </a:r>
          </a:p>
        </p:txBody>
      </p:sp>
      <p:sp>
        <p:nvSpPr>
          <p:cNvPr id="23" name="Text Placeholder 2"/>
          <p:cNvSpPr>
            <a:spLocks noGrp="1"/>
          </p:cNvSpPr>
          <p:nvPr>
            <p:ph idx="17" hasCustomPrompt="1"/>
          </p:nvPr>
        </p:nvSpPr>
        <p:spPr bwMode="auto">
          <a:xfrm>
            <a:off x="441727" y="4060063"/>
            <a:ext cx="8239912" cy="28865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0" tIns="0" rIns="0" bIns="0" numCol="1" anchor="t" anchorCtr="0" compatLnSpc="1">
            <a:prstTxWarp prst="textNoShape">
              <a:avLst/>
            </a:prstTxWarp>
          </a:bodyPr>
          <a:lstStyle>
            <a:lvl1pPr marL="0" indent="0">
              <a:buNone/>
              <a:defRPr sz="1200" b="1" i="0">
                <a:solidFill>
                  <a:schemeClr val="accent1"/>
                </a:solidFill>
              </a:defRPr>
            </a:lvl1pPr>
            <a:lvl2pPr marL="272250" indent="0">
              <a:buNone/>
              <a:defRPr/>
            </a:lvl2pPr>
            <a:lvl3pPr marL="538650" indent="0">
              <a:buNone/>
              <a:defRPr/>
            </a:lvl3pPr>
            <a:lvl4pPr marL="822622" indent="0">
              <a:buNone/>
              <a:defRPr/>
            </a:lvl4pPr>
            <a:lvl5pPr marL="1038622" indent="0">
              <a:buNone/>
              <a:defRPr/>
            </a:lvl5pPr>
          </a:lstStyle>
          <a:p>
            <a:pPr lvl="0"/>
            <a:r>
              <a:rPr lang="en-GB" noProof="0" dirty="0"/>
              <a:t>www.gs1.org</a:t>
            </a:r>
          </a:p>
        </p:txBody>
      </p:sp>
      <p:sp>
        <p:nvSpPr>
          <p:cNvPr id="24" name="Text Placeholder 2"/>
          <p:cNvSpPr>
            <a:spLocks noGrp="1"/>
          </p:cNvSpPr>
          <p:nvPr>
            <p:ph idx="19" hasCustomPrompt="1"/>
          </p:nvPr>
        </p:nvSpPr>
        <p:spPr bwMode="auto">
          <a:xfrm>
            <a:off x="639270" y="3671294"/>
            <a:ext cx="8059667" cy="25261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0" tIns="0" rIns="0" bIns="0" numCol="1" anchor="t" anchorCtr="0" compatLnSpc="1">
            <a:prstTxWarp prst="textNoShape">
              <a:avLst/>
            </a:prstTxWarp>
          </a:bodyPr>
          <a:lstStyle>
            <a:lvl1pPr marL="74250" indent="0">
              <a:buNone/>
              <a:defRPr sz="1200"/>
            </a:lvl1pPr>
            <a:lvl2pPr marL="272250" indent="0">
              <a:buNone/>
              <a:defRPr/>
            </a:lvl2pPr>
            <a:lvl3pPr marL="538650" indent="0">
              <a:buNone/>
              <a:defRPr/>
            </a:lvl3pPr>
            <a:lvl4pPr marL="822622" indent="0">
              <a:buNone/>
              <a:defRPr/>
            </a:lvl4pPr>
            <a:lvl5pPr marL="1038622" indent="0">
              <a:buNone/>
              <a:defRPr/>
            </a:lvl5pPr>
          </a:lstStyle>
          <a:p>
            <a:pPr lvl="0"/>
            <a:r>
              <a:rPr lang="en-GB" noProof="0" dirty="0"/>
              <a:t>name@gs1.org</a:t>
            </a:r>
          </a:p>
        </p:txBody>
      </p:sp>
      <p:sp>
        <p:nvSpPr>
          <p:cNvPr id="27" name="Text Placeholder 2"/>
          <p:cNvSpPr>
            <a:spLocks noGrp="1"/>
          </p:cNvSpPr>
          <p:nvPr>
            <p:ph idx="22" hasCustomPrompt="1"/>
          </p:nvPr>
        </p:nvSpPr>
        <p:spPr bwMode="auto">
          <a:xfrm>
            <a:off x="441727" y="1781209"/>
            <a:ext cx="8239912" cy="104312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0" tIns="0" rIns="0" bIns="0" numCol="1" anchor="t" anchorCtr="0" compatLnSpc="1">
            <a:prstTxWarp prst="textNoShape">
              <a:avLst/>
            </a:prstTxWarp>
          </a:bodyPr>
          <a:lstStyle>
            <a:lvl1pPr marL="0" indent="0">
              <a:buNone/>
              <a:defRPr sz="1200" b="0" baseline="0"/>
            </a:lvl1pPr>
            <a:lvl2pPr marL="272250" indent="0">
              <a:buNone/>
              <a:defRPr/>
            </a:lvl2pPr>
            <a:lvl3pPr marL="538650" indent="0">
              <a:buNone/>
              <a:defRPr/>
            </a:lvl3pPr>
            <a:lvl4pPr marL="822622" indent="0">
              <a:buNone/>
              <a:defRPr/>
            </a:lvl4pPr>
            <a:lvl5pPr marL="1038622" indent="0">
              <a:buNone/>
              <a:defRPr/>
            </a:lvl5pPr>
          </a:lstStyle>
          <a:p>
            <a:pPr lvl="0"/>
            <a:r>
              <a:rPr lang="en-GB" noProof="0" dirty="0"/>
              <a:t>GS1 Address</a:t>
            </a:r>
          </a:p>
        </p:txBody>
      </p:sp>
      <p:sp>
        <p:nvSpPr>
          <p:cNvPr id="32" name="Text Placeholder 2"/>
          <p:cNvSpPr>
            <a:spLocks noGrp="1"/>
          </p:cNvSpPr>
          <p:nvPr>
            <p:ph idx="27" hasCustomPrompt="1"/>
          </p:nvPr>
        </p:nvSpPr>
        <p:spPr bwMode="auto">
          <a:xfrm>
            <a:off x="639270" y="3167087"/>
            <a:ext cx="8059667" cy="26048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0" tIns="0" rIns="0" bIns="0" numCol="1" anchor="t" anchorCtr="0" compatLnSpc="1">
            <a:prstTxWarp prst="textNoShape">
              <a:avLst/>
            </a:prstTxWarp>
          </a:bodyPr>
          <a:lstStyle>
            <a:lvl1pPr marL="74250" indent="0">
              <a:buNone/>
              <a:defRPr sz="1200"/>
            </a:lvl1pPr>
            <a:lvl2pPr marL="272250" indent="0">
              <a:buNone/>
              <a:defRPr/>
            </a:lvl2pPr>
            <a:lvl3pPr marL="538650" indent="0">
              <a:buNone/>
              <a:defRPr/>
            </a:lvl3pPr>
            <a:lvl4pPr marL="822622" indent="0">
              <a:buNone/>
              <a:defRPr/>
            </a:lvl4pPr>
            <a:lvl5pPr marL="1038622" indent="0">
              <a:buNone/>
              <a:defRPr/>
            </a:lvl5pPr>
          </a:lstStyle>
          <a:p>
            <a:pPr lvl="0"/>
            <a:r>
              <a:rPr lang="en-GB" noProof="0" dirty="0"/>
              <a:t>+00 (0)00 0000 0000</a:t>
            </a:r>
          </a:p>
        </p:txBody>
      </p:sp>
      <p:sp>
        <p:nvSpPr>
          <p:cNvPr id="33" name="Text Placeholder 2"/>
          <p:cNvSpPr>
            <a:spLocks noGrp="1"/>
          </p:cNvSpPr>
          <p:nvPr>
            <p:ph idx="28" hasCustomPrompt="1"/>
          </p:nvPr>
        </p:nvSpPr>
        <p:spPr bwMode="auto">
          <a:xfrm>
            <a:off x="639270" y="3418888"/>
            <a:ext cx="8059667" cy="26048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0" tIns="0" rIns="0" bIns="0" numCol="1" anchor="t" anchorCtr="0" compatLnSpc="1">
            <a:prstTxWarp prst="textNoShape">
              <a:avLst/>
            </a:prstTxWarp>
          </a:bodyPr>
          <a:lstStyle>
            <a:lvl1pPr marL="74250" indent="0">
              <a:buNone/>
              <a:defRPr sz="1200"/>
            </a:lvl1pPr>
            <a:lvl2pPr marL="272250" indent="0">
              <a:buNone/>
              <a:defRPr/>
            </a:lvl2pPr>
            <a:lvl3pPr marL="538650" indent="0">
              <a:buNone/>
              <a:defRPr/>
            </a:lvl3pPr>
            <a:lvl4pPr marL="822622" indent="0">
              <a:buNone/>
              <a:defRPr/>
            </a:lvl4pPr>
            <a:lvl5pPr marL="1038622" indent="0">
              <a:buNone/>
              <a:defRPr/>
            </a:lvl5pPr>
          </a:lstStyle>
          <a:p>
            <a:pPr lvl="0"/>
            <a:r>
              <a:rPr lang="en-GB" noProof="0"/>
              <a:t>+00 (0)00 0000 0000</a:t>
            </a:r>
          </a:p>
        </p:txBody>
      </p:sp>
      <p:sp>
        <p:nvSpPr>
          <p:cNvPr id="41" name="Text Placeholder 40"/>
          <p:cNvSpPr>
            <a:spLocks noGrp="1"/>
          </p:cNvSpPr>
          <p:nvPr>
            <p:ph type="body" sz="quarter" idx="33" hasCustomPrompt="1"/>
          </p:nvPr>
        </p:nvSpPr>
        <p:spPr>
          <a:xfrm>
            <a:off x="396510" y="2916792"/>
            <a:ext cx="185358" cy="265922"/>
          </a:xfrm>
          <a:prstGeom prst="rect">
            <a:avLst/>
          </a:prstGeom>
        </p:spPr>
        <p:txBody>
          <a:bodyPr vert="horz" lIns="0" tIns="0" rIns="0" bIns="0"/>
          <a:lstStyle>
            <a:lvl1pPr marL="74250" indent="0" algn="ctr">
              <a:buNone/>
              <a:defRPr sz="1200" b="1" i="0"/>
            </a:lvl1pPr>
          </a:lstStyle>
          <a:p>
            <a:pPr lvl="0"/>
            <a:r>
              <a:rPr lang="en-GB" noProof="0" dirty="0"/>
              <a:t>T</a:t>
            </a:r>
          </a:p>
        </p:txBody>
      </p:sp>
      <p:sp>
        <p:nvSpPr>
          <p:cNvPr id="42" name="Text Placeholder 40"/>
          <p:cNvSpPr>
            <a:spLocks noGrp="1"/>
          </p:cNvSpPr>
          <p:nvPr>
            <p:ph type="body" sz="quarter" idx="34" hasCustomPrompt="1"/>
          </p:nvPr>
        </p:nvSpPr>
        <p:spPr>
          <a:xfrm>
            <a:off x="396510" y="3166033"/>
            <a:ext cx="185358" cy="265922"/>
          </a:xfrm>
          <a:prstGeom prst="rect">
            <a:avLst/>
          </a:prstGeom>
        </p:spPr>
        <p:txBody>
          <a:bodyPr vert="horz" lIns="0" tIns="0" rIns="0" bIns="0"/>
          <a:lstStyle>
            <a:lvl1pPr marL="74250" indent="0" algn="ctr">
              <a:buNone/>
              <a:defRPr sz="1200" b="1" i="0"/>
            </a:lvl1pPr>
          </a:lstStyle>
          <a:p>
            <a:pPr lvl="0"/>
            <a:r>
              <a:rPr lang="en-GB" noProof="0"/>
              <a:t>D</a:t>
            </a:r>
          </a:p>
        </p:txBody>
      </p:sp>
      <p:sp>
        <p:nvSpPr>
          <p:cNvPr id="43" name="Text Placeholder 40"/>
          <p:cNvSpPr>
            <a:spLocks noGrp="1"/>
          </p:cNvSpPr>
          <p:nvPr>
            <p:ph type="body" sz="quarter" idx="35" hasCustomPrompt="1"/>
          </p:nvPr>
        </p:nvSpPr>
        <p:spPr>
          <a:xfrm>
            <a:off x="396510" y="3418449"/>
            <a:ext cx="185358" cy="265922"/>
          </a:xfrm>
          <a:prstGeom prst="rect">
            <a:avLst/>
          </a:prstGeom>
        </p:spPr>
        <p:txBody>
          <a:bodyPr vert="horz" lIns="0" tIns="0" rIns="0" bIns="0"/>
          <a:lstStyle>
            <a:lvl1pPr marL="74250" indent="0" algn="ctr">
              <a:buNone/>
              <a:defRPr sz="1200" b="1" i="0"/>
            </a:lvl1pPr>
          </a:lstStyle>
          <a:p>
            <a:pPr lvl="0"/>
            <a:r>
              <a:rPr lang="en-GB" noProof="0"/>
              <a:t>M</a:t>
            </a:r>
          </a:p>
        </p:txBody>
      </p:sp>
      <p:sp>
        <p:nvSpPr>
          <p:cNvPr id="44" name="Text Placeholder 40"/>
          <p:cNvSpPr>
            <a:spLocks noGrp="1"/>
          </p:cNvSpPr>
          <p:nvPr>
            <p:ph type="body" sz="quarter" idx="36" hasCustomPrompt="1"/>
          </p:nvPr>
        </p:nvSpPr>
        <p:spPr>
          <a:xfrm>
            <a:off x="396510" y="3671129"/>
            <a:ext cx="185358" cy="265922"/>
          </a:xfrm>
          <a:prstGeom prst="rect">
            <a:avLst/>
          </a:prstGeom>
        </p:spPr>
        <p:txBody>
          <a:bodyPr vert="horz" lIns="0" tIns="0" rIns="0" bIns="0"/>
          <a:lstStyle>
            <a:lvl1pPr marL="74250" indent="0" algn="ctr">
              <a:buNone/>
              <a:defRPr sz="1200" b="1" i="0"/>
            </a:lvl1pPr>
          </a:lstStyle>
          <a:p>
            <a:pPr lvl="0"/>
            <a:r>
              <a:rPr lang="en-GB" noProof="0" dirty="0"/>
              <a:t>E</a:t>
            </a:r>
          </a:p>
        </p:txBody>
      </p:sp>
      <p:sp>
        <p:nvSpPr>
          <p:cNvPr id="4" name="Title Placeholder 1">
            <a:extLst>
              <a:ext uri="{FF2B5EF4-FFF2-40B4-BE49-F238E27FC236}">
                <a16:creationId xmlns:a16="http://schemas.microsoft.com/office/drawing/2014/main" id="{38C4C62C-92C4-2D15-AEEB-E3F4E98B74BC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 bwMode="auto">
          <a:xfrm>
            <a:off x="447479" y="147005"/>
            <a:ext cx="7474624" cy="679647"/>
          </a:xfrm>
          <a:prstGeom prst="rect">
            <a:avLst/>
          </a:prstGeom>
          <a:noFill/>
          <a:ln>
            <a:noFill/>
          </a:ln>
        </p:spPr>
        <p:txBody>
          <a:bodyPr vert="horz" wrap="square" lIns="0" tIns="45716" rIns="91431" bIns="45716" numCol="1" anchor="ctr" anchorCtr="0" compatLnSpc="1">
            <a:prstTxWarp prst="textNoShape">
              <a:avLst/>
            </a:prstTxWarp>
          </a:bodyPr>
          <a:lstStyle>
            <a:lvl1pPr>
              <a:defRPr sz="2400"/>
            </a:lvl1pPr>
          </a:lstStyle>
          <a:p>
            <a:pPr lvl="0"/>
            <a:r>
              <a:rPr lang="en-GB" noProof="0" dirty="0"/>
              <a:t>Title goes here and can be two lines</a:t>
            </a:r>
          </a:p>
        </p:txBody>
      </p:sp>
      <p:sp>
        <p:nvSpPr>
          <p:cNvPr id="2" name="Picture Placeholder 4">
            <a:extLst>
              <a:ext uri="{FF2B5EF4-FFF2-40B4-BE49-F238E27FC236}">
                <a16:creationId xmlns:a16="http://schemas.microsoft.com/office/drawing/2014/main" id="{1BD42B97-99FF-87B2-E75A-4C95210B01EB}"/>
              </a:ext>
            </a:extLst>
          </p:cNvPr>
          <p:cNvSpPr>
            <a:spLocks noGrp="1"/>
          </p:cNvSpPr>
          <p:nvPr>
            <p:ph type="pic" sz="quarter" idx="37" hasCustomPrompt="1"/>
          </p:nvPr>
        </p:nvSpPr>
        <p:spPr>
          <a:xfrm>
            <a:off x="7993213" y="141401"/>
            <a:ext cx="690073" cy="690073"/>
          </a:xfrm>
          <a:prstGeom prst="rect">
            <a:avLst/>
          </a:prstGeom>
        </p:spPr>
        <p:txBody>
          <a:bodyPr lIns="45720" tIns="91440" rIns="45720"/>
          <a:lstStyle>
            <a:lvl1pPr marL="0" indent="0">
              <a:lnSpc>
                <a:spcPct val="80000"/>
              </a:lnSpc>
              <a:spcBef>
                <a:spcPts val="0"/>
              </a:spcBef>
              <a:buNone/>
              <a:defRPr sz="1000" baseline="30000">
                <a:solidFill>
                  <a:schemeClr val="tx2"/>
                </a:solidFill>
              </a:defRPr>
            </a:lvl1pPr>
          </a:lstStyle>
          <a:p>
            <a:r>
              <a:rPr lang="en-US" dirty="0"/>
              <a:t>Add industry icon if desired</a:t>
            </a:r>
          </a:p>
        </p:txBody>
      </p:sp>
    </p:spTree>
    <p:extLst>
      <p:ext uri="{BB962C8B-B14F-4D97-AF65-F5344CB8AC3E}">
        <p14:creationId xmlns:p14="http://schemas.microsoft.com/office/powerpoint/2010/main" val="317548830"/>
      </p:ext>
    </p:extLst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lue Divider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fontAlgn="base">
              <a:spcAft>
                <a:spcPct val="0"/>
              </a:spcAft>
              <a:defRPr/>
            </a:pPr>
            <a:fld id="{4472AB7F-E8D0-4874-A9B8-335B68DC5F05}" type="slidenum">
              <a:rPr lang="en-GB" noProof="0" smtClean="0"/>
              <a:pPr fontAlgn="base">
                <a:spcAft>
                  <a:spcPct val="0"/>
                </a:spcAft>
                <a:defRPr/>
              </a:pPr>
              <a:t>‹#›</a:t>
            </a:fld>
            <a:endParaRPr lang="en-GB" noProof="0"/>
          </a:p>
        </p:txBody>
      </p:sp>
      <p:sp>
        <p:nvSpPr>
          <p:cNvPr id="3" name="Text Placeholder 19">
            <a:extLst>
              <a:ext uri="{FF2B5EF4-FFF2-40B4-BE49-F238E27FC236}">
                <a16:creationId xmlns:a16="http://schemas.microsoft.com/office/drawing/2014/main" id="{A89C604C-4A76-60A2-6DB5-07DB4BEBE7E0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447479" y="1105669"/>
            <a:ext cx="8247541" cy="639527"/>
          </a:xfrm>
          <a:prstGeom prst="rect">
            <a:avLst/>
          </a:prstGeom>
        </p:spPr>
        <p:txBody>
          <a:bodyPr lIns="0" tIns="0" rIns="0" bIns="0"/>
          <a:lstStyle>
            <a:lvl1pPr marL="0" indent="0" algn="l">
              <a:buNone/>
              <a:defRPr sz="1400" b="0" i="0" cap="none" spc="90" baseline="0">
                <a:solidFill>
                  <a:schemeClr val="bg1"/>
                </a:solidFill>
                <a:latin typeface="Verdana"/>
                <a:cs typeface="Verdana"/>
              </a:defRPr>
            </a:lvl1pPr>
          </a:lstStyle>
          <a:p>
            <a:pPr lvl="0"/>
            <a:r>
              <a:rPr lang="en-GB" noProof="0" dirty="0"/>
              <a:t>Click to add subtitle</a:t>
            </a:r>
          </a:p>
        </p:txBody>
      </p:sp>
      <p:sp>
        <p:nvSpPr>
          <p:cNvPr id="4" name="Title Placeholder 1">
            <a:extLst>
              <a:ext uri="{FF2B5EF4-FFF2-40B4-BE49-F238E27FC236}">
                <a16:creationId xmlns:a16="http://schemas.microsoft.com/office/drawing/2014/main" id="{3567C5AB-053C-0F04-61D2-6A9E2902C1F6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 bwMode="auto">
          <a:xfrm>
            <a:off x="447479" y="335545"/>
            <a:ext cx="8247541" cy="679647"/>
          </a:xfrm>
          <a:prstGeom prst="rect">
            <a:avLst/>
          </a:prstGeom>
          <a:noFill/>
          <a:ln>
            <a:noFill/>
          </a:ln>
        </p:spPr>
        <p:txBody>
          <a:bodyPr vert="horz" wrap="square" lIns="0" tIns="45716" rIns="91431" bIns="45716" numCol="1" anchor="ctr" anchorCtr="0" compatLnSpc="1">
            <a:prstTxWarp prst="textNoShape">
              <a:avLst/>
            </a:prstTxWarp>
          </a:bodyPr>
          <a:lstStyle>
            <a:lvl1pPr algn="l">
              <a:lnSpc>
                <a:spcPct val="90000"/>
              </a:lnSpc>
              <a:defRPr sz="2400" baseline="0">
                <a:solidFill>
                  <a:schemeClr val="bg1"/>
                </a:solidFill>
              </a:defRPr>
            </a:lvl1pPr>
          </a:lstStyle>
          <a:p>
            <a:pPr lvl="0"/>
            <a:r>
              <a:rPr lang="en-GB" noProof="0" dirty="0"/>
              <a:t>Title goes here and can be two lines</a:t>
            </a:r>
          </a:p>
        </p:txBody>
      </p:sp>
    </p:spTree>
    <p:extLst>
      <p:ext uri="{BB962C8B-B14F-4D97-AF65-F5344CB8AC3E}">
        <p14:creationId xmlns:p14="http://schemas.microsoft.com/office/powerpoint/2010/main" val="1252954174"/>
      </p:ext>
    </p:extLst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Orange Divider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fontAlgn="base">
              <a:spcAft>
                <a:spcPct val="0"/>
              </a:spcAft>
              <a:defRPr/>
            </a:pPr>
            <a:fld id="{4472AB7F-E8D0-4874-A9B8-335B68DC5F05}" type="slidenum">
              <a:rPr lang="en-GB" noProof="0" smtClean="0"/>
              <a:pPr fontAlgn="base">
                <a:spcAft>
                  <a:spcPct val="0"/>
                </a:spcAft>
                <a:defRPr/>
              </a:pPr>
              <a:t>‹#›</a:t>
            </a:fld>
            <a:endParaRPr lang="en-GB" noProof="0"/>
          </a:p>
        </p:txBody>
      </p:sp>
      <p:sp>
        <p:nvSpPr>
          <p:cNvPr id="7" name="Text Placeholder 19">
            <a:extLst>
              <a:ext uri="{FF2B5EF4-FFF2-40B4-BE49-F238E27FC236}">
                <a16:creationId xmlns:a16="http://schemas.microsoft.com/office/drawing/2014/main" id="{6D6BAD32-2F54-28E6-A7F7-9C31A83EAC2E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447479" y="1105669"/>
            <a:ext cx="8247541" cy="639527"/>
          </a:xfrm>
          <a:prstGeom prst="rect">
            <a:avLst/>
          </a:prstGeom>
        </p:spPr>
        <p:txBody>
          <a:bodyPr lIns="0" tIns="0" rIns="0" bIns="0"/>
          <a:lstStyle>
            <a:lvl1pPr marL="0" indent="0" algn="l">
              <a:buNone/>
              <a:defRPr sz="1400" b="0" i="0" cap="none" spc="90" baseline="0">
                <a:solidFill>
                  <a:schemeClr val="bg1"/>
                </a:solidFill>
                <a:latin typeface="Verdana"/>
                <a:cs typeface="Verdana"/>
              </a:defRPr>
            </a:lvl1pPr>
          </a:lstStyle>
          <a:p>
            <a:pPr lvl="0"/>
            <a:r>
              <a:rPr lang="en-GB" noProof="0" dirty="0"/>
              <a:t>Click to add subtitle</a:t>
            </a:r>
          </a:p>
        </p:txBody>
      </p:sp>
      <p:sp>
        <p:nvSpPr>
          <p:cNvPr id="8" name="Title Placeholder 1">
            <a:extLst>
              <a:ext uri="{FF2B5EF4-FFF2-40B4-BE49-F238E27FC236}">
                <a16:creationId xmlns:a16="http://schemas.microsoft.com/office/drawing/2014/main" id="{D0AA22F9-705D-A1F9-B5F8-5E2940E260C7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 bwMode="auto">
          <a:xfrm>
            <a:off x="447479" y="335545"/>
            <a:ext cx="8247541" cy="679647"/>
          </a:xfrm>
          <a:prstGeom prst="rect">
            <a:avLst/>
          </a:prstGeom>
          <a:noFill/>
          <a:ln>
            <a:noFill/>
          </a:ln>
        </p:spPr>
        <p:txBody>
          <a:bodyPr vert="horz" wrap="square" lIns="0" tIns="45716" rIns="91431" bIns="45716" numCol="1" anchor="ctr" anchorCtr="0" compatLnSpc="1">
            <a:prstTxWarp prst="textNoShape">
              <a:avLst/>
            </a:prstTxWarp>
          </a:bodyPr>
          <a:lstStyle>
            <a:lvl1pPr algn="l">
              <a:lnSpc>
                <a:spcPct val="90000"/>
              </a:lnSpc>
              <a:defRPr sz="2400" baseline="0">
                <a:solidFill>
                  <a:schemeClr val="bg1"/>
                </a:solidFill>
              </a:defRPr>
            </a:lvl1pPr>
          </a:lstStyle>
          <a:p>
            <a:pPr lvl="0"/>
            <a:r>
              <a:rPr lang="en-GB" noProof="0" dirty="0"/>
              <a:t>Title goes here and can be two lines</a:t>
            </a:r>
          </a:p>
        </p:txBody>
      </p:sp>
    </p:spTree>
    <p:extLst>
      <p:ext uri="{BB962C8B-B14F-4D97-AF65-F5344CB8AC3E}">
        <p14:creationId xmlns:p14="http://schemas.microsoft.com/office/powerpoint/2010/main" val="3926311153"/>
      </p:ext>
    </p:extLst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late Divider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fontAlgn="base">
              <a:spcAft>
                <a:spcPct val="0"/>
              </a:spcAft>
              <a:defRPr/>
            </a:pPr>
            <a:fld id="{4472AB7F-E8D0-4874-A9B8-335B68DC5F05}" type="slidenum">
              <a:rPr lang="en-GB" noProof="0" smtClean="0"/>
              <a:pPr fontAlgn="base">
                <a:spcAft>
                  <a:spcPct val="0"/>
                </a:spcAft>
                <a:defRPr/>
              </a:pPr>
              <a:t>‹#›</a:t>
            </a:fld>
            <a:endParaRPr lang="en-GB" noProof="0"/>
          </a:p>
        </p:txBody>
      </p:sp>
      <p:sp>
        <p:nvSpPr>
          <p:cNvPr id="7" name="Text Placeholder 19">
            <a:extLst>
              <a:ext uri="{FF2B5EF4-FFF2-40B4-BE49-F238E27FC236}">
                <a16:creationId xmlns:a16="http://schemas.microsoft.com/office/drawing/2014/main" id="{5383886A-68B4-4C83-EB02-4DDB2EBDDB4F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447479" y="1105669"/>
            <a:ext cx="8247541" cy="639527"/>
          </a:xfrm>
          <a:prstGeom prst="rect">
            <a:avLst/>
          </a:prstGeom>
        </p:spPr>
        <p:txBody>
          <a:bodyPr lIns="0" tIns="0" rIns="0" bIns="0"/>
          <a:lstStyle>
            <a:lvl1pPr marL="0" indent="0" algn="l">
              <a:buNone/>
              <a:defRPr sz="1400" b="0" i="0" cap="none" spc="90" baseline="0">
                <a:solidFill>
                  <a:schemeClr val="tx2"/>
                </a:solidFill>
                <a:latin typeface="Verdana"/>
                <a:cs typeface="Verdana"/>
              </a:defRPr>
            </a:lvl1pPr>
          </a:lstStyle>
          <a:p>
            <a:pPr lvl="0"/>
            <a:r>
              <a:rPr lang="en-GB" noProof="0" dirty="0"/>
              <a:t>Click to add subtitle</a:t>
            </a:r>
          </a:p>
        </p:txBody>
      </p:sp>
      <p:sp>
        <p:nvSpPr>
          <p:cNvPr id="8" name="Title Placeholder 1">
            <a:extLst>
              <a:ext uri="{FF2B5EF4-FFF2-40B4-BE49-F238E27FC236}">
                <a16:creationId xmlns:a16="http://schemas.microsoft.com/office/drawing/2014/main" id="{897742AC-9A09-8D52-FC78-EEA1CCD9049E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 bwMode="auto">
          <a:xfrm>
            <a:off x="447479" y="335545"/>
            <a:ext cx="8247541" cy="679647"/>
          </a:xfrm>
          <a:prstGeom prst="rect">
            <a:avLst/>
          </a:prstGeom>
          <a:noFill/>
          <a:ln>
            <a:noFill/>
          </a:ln>
        </p:spPr>
        <p:txBody>
          <a:bodyPr vert="horz" wrap="square" lIns="0" tIns="45716" rIns="91431" bIns="45716" numCol="1" anchor="ctr" anchorCtr="0" compatLnSpc="1">
            <a:prstTxWarp prst="textNoShape">
              <a:avLst/>
            </a:prstTxWarp>
          </a:bodyPr>
          <a:lstStyle>
            <a:lvl1pPr algn="l">
              <a:lnSpc>
                <a:spcPct val="90000"/>
              </a:lnSpc>
              <a:defRPr sz="2400" baseline="0">
                <a:solidFill>
                  <a:schemeClr val="tx2"/>
                </a:solidFill>
              </a:defRPr>
            </a:lvl1pPr>
          </a:lstStyle>
          <a:p>
            <a:pPr lvl="0"/>
            <a:r>
              <a:rPr lang="en-GB" noProof="0" dirty="0"/>
              <a:t>Title goes here and can be two lines</a:t>
            </a:r>
          </a:p>
        </p:txBody>
      </p:sp>
    </p:spTree>
    <p:extLst>
      <p:ext uri="{BB962C8B-B14F-4D97-AF65-F5344CB8AC3E}">
        <p14:creationId xmlns:p14="http://schemas.microsoft.com/office/powerpoint/2010/main" val="3653100342"/>
      </p:ext>
    </p:extLst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Raspberry Divider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fontAlgn="base">
              <a:spcAft>
                <a:spcPct val="0"/>
              </a:spcAft>
              <a:defRPr/>
            </a:pPr>
            <a:fld id="{4472AB7F-E8D0-4874-A9B8-335B68DC5F05}" type="slidenum">
              <a:rPr lang="en-GB" noProof="0" smtClean="0"/>
              <a:pPr fontAlgn="base">
                <a:spcAft>
                  <a:spcPct val="0"/>
                </a:spcAft>
                <a:defRPr/>
              </a:pPr>
              <a:t>‹#›</a:t>
            </a:fld>
            <a:endParaRPr lang="en-GB" noProof="0"/>
          </a:p>
        </p:txBody>
      </p:sp>
      <p:sp>
        <p:nvSpPr>
          <p:cNvPr id="7" name="Text Placeholder 19">
            <a:extLst>
              <a:ext uri="{FF2B5EF4-FFF2-40B4-BE49-F238E27FC236}">
                <a16:creationId xmlns:a16="http://schemas.microsoft.com/office/drawing/2014/main" id="{B4542619-BEC1-78B1-161B-326CA0E5E153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447479" y="1105669"/>
            <a:ext cx="8247541" cy="639527"/>
          </a:xfrm>
          <a:prstGeom prst="rect">
            <a:avLst/>
          </a:prstGeom>
        </p:spPr>
        <p:txBody>
          <a:bodyPr lIns="0" tIns="0" rIns="0" bIns="0"/>
          <a:lstStyle>
            <a:lvl1pPr marL="0" indent="0" algn="l">
              <a:buNone/>
              <a:defRPr sz="1400" b="0" i="0" cap="none" spc="90" baseline="0">
                <a:solidFill>
                  <a:schemeClr val="bg1"/>
                </a:solidFill>
                <a:latin typeface="Verdana"/>
                <a:cs typeface="Verdana"/>
              </a:defRPr>
            </a:lvl1pPr>
          </a:lstStyle>
          <a:p>
            <a:pPr lvl="0"/>
            <a:r>
              <a:rPr lang="en-GB" noProof="0" dirty="0"/>
              <a:t>Click to add subtitle</a:t>
            </a:r>
          </a:p>
        </p:txBody>
      </p:sp>
      <p:sp>
        <p:nvSpPr>
          <p:cNvPr id="8" name="Title Placeholder 1">
            <a:extLst>
              <a:ext uri="{FF2B5EF4-FFF2-40B4-BE49-F238E27FC236}">
                <a16:creationId xmlns:a16="http://schemas.microsoft.com/office/drawing/2014/main" id="{6852EEB8-B739-5DFE-D291-80DCC81141F9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 bwMode="auto">
          <a:xfrm>
            <a:off x="447479" y="335545"/>
            <a:ext cx="8247541" cy="679647"/>
          </a:xfrm>
          <a:prstGeom prst="rect">
            <a:avLst/>
          </a:prstGeom>
          <a:noFill/>
          <a:ln>
            <a:noFill/>
          </a:ln>
        </p:spPr>
        <p:txBody>
          <a:bodyPr vert="horz" wrap="square" lIns="0" tIns="45716" rIns="91431" bIns="45716" numCol="1" anchor="ctr" anchorCtr="0" compatLnSpc="1">
            <a:prstTxWarp prst="textNoShape">
              <a:avLst/>
            </a:prstTxWarp>
          </a:bodyPr>
          <a:lstStyle>
            <a:lvl1pPr algn="l">
              <a:lnSpc>
                <a:spcPct val="90000"/>
              </a:lnSpc>
              <a:defRPr sz="2400" baseline="0">
                <a:solidFill>
                  <a:schemeClr val="bg1"/>
                </a:solidFill>
              </a:defRPr>
            </a:lvl1pPr>
          </a:lstStyle>
          <a:p>
            <a:pPr lvl="0"/>
            <a:r>
              <a:rPr lang="en-GB" noProof="0" dirty="0"/>
              <a:t>Title goes here and can be two lines</a:t>
            </a:r>
          </a:p>
        </p:txBody>
      </p:sp>
    </p:spTree>
    <p:extLst>
      <p:ext uri="{BB962C8B-B14F-4D97-AF65-F5344CB8AC3E}">
        <p14:creationId xmlns:p14="http://schemas.microsoft.com/office/powerpoint/2010/main" val="919200918"/>
      </p:ext>
    </p:extLst>
  </p:cSld>
  <p:clrMapOvr>
    <a:masterClrMapping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Grass Divider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fontAlgn="base">
              <a:spcAft>
                <a:spcPct val="0"/>
              </a:spcAft>
              <a:defRPr/>
            </a:pPr>
            <a:fld id="{4472AB7F-E8D0-4874-A9B8-335B68DC5F05}" type="slidenum">
              <a:rPr lang="en-GB" noProof="0" smtClean="0"/>
              <a:pPr fontAlgn="base">
                <a:spcAft>
                  <a:spcPct val="0"/>
                </a:spcAft>
                <a:defRPr/>
              </a:pPr>
              <a:t>‹#›</a:t>
            </a:fld>
            <a:endParaRPr lang="en-GB" noProof="0"/>
          </a:p>
        </p:txBody>
      </p:sp>
      <p:sp>
        <p:nvSpPr>
          <p:cNvPr id="7" name="Text Placeholder 19">
            <a:extLst>
              <a:ext uri="{FF2B5EF4-FFF2-40B4-BE49-F238E27FC236}">
                <a16:creationId xmlns:a16="http://schemas.microsoft.com/office/drawing/2014/main" id="{FE91A5D4-45F7-A537-2D8F-AD948ED4B149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447479" y="1105669"/>
            <a:ext cx="8247541" cy="639527"/>
          </a:xfrm>
          <a:prstGeom prst="rect">
            <a:avLst/>
          </a:prstGeom>
        </p:spPr>
        <p:txBody>
          <a:bodyPr lIns="0" tIns="0" rIns="0" bIns="0"/>
          <a:lstStyle>
            <a:lvl1pPr marL="0" indent="0" algn="l">
              <a:buNone/>
              <a:defRPr sz="1400" b="0" i="0" cap="none" spc="90" baseline="0">
                <a:solidFill>
                  <a:schemeClr val="tx2"/>
                </a:solidFill>
                <a:latin typeface="Verdana"/>
                <a:cs typeface="Verdana"/>
              </a:defRPr>
            </a:lvl1pPr>
          </a:lstStyle>
          <a:p>
            <a:pPr lvl="0"/>
            <a:r>
              <a:rPr lang="en-GB" noProof="0" dirty="0"/>
              <a:t>Click to add subtitle</a:t>
            </a:r>
          </a:p>
        </p:txBody>
      </p:sp>
      <p:sp>
        <p:nvSpPr>
          <p:cNvPr id="8" name="Title Placeholder 1">
            <a:extLst>
              <a:ext uri="{FF2B5EF4-FFF2-40B4-BE49-F238E27FC236}">
                <a16:creationId xmlns:a16="http://schemas.microsoft.com/office/drawing/2014/main" id="{5C152793-4950-0C44-11DF-B9B63AE6CF36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 bwMode="auto">
          <a:xfrm>
            <a:off x="447479" y="335545"/>
            <a:ext cx="8247541" cy="679647"/>
          </a:xfrm>
          <a:prstGeom prst="rect">
            <a:avLst/>
          </a:prstGeom>
          <a:noFill/>
          <a:ln>
            <a:noFill/>
          </a:ln>
        </p:spPr>
        <p:txBody>
          <a:bodyPr vert="horz" wrap="square" lIns="0" tIns="45716" rIns="91431" bIns="45716" numCol="1" anchor="ctr" anchorCtr="0" compatLnSpc="1">
            <a:prstTxWarp prst="textNoShape">
              <a:avLst/>
            </a:prstTxWarp>
          </a:bodyPr>
          <a:lstStyle>
            <a:lvl1pPr algn="l">
              <a:lnSpc>
                <a:spcPct val="90000"/>
              </a:lnSpc>
              <a:defRPr sz="2400" baseline="0">
                <a:solidFill>
                  <a:schemeClr val="tx2"/>
                </a:solidFill>
              </a:defRPr>
            </a:lvl1pPr>
          </a:lstStyle>
          <a:p>
            <a:pPr lvl="0"/>
            <a:r>
              <a:rPr lang="en-GB" noProof="0" dirty="0"/>
              <a:t>Title goes here and can be two lines</a:t>
            </a:r>
          </a:p>
        </p:txBody>
      </p:sp>
    </p:spTree>
    <p:extLst>
      <p:ext uri="{BB962C8B-B14F-4D97-AF65-F5344CB8AC3E}">
        <p14:creationId xmlns:p14="http://schemas.microsoft.com/office/powerpoint/2010/main" val="3845781023"/>
      </p:ext>
    </p:extLst>
  </p:cSld>
  <p:clrMapOvr>
    <a:masterClrMapping/>
  </p:clrMapOvr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ky Divider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fontAlgn="base">
              <a:spcAft>
                <a:spcPct val="0"/>
              </a:spcAft>
              <a:defRPr/>
            </a:pPr>
            <a:fld id="{4472AB7F-E8D0-4874-A9B8-335B68DC5F05}" type="slidenum">
              <a:rPr lang="en-GB" noProof="0" smtClean="0"/>
              <a:pPr fontAlgn="base">
                <a:spcAft>
                  <a:spcPct val="0"/>
                </a:spcAft>
                <a:defRPr/>
              </a:pPr>
              <a:t>‹#›</a:t>
            </a:fld>
            <a:endParaRPr lang="en-GB" noProof="0"/>
          </a:p>
        </p:txBody>
      </p:sp>
      <p:sp>
        <p:nvSpPr>
          <p:cNvPr id="7" name="Text Placeholder 19">
            <a:extLst>
              <a:ext uri="{FF2B5EF4-FFF2-40B4-BE49-F238E27FC236}">
                <a16:creationId xmlns:a16="http://schemas.microsoft.com/office/drawing/2014/main" id="{151EA38D-F08C-55F0-1C76-759ABCA6320D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447479" y="1105669"/>
            <a:ext cx="8247541" cy="639527"/>
          </a:xfrm>
          <a:prstGeom prst="rect">
            <a:avLst/>
          </a:prstGeom>
        </p:spPr>
        <p:txBody>
          <a:bodyPr lIns="0" tIns="0" rIns="0" bIns="0"/>
          <a:lstStyle>
            <a:lvl1pPr marL="0" indent="0" algn="l">
              <a:buNone/>
              <a:defRPr sz="1400" b="0" i="0" cap="none" spc="90" baseline="0">
                <a:solidFill>
                  <a:schemeClr val="tx2"/>
                </a:solidFill>
                <a:latin typeface="Verdana"/>
                <a:cs typeface="Verdana"/>
              </a:defRPr>
            </a:lvl1pPr>
          </a:lstStyle>
          <a:p>
            <a:pPr lvl="0"/>
            <a:r>
              <a:rPr lang="en-GB" noProof="0" dirty="0"/>
              <a:t>Click to add subtitle</a:t>
            </a:r>
          </a:p>
        </p:txBody>
      </p:sp>
      <p:sp>
        <p:nvSpPr>
          <p:cNvPr id="8" name="Title Placeholder 1">
            <a:extLst>
              <a:ext uri="{FF2B5EF4-FFF2-40B4-BE49-F238E27FC236}">
                <a16:creationId xmlns:a16="http://schemas.microsoft.com/office/drawing/2014/main" id="{08DF30AD-88B4-303D-D5C3-F37D542AABE6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 bwMode="auto">
          <a:xfrm>
            <a:off x="447479" y="335545"/>
            <a:ext cx="8247541" cy="679647"/>
          </a:xfrm>
          <a:prstGeom prst="rect">
            <a:avLst/>
          </a:prstGeom>
          <a:noFill/>
          <a:ln>
            <a:noFill/>
          </a:ln>
        </p:spPr>
        <p:txBody>
          <a:bodyPr vert="horz" wrap="square" lIns="0" tIns="45716" rIns="91431" bIns="45716" numCol="1" anchor="ctr" anchorCtr="0" compatLnSpc="1">
            <a:prstTxWarp prst="textNoShape">
              <a:avLst/>
            </a:prstTxWarp>
          </a:bodyPr>
          <a:lstStyle>
            <a:lvl1pPr algn="l">
              <a:lnSpc>
                <a:spcPct val="90000"/>
              </a:lnSpc>
              <a:defRPr sz="2400" baseline="0">
                <a:solidFill>
                  <a:schemeClr val="tx2"/>
                </a:solidFill>
              </a:defRPr>
            </a:lvl1pPr>
          </a:lstStyle>
          <a:p>
            <a:pPr lvl="0"/>
            <a:r>
              <a:rPr lang="en-GB" noProof="0" dirty="0"/>
              <a:t>Title goes here and can be two lines</a:t>
            </a:r>
          </a:p>
        </p:txBody>
      </p:sp>
    </p:spTree>
    <p:extLst>
      <p:ext uri="{BB962C8B-B14F-4D97-AF65-F5344CB8AC3E}">
        <p14:creationId xmlns:p14="http://schemas.microsoft.com/office/powerpoint/2010/main" val="340221189"/>
      </p:ext>
    </p:extLst>
  </p:cSld>
  <p:clrMapOvr>
    <a:masterClrMapping/>
  </p:clrMapOvr>
</p:sldLayout>
</file>

<file path=ppt/slideLayouts/slideLayout3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each Divider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fontAlgn="base">
              <a:spcAft>
                <a:spcPct val="0"/>
              </a:spcAft>
              <a:defRPr/>
            </a:pPr>
            <a:fld id="{4472AB7F-E8D0-4874-A9B8-335B68DC5F05}" type="slidenum">
              <a:rPr lang="en-GB" noProof="0" smtClean="0"/>
              <a:pPr fontAlgn="base">
                <a:spcAft>
                  <a:spcPct val="0"/>
                </a:spcAft>
                <a:defRPr/>
              </a:pPr>
              <a:t>‹#›</a:t>
            </a:fld>
            <a:endParaRPr lang="en-GB" noProof="0"/>
          </a:p>
        </p:txBody>
      </p:sp>
      <p:sp>
        <p:nvSpPr>
          <p:cNvPr id="7" name="Text Placeholder 19">
            <a:extLst>
              <a:ext uri="{FF2B5EF4-FFF2-40B4-BE49-F238E27FC236}">
                <a16:creationId xmlns:a16="http://schemas.microsoft.com/office/drawing/2014/main" id="{5EE76FAB-6F01-A3C8-C3A3-1D809A5E6547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447479" y="1105669"/>
            <a:ext cx="8247541" cy="639527"/>
          </a:xfrm>
          <a:prstGeom prst="rect">
            <a:avLst/>
          </a:prstGeom>
        </p:spPr>
        <p:txBody>
          <a:bodyPr lIns="0" tIns="0" rIns="0" bIns="0"/>
          <a:lstStyle>
            <a:lvl1pPr marL="0" indent="0" algn="l">
              <a:buNone/>
              <a:defRPr sz="1400" b="0" i="0" cap="none" spc="90" baseline="0">
                <a:solidFill>
                  <a:schemeClr val="tx2"/>
                </a:solidFill>
                <a:latin typeface="Verdana"/>
                <a:cs typeface="Verdana"/>
              </a:defRPr>
            </a:lvl1pPr>
          </a:lstStyle>
          <a:p>
            <a:pPr lvl="0"/>
            <a:r>
              <a:rPr lang="en-GB" noProof="0" dirty="0"/>
              <a:t>Click to add subtitle</a:t>
            </a:r>
          </a:p>
        </p:txBody>
      </p:sp>
      <p:sp>
        <p:nvSpPr>
          <p:cNvPr id="8" name="Title Placeholder 1">
            <a:extLst>
              <a:ext uri="{FF2B5EF4-FFF2-40B4-BE49-F238E27FC236}">
                <a16:creationId xmlns:a16="http://schemas.microsoft.com/office/drawing/2014/main" id="{26EB021E-E55D-DA0F-8F60-188292D2989D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 bwMode="auto">
          <a:xfrm>
            <a:off x="447479" y="335545"/>
            <a:ext cx="8247541" cy="679647"/>
          </a:xfrm>
          <a:prstGeom prst="rect">
            <a:avLst/>
          </a:prstGeom>
          <a:noFill/>
          <a:ln>
            <a:noFill/>
          </a:ln>
        </p:spPr>
        <p:txBody>
          <a:bodyPr vert="horz" wrap="square" lIns="0" tIns="45716" rIns="91431" bIns="45716" numCol="1" anchor="ctr" anchorCtr="0" compatLnSpc="1">
            <a:prstTxWarp prst="textNoShape">
              <a:avLst/>
            </a:prstTxWarp>
          </a:bodyPr>
          <a:lstStyle>
            <a:lvl1pPr algn="l">
              <a:lnSpc>
                <a:spcPct val="90000"/>
              </a:lnSpc>
              <a:defRPr sz="2400" baseline="0">
                <a:solidFill>
                  <a:schemeClr val="tx2"/>
                </a:solidFill>
              </a:defRPr>
            </a:lvl1pPr>
          </a:lstStyle>
          <a:p>
            <a:pPr lvl="0"/>
            <a:r>
              <a:rPr lang="en-GB" noProof="0" dirty="0"/>
              <a:t>Title goes here and can be two lines</a:t>
            </a:r>
          </a:p>
        </p:txBody>
      </p:sp>
    </p:spTree>
    <p:extLst>
      <p:ext uri="{BB962C8B-B14F-4D97-AF65-F5344CB8AC3E}">
        <p14:creationId xmlns:p14="http://schemas.microsoft.com/office/powerpoint/2010/main" val="502058667"/>
      </p:ext>
    </p:extLst>
  </p:cSld>
  <p:clrMapOvr>
    <a:masterClrMapping/>
  </p:clrMapOvr>
</p:sldLayout>
</file>

<file path=ppt/slideLayouts/slideLayout3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Editable Colour Divider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0A3EA452-E4C8-02D1-4C99-87124FC67D1D}"/>
              </a:ext>
            </a:extLst>
          </p:cNvPr>
          <p:cNvSpPr/>
          <p:nvPr userDrawn="1"/>
        </p:nvSpPr>
        <p:spPr>
          <a:xfrm>
            <a:off x="0" y="0"/>
            <a:ext cx="9144000" cy="4563122"/>
          </a:xfrm>
          <a:prstGeom prst="rect">
            <a:avLst/>
          </a:prstGeom>
          <a:solidFill>
            <a:srgbClr val="888B8D"/>
          </a:solidFill>
          <a:ln w="25400" cap="flat" cmpd="sng" algn="ctr">
            <a:noFill/>
            <a:prstDash val="solid"/>
          </a:ln>
          <a:effectLst/>
        </p:spPr>
        <p:txBody>
          <a:bodyPr rtlCol="0" anchor="ctr"/>
          <a:lstStyle/>
          <a:p>
            <a:pPr marL="0" marR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GB" sz="1800" b="0" i="0" u="none" strike="noStrike" kern="0" cap="none" spc="0" normalizeH="0" baseline="0" noProof="0">
              <a:ln>
                <a:noFill/>
              </a:ln>
              <a:solidFill>
                <a:sysClr val="window" lastClr="FFFFFF"/>
              </a:solidFill>
              <a:effectLst/>
              <a:uLnTx/>
              <a:uFillTx/>
              <a:latin typeface="Verdana"/>
              <a:ea typeface="+mn-ea"/>
              <a:cs typeface="+mn-cs"/>
            </a:endParaRPr>
          </a:p>
        </p:txBody>
      </p:sp>
      <p:sp>
        <p:nvSpPr>
          <p:cNvPr id="2" name="Slide Number Placeholder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fontAlgn="base">
              <a:spcAft>
                <a:spcPct val="0"/>
              </a:spcAft>
              <a:defRPr/>
            </a:pPr>
            <a:fld id="{4472AB7F-E8D0-4874-A9B8-335B68DC5F05}" type="slidenum">
              <a:rPr lang="en-GB" noProof="0" smtClean="0"/>
              <a:pPr fontAlgn="base">
                <a:spcAft>
                  <a:spcPct val="0"/>
                </a:spcAft>
                <a:defRPr/>
              </a:pPr>
              <a:t>‹#›</a:t>
            </a:fld>
            <a:endParaRPr lang="en-GB" noProof="0"/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E359E0A6-0CBB-59A6-4A9F-95245214E1BE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alphaModFix amt="58000"/>
          </a:blip>
          <a:srcRect l="46207" b="11283"/>
          <a:stretch/>
        </p:blipFill>
        <p:spPr>
          <a:xfrm>
            <a:off x="4223657" y="0"/>
            <a:ext cx="4918842" cy="4563122"/>
          </a:xfrm>
          <a:prstGeom prst="rect">
            <a:avLst/>
          </a:prstGeom>
        </p:spPr>
      </p:pic>
      <p:sp>
        <p:nvSpPr>
          <p:cNvPr id="5" name="Text Placeholder 19">
            <a:extLst>
              <a:ext uri="{FF2B5EF4-FFF2-40B4-BE49-F238E27FC236}">
                <a16:creationId xmlns:a16="http://schemas.microsoft.com/office/drawing/2014/main" id="{4B80CFD0-1A84-CAB9-B6F2-902A3A1F105D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447479" y="1105669"/>
            <a:ext cx="8247541" cy="639527"/>
          </a:xfrm>
          <a:prstGeom prst="rect">
            <a:avLst/>
          </a:prstGeom>
        </p:spPr>
        <p:txBody>
          <a:bodyPr lIns="0" tIns="0" rIns="0" bIns="0"/>
          <a:lstStyle>
            <a:lvl1pPr marL="0" indent="0" algn="l">
              <a:buNone/>
              <a:defRPr sz="1400" b="0" i="0" cap="none" spc="0" baseline="0">
                <a:solidFill>
                  <a:schemeClr val="bg1"/>
                </a:solidFill>
                <a:latin typeface="Verdana"/>
                <a:cs typeface="Verdana"/>
              </a:defRPr>
            </a:lvl1pPr>
          </a:lstStyle>
          <a:p>
            <a:pPr lvl="0"/>
            <a:r>
              <a:rPr lang="en-GB" noProof="0" dirty="0"/>
              <a:t>Click to add subtitle</a:t>
            </a:r>
          </a:p>
        </p:txBody>
      </p:sp>
      <p:sp>
        <p:nvSpPr>
          <p:cNvPr id="6" name="Title Placeholder 1">
            <a:extLst>
              <a:ext uri="{FF2B5EF4-FFF2-40B4-BE49-F238E27FC236}">
                <a16:creationId xmlns:a16="http://schemas.microsoft.com/office/drawing/2014/main" id="{EA6700EC-4AF9-04BA-49B9-333359DB00A5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 bwMode="auto">
          <a:xfrm>
            <a:off x="447479" y="335545"/>
            <a:ext cx="8247541" cy="679647"/>
          </a:xfrm>
          <a:prstGeom prst="rect">
            <a:avLst/>
          </a:prstGeom>
          <a:noFill/>
          <a:ln>
            <a:noFill/>
          </a:ln>
        </p:spPr>
        <p:txBody>
          <a:bodyPr vert="horz" wrap="square" lIns="0" tIns="45716" rIns="91431" bIns="45716" numCol="1" anchor="ctr" anchorCtr="0" compatLnSpc="1">
            <a:prstTxWarp prst="textNoShape">
              <a:avLst/>
            </a:prstTxWarp>
          </a:bodyPr>
          <a:lstStyle>
            <a:lvl1pPr algn="l">
              <a:lnSpc>
                <a:spcPct val="90000"/>
              </a:lnSpc>
              <a:defRPr sz="2400">
                <a:solidFill>
                  <a:schemeClr val="bg1"/>
                </a:solidFill>
              </a:defRPr>
            </a:lvl1pPr>
          </a:lstStyle>
          <a:p>
            <a:pPr lvl="0"/>
            <a:r>
              <a:rPr lang="en-GB" noProof="0" dirty="0"/>
              <a:t>To edit this colour background: open master slides, find this slide, select grey shape and change colour </a:t>
            </a:r>
          </a:p>
        </p:txBody>
      </p:sp>
    </p:spTree>
    <p:extLst>
      <p:ext uri="{BB962C8B-B14F-4D97-AF65-F5344CB8AC3E}">
        <p14:creationId xmlns:p14="http://schemas.microsoft.com/office/powerpoint/2010/main" val="3706790324"/>
      </p:ext>
    </p:extLst>
  </p:cSld>
  <p:clrMapOvr>
    <a:masterClrMapping/>
  </p:clrMapOvr>
</p:sldLayout>
</file>

<file path=ppt/slideLayouts/slideLayout3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White Divider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fontAlgn="base">
              <a:spcAft>
                <a:spcPct val="0"/>
              </a:spcAft>
              <a:defRPr/>
            </a:pPr>
            <a:fld id="{4472AB7F-E8D0-4874-A9B8-335B68DC5F05}" type="slidenum">
              <a:rPr lang="en-GB" noProof="0" smtClean="0"/>
              <a:pPr fontAlgn="base">
                <a:spcAft>
                  <a:spcPct val="0"/>
                </a:spcAft>
                <a:defRPr/>
              </a:pPr>
              <a:t>‹#›</a:t>
            </a:fld>
            <a:endParaRPr lang="en-GB" noProof="0"/>
          </a:p>
        </p:txBody>
      </p:sp>
      <p:sp>
        <p:nvSpPr>
          <p:cNvPr id="3" name="Text Placeholder 19">
            <a:extLst>
              <a:ext uri="{FF2B5EF4-FFF2-40B4-BE49-F238E27FC236}">
                <a16:creationId xmlns:a16="http://schemas.microsoft.com/office/drawing/2014/main" id="{7AF1671B-C1E6-64DE-7837-ECBD7EDB10F1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447479" y="1105669"/>
            <a:ext cx="8247541" cy="639527"/>
          </a:xfrm>
          <a:prstGeom prst="rect">
            <a:avLst/>
          </a:prstGeom>
        </p:spPr>
        <p:txBody>
          <a:bodyPr lIns="0" tIns="0" rIns="0" bIns="0"/>
          <a:lstStyle>
            <a:lvl1pPr marL="0" indent="0" algn="l">
              <a:buNone/>
              <a:defRPr sz="1400" b="0" i="0" cap="none" spc="90" baseline="0">
                <a:solidFill>
                  <a:schemeClr val="tx2"/>
                </a:solidFill>
                <a:latin typeface="Verdana"/>
                <a:cs typeface="Verdana"/>
              </a:defRPr>
            </a:lvl1pPr>
          </a:lstStyle>
          <a:p>
            <a:pPr lvl="0"/>
            <a:r>
              <a:rPr lang="en-GB" noProof="0" dirty="0"/>
              <a:t>Click to add subtitle</a:t>
            </a:r>
          </a:p>
        </p:txBody>
      </p:sp>
      <p:sp>
        <p:nvSpPr>
          <p:cNvPr id="4" name="Title Placeholder 1">
            <a:extLst>
              <a:ext uri="{FF2B5EF4-FFF2-40B4-BE49-F238E27FC236}">
                <a16:creationId xmlns:a16="http://schemas.microsoft.com/office/drawing/2014/main" id="{74F80FB6-B03E-0053-B026-D8678D347D76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 bwMode="auto">
          <a:xfrm>
            <a:off x="447479" y="335545"/>
            <a:ext cx="8247541" cy="679647"/>
          </a:xfrm>
          <a:prstGeom prst="rect">
            <a:avLst/>
          </a:prstGeom>
          <a:noFill/>
          <a:ln>
            <a:noFill/>
          </a:ln>
        </p:spPr>
        <p:txBody>
          <a:bodyPr vert="horz" wrap="square" lIns="0" tIns="45716" rIns="91431" bIns="45716" numCol="1" anchor="ctr" anchorCtr="0" compatLnSpc="1">
            <a:prstTxWarp prst="textNoShape">
              <a:avLst/>
            </a:prstTxWarp>
          </a:bodyPr>
          <a:lstStyle>
            <a:lvl1pPr algn="l">
              <a:lnSpc>
                <a:spcPct val="90000"/>
              </a:lnSpc>
              <a:defRPr sz="2400" baseline="0">
                <a:solidFill>
                  <a:schemeClr val="tx2"/>
                </a:solidFill>
              </a:defRPr>
            </a:lvl1pPr>
          </a:lstStyle>
          <a:p>
            <a:pPr lvl="0"/>
            <a:r>
              <a:rPr lang="en-GB" noProof="0" dirty="0"/>
              <a:t>Title goes here and can be two lines</a:t>
            </a:r>
          </a:p>
        </p:txBody>
      </p:sp>
    </p:spTree>
    <p:extLst>
      <p:ext uri="{BB962C8B-B14F-4D97-AF65-F5344CB8AC3E}">
        <p14:creationId xmlns:p14="http://schemas.microsoft.com/office/powerpoint/2010/main" val="10615273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2.pn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image" Target="../media/image1.png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8.xml"/><Relationship Id="rId13" Type="http://schemas.openxmlformats.org/officeDocument/2006/relationships/image" Target="../media/image1.png"/><Relationship Id="rId3" Type="http://schemas.openxmlformats.org/officeDocument/2006/relationships/slideLayout" Target="../slideLayouts/slideLayout13.xml"/><Relationship Id="rId7" Type="http://schemas.openxmlformats.org/officeDocument/2006/relationships/slideLayout" Target="../slideLayouts/slideLayout17.xml"/><Relationship Id="rId12" Type="http://schemas.openxmlformats.org/officeDocument/2006/relationships/image" Target="../media/image11.jpg"/><Relationship Id="rId2" Type="http://schemas.openxmlformats.org/officeDocument/2006/relationships/slideLayout" Target="../slideLayouts/slideLayout12.xml"/><Relationship Id="rId1" Type="http://schemas.openxmlformats.org/officeDocument/2006/relationships/slideLayout" Target="../slideLayouts/slideLayout11.xml"/><Relationship Id="rId6" Type="http://schemas.openxmlformats.org/officeDocument/2006/relationships/slideLayout" Target="../slideLayouts/slideLayout16.xml"/><Relationship Id="rId11" Type="http://schemas.openxmlformats.org/officeDocument/2006/relationships/theme" Target="../theme/theme2.xml"/><Relationship Id="rId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20.xml"/><Relationship Id="rId4" Type="http://schemas.openxmlformats.org/officeDocument/2006/relationships/slideLayout" Target="../slideLayouts/slideLayout14.xml"/><Relationship Id="rId9" Type="http://schemas.openxmlformats.org/officeDocument/2006/relationships/slideLayout" Target="../slideLayouts/slideLayout19.xml"/></Relationships>
</file>

<file path=ppt/slideMasters/_rels/slideMaster3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28.xml"/><Relationship Id="rId13" Type="http://schemas.openxmlformats.org/officeDocument/2006/relationships/image" Target="../media/image1.png"/><Relationship Id="rId3" Type="http://schemas.openxmlformats.org/officeDocument/2006/relationships/slideLayout" Target="../slideLayouts/slideLayout23.xml"/><Relationship Id="rId7" Type="http://schemas.openxmlformats.org/officeDocument/2006/relationships/slideLayout" Target="../slideLayouts/slideLayout27.xml"/><Relationship Id="rId12" Type="http://schemas.openxmlformats.org/officeDocument/2006/relationships/image" Target="../media/image11.jpg"/><Relationship Id="rId2" Type="http://schemas.openxmlformats.org/officeDocument/2006/relationships/slideLayout" Target="../slideLayouts/slideLayout22.xml"/><Relationship Id="rId1" Type="http://schemas.openxmlformats.org/officeDocument/2006/relationships/slideLayout" Target="../slideLayouts/slideLayout21.xml"/><Relationship Id="rId6" Type="http://schemas.openxmlformats.org/officeDocument/2006/relationships/slideLayout" Target="../slideLayouts/slideLayout26.xml"/><Relationship Id="rId11" Type="http://schemas.openxmlformats.org/officeDocument/2006/relationships/theme" Target="../theme/theme3.xml"/><Relationship Id="rId5" Type="http://schemas.openxmlformats.org/officeDocument/2006/relationships/slideLayout" Target="../slideLayouts/slideLayout25.xml"/><Relationship Id="rId10" Type="http://schemas.openxmlformats.org/officeDocument/2006/relationships/slideLayout" Target="../slideLayouts/slideLayout30.xml"/><Relationship Id="rId4" Type="http://schemas.openxmlformats.org/officeDocument/2006/relationships/slideLayout" Target="../slideLayouts/slideLayout24.xml"/><Relationship Id="rId9" Type="http://schemas.openxmlformats.org/officeDocument/2006/relationships/slideLayout" Target="../slideLayouts/slideLayout29.xml"/></Relationships>
</file>

<file path=ppt/slideMasters/_rels/slideMaster4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38.xml"/><Relationship Id="rId3" Type="http://schemas.openxmlformats.org/officeDocument/2006/relationships/slideLayout" Target="../slideLayouts/slideLayout33.xml"/><Relationship Id="rId7" Type="http://schemas.openxmlformats.org/officeDocument/2006/relationships/slideLayout" Target="../slideLayouts/slideLayout37.xml"/><Relationship Id="rId12" Type="http://schemas.openxmlformats.org/officeDocument/2006/relationships/image" Target="../media/image1.png"/><Relationship Id="rId2" Type="http://schemas.openxmlformats.org/officeDocument/2006/relationships/slideLayout" Target="../slideLayouts/slideLayout32.xml"/><Relationship Id="rId1" Type="http://schemas.openxmlformats.org/officeDocument/2006/relationships/slideLayout" Target="../slideLayouts/slideLayout31.xml"/><Relationship Id="rId6" Type="http://schemas.openxmlformats.org/officeDocument/2006/relationships/slideLayout" Target="../slideLayouts/slideLayout36.xml"/><Relationship Id="rId11" Type="http://schemas.openxmlformats.org/officeDocument/2006/relationships/image" Target="../media/image12.png"/><Relationship Id="rId5" Type="http://schemas.openxmlformats.org/officeDocument/2006/relationships/slideLayout" Target="../slideLayouts/slideLayout35.xml"/><Relationship Id="rId10" Type="http://schemas.openxmlformats.org/officeDocument/2006/relationships/theme" Target="../theme/theme4.xml"/><Relationship Id="rId4" Type="http://schemas.openxmlformats.org/officeDocument/2006/relationships/slideLayout" Target="../slideLayouts/slideLayout34.xml"/><Relationship Id="rId9" Type="http://schemas.openxmlformats.org/officeDocument/2006/relationships/slideLayout" Target="../slideLayouts/slideLayout3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/>
          <p:cNvPicPr>
            <a:picLocks noChangeAspect="1"/>
          </p:cNvPicPr>
          <p:nvPr/>
        </p:nvPicPr>
        <p:blipFill>
          <a:blip r:embed="rId12"/>
          <a:srcRect/>
          <a:stretch/>
        </p:blipFill>
        <p:spPr>
          <a:xfrm>
            <a:off x="457200" y="504063"/>
            <a:ext cx="2129612" cy="619887"/>
          </a:xfrm>
          <a:prstGeom prst="rect">
            <a:avLst/>
          </a:prstGeom>
        </p:spPr>
      </p:pic>
      <p:pic>
        <p:nvPicPr>
          <p:cNvPr id="9" name="Picture 8"/>
          <p:cNvPicPr>
            <a:picLocks noChangeAspect="1"/>
          </p:cNvPicPr>
          <p:nvPr/>
        </p:nvPicPr>
        <p:blipFill>
          <a:blip r:embed="rId13"/>
          <a:srcRect/>
          <a:stretch/>
        </p:blipFill>
        <p:spPr>
          <a:xfrm>
            <a:off x="7162800" y="811269"/>
            <a:ext cx="1429409" cy="7719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2401002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82" r:id="rId1"/>
    <p:sldLayoutId id="2147483683" r:id="rId2"/>
    <p:sldLayoutId id="2147483684" r:id="rId3"/>
    <p:sldLayoutId id="2147483685" r:id="rId4"/>
    <p:sldLayoutId id="2147483860" r:id="rId5"/>
    <p:sldLayoutId id="2147483861" r:id="rId6"/>
    <p:sldLayoutId id="2147483676" r:id="rId7"/>
    <p:sldLayoutId id="2147483859" r:id="rId8"/>
    <p:sldLayoutId id="2147483681" r:id="rId9"/>
    <p:sldLayoutId id="2147483862" r:id="rId10"/>
  </p:sldLayoutIdLst>
  <p:hf hdr="0" ftr="0" dt="0"/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blipFill dpi="0" rotWithShape="1">
          <a:blip r:embed="rId1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Text Placeholder 19"/>
          <p:cNvSpPr txBox="1">
            <a:spLocks/>
          </p:cNvSpPr>
          <p:nvPr/>
        </p:nvSpPr>
        <p:spPr>
          <a:xfrm>
            <a:off x="5086351" y="4791985"/>
            <a:ext cx="2770356" cy="101042"/>
          </a:xfrm>
          <a:prstGeom prst="rect">
            <a:avLst/>
          </a:prstGeom>
        </p:spPr>
        <p:txBody>
          <a:bodyPr lIns="0" tIns="0" rIns="0" bIns="0"/>
          <a:lstStyle>
            <a:lvl1pPr marL="0" marR="0" indent="0" algn="r" defTabSz="457155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Tx/>
              <a:buFont typeface="Arial"/>
              <a:buNone/>
              <a:tabLst/>
              <a:defRPr sz="600" b="0" kern="1200" cap="none" spc="0" baseline="0">
                <a:solidFill>
                  <a:schemeClr val="tx1"/>
                </a:solidFill>
                <a:latin typeface="Verdana"/>
                <a:ea typeface="ＭＳ Ｐゴシック" charset="0"/>
                <a:cs typeface="Verdana"/>
              </a:defRPr>
            </a:lvl1pPr>
            <a:lvl2pPr marL="0" indent="-228578" algn="l" defTabSz="457155" rtl="0" eaLnBrk="1" fontAlgn="base" hangingPunct="1">
              <a:lnSpc>
                <a:spcPts val="2500"/>
              </a:lnSpc>
              <a:spcBef>
                <a:spcPts val="400"/>
              </a:spcBef>
              <a:spcAft>
                <a:spcPct val="0"/>
              </a:spcAft>
              <a:buClr>
                <a:schemeClr val="accent1"/>
              </a:buClr>
              <a:buFont typeface="Arial"/>
              <a:buChar char="•"/>
              <a:defRPr sz="1700" kern="1200">
                <a:solidFill>
                  <a:srgbClr val="002C6C"/>
                </a:solidFill>
                <a:latin typeface="Verdana"/>
                <a:ea typeface="ＭＳ Ｐゴシック" charset="0"/>
                <a:cs typeface="Verdana"/>
              </a:defRPr>
            </a:lvl2pPr>
            <a:lvl3pPr marL="557784" indent="-285750" algn="l" defTabSz="457155" rtl="0" eaLnBrk="1" fontAlgn="base" hangingPunct="1">
              <a:lnSpc>
                <a:spcPts val="2500"/>
              </a:lnSpc>
              <a:spcBef>
                <a:spcPts val="400"/>
              </a:spcBef>
              <a:spcAft>
                <a:spcPct val="0"/>
              </a:spcAft>
              <a:buClr>
                <a:schemeClr val="accent1"/>
              </a:buClr>
              <a:buFont typeface="Lucida Grande"/>
              <a:buChar char="­"/>
              <a:defRPr sz="1700" kern="1200">
                <a:solidFill>
                  <a:srgbClr val="002C6C"/>
                </a:solidFill>
                <a:latin typeface="Verdana"/>
                <a:ea typeface="ＭＳ Ｐゴシック" charset="0"/>
                <a:cs typeface="Verdana"/>
              </a:defRPr>
            </a:lvl3pPr>
            <a:lvl4pPr marL="822960" indent="-228578" algn="l" defTabSz="457155" rtl="0" eaLnBrk="1" fontAlgn="base" hangingPunct="1">
              <a:lnSpc>
                <a:spcPts val="2500"/>
              </a:lnSpc>
              <a:spcBef>
                <a:spcPts val="400"/>
              </a:spcBef>
              <a:spcAft>
                <a:spcPct val="0"/>
              </a:spcAft>
              <a:buClr>
                <a:schemeClr val="accent1"/>
              </a:buClr>
              <a:buFont typeface="Arial"/>
              <a:buChar char="•"/>
              <a:defRPr sz="1700" kern="1200">
                <a:solidFill>
                  <a:srgbClr val="002C6C"/>
                </a:solidFill>
                <a:latin typeface="Verdana"/>
                <a:ea typeface="ＭＳ Ｐゴシック" charset="0"/>
                <a:cs typeface="Verdana"/>
              </a:defRPr>
            </a:lvl4pPr>
            <a:lvl5pPr marL="1051560" indent="-228578" algn="l" defTabSz="457155" rtl="0" eaLnBrk="1" fontAlgn="base" hangingPunct="1">
              <a:lnSpc>
                <a:spcPts val="2500"/>
              </a:lnSpc>
              <a:spcBef>
                <a:spcPts val="400"/>
              </a:spcBef>
              <a:spcAft>
                <a:spcPct val="0"/>
              </a:spcAft>
              <a:buClr>
                <a:schemeClr val="accent1"/>
              </a:buClr>
              <a:buSzPct val="100000"/>
              <a:buFont typeface="Lucida Grande"/>
              <a:buChar char="­"/>
              <a:defRPr sz="1700" kern="1200">
                <a:solidFill>
                  <a:srgbClr val="002C6C"/>
                </a:solidFill>
                <a:latin typeface="Verdana"/>
                <a:ea typeface="ＭＳ Ｐゴシック" charset="0"/>
                <a:cs typeface="Verdana"/>
              </a:defRPr>
            </a:lvl5pPr>
            <a:lvl6pPr marL="2514354" indent="-228578" algn="l" defTabSz="457155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509" indent="-228578" algn="l" defTabSz="457155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8665" indent="-228578" algn="l" defTabSz="457155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5821" indent="-228578" algn="l" defTabSz="457155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GB" noProof="0" dirty="0">
                <a:solidFill>
                  <a:srgbClr val="454545"/>
                </a:solidFill>
              </a:rPr>
              <a:t>© GS1</a:t>
            </a:r>
            <a:r>
              <a:rPr lang="en-GB" baseline="0" noProof="0" dirty="0">
                <a:solidFill>
                  <a:srgbClr val="454545"/>
                </a:solidFill>
              </a:rPr>
              <a:t> </a:t>
            </a:r>
            <a:r>
              <a:rPr lang="en-GB" noProof="0" dirty="0">
                <a:solidFill>
                  <a:srgbClr val="454545"/>
                </a:solidFill>
              </a:rPr>
              <a:t>2026</a:t>
            </a:r>
          </a:p>
        </p:txBody>
      </p:sp>
      <p:pic>
        <p:nvPicPr>
          <p:cNvPr id="6" name="Picture 5"/>
          <p:cNvPicPr>
            <a:picLocks noChangeAspect="1"/>
          </p:cNvPicPr>
          <p:nvPr/>
        </p:nvPicPr>
        <p:blipFill>
          <a:blip r:embed="rId1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37171" y="4646132"/>
            <a:ext cx="1312639" cy="385983"/>
          </a:xfrm>
          <a:prstGeom prst="rect">
            <a:avLst/>
          </a:prstGeom>
        </p:spPr>
      </p:pic>
      <p:sp>
        <p:nvSpPr>
          <p:cNvPr id="7" name="Slide Number Placeholder 9"/>
          <p:cNvSpPr>
            <a:spLocks noGrp="1"/>
          </p:cNvSpPr>
          <p:nvPr>
            <p:ph type="sldNum" sz="quarter" idx="4"/>
          </p:nvPr>
        </p:nvSpPr>
        <p:spPr>
          <a:xfrm>
            <a:off x="8447485" y="4759630"/>
            <a:ext cx="247535" cy="150195"/>
          </a:xfrm>
          <a:prstGeom prst="rect">
            <a:avLst/>
          </a:prstGeom>
        </p:spPr>
        <p:txBody>
          <a:bodyPr vert="horz" wrap="square" lIns="0" tIns="0" rIns="0" bIns="0" numCol="1" anchor="ctr" anchorCtr="0" compatLnSpc="1">
            <a:prstTxWarp prst="textNoShape">
              <a:avLst/>
            </a:prstTxWarp>
          </a:bodyPr>
          <a:lstStyle>
            <a:lvl1pPr algn="r">
              <a:defRPr sz="700" smtClean="0">
                <a:solidFill>
                  <a:srgbClr val="454545"/>
                </a:solidFill>
                <a:latin typeface="Verdana"/>
                <a:cs typeface="Verdana"/>
              </a:defRPr>
            </a:lvl1pPr>
          </a:lstStyle>
          <a:p>
            <a:pPr fontAlgn="base">
              <a:spcAft>
                <a:spcPct val="0"/>
              </a:spcAft>
              <a:defRPr/>
            </a:pPr>
            <a:fld id="{4472AB7F-E8D0-4874-A9B8-335B68DC5F05}" type="slidenum">
              <a:rPr lang="en-GB" noProof="0" smtClean="0"/>
              <a:pPr fontAlgn="base">
                <a:spcAft>
                  <a:spcPct val="0"/>
                </a:spcAft>
                <a:defRPr/>
              </a:pPr>
              <a:t>‹#›</a:t>
            </a:fld>
            <a:endParaRPr lang="en-GB" noProof="0" dirty="0"/>
          </a:p>
        </p:txBody>
      </p:sp>
    </p:spTree>
    <p:extLst>
      <p:ext uri="{BB962C8B-B14F-4D97-AF65-F5344CB8AC3E}">
        <p14:creationId xmlns:p14="http://schemas.microsoft.com/office/powerpoint/2010/main" val="344658189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864" r:id="rId1"/>
    <p:sldLayoutId id="2147483865" r:id="rId2"/>
    <p:sldLayoutId id="2147483866" r:id="rId3"/>
    <p:sldLayoutId id="2147483867" r:id="rId4"/>
    <p:sldLayoutId id="2147483868" r:id="rId5"/>
    <p:sldLayoutId id="2147483869" r:id="rId6"/>
    <p:sldLayoutId id="2147483870" r:id="rId7"/>
    <p:sldLayoutId id="2147483871" r:id="rId8"/>
    <p:sldLayoutId id="2147483872" r:id="rId9"/>
    <p:sldLayoutId id="2147483873" r:id="rId10"/>
  </p:sldLayoutIdLst>
  <p:hf hdr="0" ftr="0" dt="0"/>
  <p:txStyles>
    <p:titleStyle>
      <a:lvl1pPr algn="l" defTabSz="457155" rtl="0" eaLnBrk="1" fontAlgn="base" hangingPunct="1">
        <a:lnSpc>
          <a:spcPct val="90000"/>
        </a:lnSpc>
        <a:spcBef>
          <a:spcPct val="0"/>
        </a:spcBef>
        <a:spcAft>
          <a:spcPct val="0"/>
        </a:spcAft>
        <a:defRPr sz="2000" kern="1200" cap="none" spc="0">
          <a:solidFill>
            <a:schemeClr val="tx2"/>
          </a:solidFill>
          <a:latin typeface="Verdana"/>
          <a:ea typeface="ＭＳ Ｐゴシック" charset="0"/>
          <a:cs typeface="Verdana"/>
        </a:defRPr>
      </a:lvl1pPr>
      <a:lvl2pPr algn="l" defTabSz="457155" rtl="0" eaLnBrk="1" fontAlgn="base" hangingPunct="1">
        <a:spcBef>
          <a:spcPct val="0"/>
        </a:spcBef>
        <a:spcAft>
          <a:spcPct val="0"/>
        </a:spcAft>
        <a:defRPr sz="2400">
          <a:solidFill>
            <a:schemeClr val="bg1"/>
          </a:solidFill>
          <a:latin typeface="Arial" charset="0"/>
          <a:ea typeface="ＭＳ Ｐゴシック" charset="0"/>
          <a:cs typeface="ＭＳ Ｐゴシック" charset="0"/>
        </a:defRPr>
      </a:lvl2pPr>
      <a:lvl3pPr algn="l" defTabSz="457155" rtl="0" eaLnBrk="1" fontAlgn="base" hangingPunct="1">
        <a:spcBef>
          <a:spcPct val="0"/>
        </a:spcBef>
        <a:spcAft>
          <a:spcPct val="0"/>
        </a:spcAft>
        <a:defRPr sz="2400">
          <a:solidFill>
            <a:schemeClr val="bg1"/>
          </a:solidFill>
          <a:latin typeface="Arial" charset="0"/>
          <a:ea typeface="ＭＳ Ｐゴシック" charset="0"/>
          <a:cs typeface="ＭＳ Ｐゴシック" charset="0"/>
        </a:defRPr>
      </a:lvl3pPr>
      <a:lvl4pPr algn="l" defTabSz="457155" rtl="0" eaLnBrk="1" fontAlgn="base" hangingPunct="1">
        <a:spcBef>
          <a:spcPct val="0"/>
        </a:spcBef>
        <a:spcAft>
          <a:spcPct val="0"/>
        </a:spcAft>
        <a:defRPr sz="2400">
          <a:solidFill>
            <a:schemeClr val="bg1"/>
          </a:solidFill>
          <a:latin typeface="Arial" charset="0"/>
          <a:ea typeface="ＭＳ Ｐゴシック" charset="0"/>
          <a:cs typeface="ＭＳ Ｐゴシック" charset="0"/>
        </a:defRPr>
      </a:lvl4pPr>
      <a:lvl5pPr algn="l" defTabSz="457155" rtl="0" eaLnBrk="1" fontAlgn="base" hangingPunct="1">
        <a:spcBef>
          <a:spcPct val="0"/>
        </a:spcBef>
        <a:spcAft>
          <a:spcPct val="0"/>
        </a:spcAft>
        <a:defRPr sz="2400">
          <a:solidFill>
            <a:schemeClr val="bg1"/>
          </a:solidFill>
          <a:latin typeface="Arial" charset="0"/>
          <a:ea typeface="ＭＳ Ｐゴシック" charset="0"/>
          <a:cs typeface="ＭＳ Ｐゴシック" charset="0"/>
        </a:defRPr>
      </a:lvl5pPr>
      <a:lvl6pPr marL="457155" algn="l" defTabSz="457155" rtl="0" eaLnBrk="1" fontAlgn="base" hangingPunct="1">
        <a:spcBef>
          <a:spcPct val="0"/>
        </a:spcBef>
        <a:spcAft>
          <a:spcPct val="0"/>
        </a:spcAft>
        <a:defRPr sz="2600">
          <a:solidFill>
            <a:srgbClr val="002C6C"/>
          </a:solidFill>
          <a:latin typeface="Arial" charset="0"/>
          <a:ea typeface="ＭＳ Ｐゴシック" charset="0"/>
          <a:cs typeface="ＭＳ Ｐゴシック" charset="0"/>
        </a:defRPr>
      </a:lvl6pPr>
      <a:lvl7pPr marL="914310" algn="l" defTabSz="457155" rtl="0" eaLnBrk="1" fontAlgn="base" hangingPunct="1">
        <a:spcBef>
          <a:spcPct val="0"/>
        </a:spcBef>
        <a:spcAft>
          <a:spcPct val="0"/>
        </a:spcAft>
        <a:defRPr sz="2600">
          <a:solidFill>
            <a:srgbClr val="002C6C"/>
          </a:solidFill>
          <a:latin typeface="Arial" charset="0"/>
          <a:ea typeface="ＭＳ Ｐゴシック" charset="0"/>
          <a:cs typeface="ＭＳ Ｐゴシック" charset="0"/>
        </a:defRPr>
      </a:lvl7pPr>
      <a:lvl8pPr marL="1371466" algn="l" defTabSz="457155" rtl="0" eaLnBrk="1" fontAlgn="base" hangingPunct="1">
        <a:spcBef>
          <a:spcPct val="0"/>
        </a:spcBef>
        <a:spcAft>
          <a:spcPct val="0"/>
        </a:spcAft>
        <a:defRPr sz="2600">
          <a:solidFill>
            <a:srgbClr val="002C6C"/>
          </a:solidFill>
          <a:latin typeface="Arial" charset="0"/>
          <a:ea typeface="ＭＳ Ｐゴシック" charset="0"/>
          <a:cs typeface="ＭＳ Ｐゴシック" charset="0"/>
        </a:defRPr>
      </a:lvl8pPr>
      <a:lvl9pPr marL="1828622" algn="l" defTabSz="457155" rtl="0" eaLnBrk="1" fontAlgn="base" hangingPunct="1">
        <a:spcBef>
          <a:spcPct val="0"/>
        </a:spcBef>
        <a:spcAft>
          <a:spcPct val="0"/>
        </a:spcAft>
        <a:defRPr sz="2600">
          <a:solidFill>
            <a:srgbClr val="002C6C"/>
          </a:solidFill>
          <a:latin typeface="Arial" charset="0"/>
          <a:ea typeface="ＭＳ Ｐゴシック" charset="0"/>
          <a:cs typeface="ＭＳ Ｐゴシック" charset="0"/>
        </a:defRPr>
      </a:lvl9pPr>
    </p:titleStyle>
    <p:bodyStyle>
      <a:lvl1pPr marL="360000" marR="0" indent="-285750" algn="l" defTabSz="457155" rtl="0" eaLnBrk="1" fontAlgn="base" latinLnBrk="0" hangingPunct="1">
        <a:lnSpc>
          <a:spcPct val="110000"/>
        </a:lnSpc>
        <a:spcBef>
          <a:spcPts val="400"/>
        </a:spcBef>
        <a:spcAft>
          <a:spcPct val="0"/>
        </a:spcAft>
        <a:buClr>
          <a:schemeClr val="accent1"/>
        </a:buClr>
        <a:buSzTx/>
        <a:buFont typeface="Arial"/>
        <a:buChar char="•"/>
        <a:tabLst/>
        <a:defRPr sz="1700" b="0" i="0" kern="1200" baseline="0">
          <a:solidFill>
            <a:schemeClr val="tx2"/>
          </a:solidFill>
          <a:latin typeface="Verdana"/>
          <a:ea typeface="ＭＳ Ｐゴシック" charset="0"/>
          <a:cs typeface="Verdana"/>
        </a:defRPr>
      </a:lvl1pPr>
      <a:lvl2pPr marL="558000" marR="0" indent="-285750" algn="l" defTabSz="457155" rtl="0" eaLnBrk="1" fontAlgn="base" latinLnBrk="0" hangingPunct="1">
        <a:lnSpc>
          <a:spcPct val="110000"/>
        </a:lnSpc>
        <a:spcBef>
          <a:spcPts val="400"/>
        </a:spcBef>
        <a:spcAft>
          <a:spcPct val="0"/>
        </a:spcAft>
        <a:buClr>
          <a:schemeClr val="accent1"/>
        </a:buClr>
        <a:buSzTx/>
        <a:buFont typeface="Lucida Grande"/>
        <a:buChar char="­"/>
        <a:tabLst/>
        <a:defRPr sz="1700" b="0" i="0" kern="1200">
          <a:solidFill>
            <a:schemeClr val="tx2"/>
          </a:solidFill>
          <a:latin typeface="Verdana"/>
          <a:ea typeface="ＭＳ Ｐゴシック" charset="0"/>
          <a:cs typeface="Verdana"/>
        </a:defRPr>
      </a:lvl2pPr>
      <a:lvl3pPr marL="824400" indent="-285750" algn="l" defTabSz="457155" rtl="0" eaLnBrk="1" fontAlgn="base" hangingPunct="1">
        <a:lnSpc>
          <a:spcPct val="110000"/>
        </a:lnSpc>
        <a:spcBef>
          <a:spcPts val="400"/>
        </a:spcBef>
        <a:spcAft>
          <a:spcPct val="0"/>
        </a:spcAft>
        <a:buClr>
          <a:schemeClr val="accent1"/>
        </a:buClr>
        <a:buFont typeface="Arial"/>
        <a:buChar char="•"/>
        <a:defRPr sz="1700" b="0" i="0" kern="1200">
          <a:solidFill>
            <a:schemeClr val="tx2"/>
          </a:solidFill>
          <a:latin typeface="Verdana"/>
          <a:ea typeface="ＭＳ Ｐゴシック" charset="0"/>
          <a:cs typeface="Verdana"/>
        </a:defRPr>
      </a:lvl3pPr>
      <a:lvl4pPr marL="1051200" indent="-228578" algn="l" defTabSz="457155" rtl="0" eaLnBrk="1" fontAlgn="base" hangingPunct="1">
        <a:lnSpc>
          <a:spcPct val="110000"/>
        </a:lnSpc>
        <a:spcBef>
          <a:spcPts val="400"/>
        </a:spcBef>
        <a:spcAft>
          <a:spcPct val="0"/>
        </a:spcAft>
        <a:buClr>
          <a:schemeClr val="accent1"/>
        </a:buClr>
        <a:buFont typeface="Lucida Grande"/>
        <a:buChar char="­"/>
        <a:defRPr sz="1700" b="0" i="0" kern="1200">
          <a:solidFill>
            <a:schemeClr val="tx2"/>
          </a:solidFill>
          <a:latin typeface="Verdana"/>
          <a:ea typeface="ＭＳ Ｐゴシック" charset="0"/>
          <a:cs typeface="Verdana"/>
        </a:defRPr>
      </a:lvl4pPr>
      <a:lvl5pPr marL="1267200" indent="-228578" algn="l" defTabSz="457155" rtl="0" eaLnBrk="1" fontAlgn="base" hangingPunct="1">
        <a:lnSpc>
          <a:spcPct val="110000"/>
        </a:lnSpc>
        <a:spcBef>
          <a:spcPts val="400"/>
        </a:spcBef>
        <a:spcAft>
          <a:spcPct val="0"/>
        </a:spcAft>
        <a:buClr>
          <a:schemeClr val="accent1"/>
        </a:buClr>
        <a:buSzPct val="100000"/>
        <a:buFont typeface="Arial"/>
        <a:buChar char="•"/>
        <a:defRPr sz="1700" b="0" i="0" kern="1200">
          <a:solidFill>
            <a:schemeClr val="tx2"/>
          </a:solidFill>
          <a:latin typeface="Verdana"/>
          <a:ea typeface="ＭＳ Ｐゴシック" charset="0"/>
          <a:cs typeface="Verdana"/>
        </a:defRPr>
      </a:lvl5pPr>
      <a:lvl6pPr marL="2514354" indent="-228578" algn="l" defTabSz="457155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509" indent="-228578" algn="l" defTabSz="457155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8665" indent="-228578" algn="l" defTabSz="457155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5821" indent="-228578" algn="l" defTabSz="457155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155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155" algn="l" defTabSz="457155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310" algn="l" defTabSz="457155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466" algn="l" defTabSz="457155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622" algn="l" defTabSz="457155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5777" algn="l" defTabSz="457155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2932" algn="l" defTabSz="457155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087" algn="l" defTabSz="457155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243" algn="l" defTabSz="457155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blipFill dpi="0" rotWithShape="1">
          <a:blip r:embed="rId1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Text Placeholder 19"/>
          <p:cNvSpPr txBox="1">
            <a:spLocks/>
          </p:cNvSpPr>
          <p:nvPr/>
        </p:nvSpPr>
        <p:spPr>
          <a:xfrm>
            <a:off x="5086351" y="4791985"/>
            <a:ext cx="2770356" cy="101042"/>
          </a:xfrm>
          <a:prstGeom prst="rect">
            <a:avLst/>
          </a:prstGeom>
        </p:spPr>
        <p:txBody>
          <a:bodyPr lIns="0" tIns="0" rIns="0" bIns="0"/>
          <a:lstStyle>
            <a:lvl1pPr marL="0" marR="0" indent="0" algn="r" defTabSz="457155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Tx/>
              <a:buFont typeface="Arial"/>
              <a:buNone/>
              <a:tabLst/>
              <a:defRPr sz="600" b="0" kern="1200" cap="none" spc="0" baseline="0">
                <a:solidFill>
                  <a:schemeClr val="tx1"/>
                </a:solidFill>
                <a:latin typeface="Verdana"/>
                <a:ea typeface="ＭＳ Ｐゴシック" charset="0"/>
                <a:cs typeface="Verdana"/>
              </a:defRPr>
            </a:lvl1pPr>
            <a:lvl2pPr marL="0" indent="-228578" algn="l" defTabSz="457155" rtl="0" eaLnBrk="1" fontAlgn="base" hangingPunct="1">
              <a:lnSpc>
                <a:spcPts val="2500"/>
              </a:lnSpc>
              <a:spcBef>
                <a:spcPts val="400"/>
              </a:spcBef>
              <a:spcAft>
                <a:spcPct val="0"/>
              </a:spcAft>
              <a:buClr>
                <a:schemeClr val="accent1"/>
              </a:buClr>
              <a:buFont typeface="Arial"/>
              <a:buChar char="•"/>
              <a:defRPr sz="1700" kern="1200">
                <a:solidFill>
                  <a:srgbClr val="002C6C"/>
                </a:solidFill>
                <a:latin typeface="Verdana"/>
                <a:ea typeface="ＭＳ Ｐゴシック" charset="0"/>
                <a:cs typeface="Verdana"/>
              </a:defRPr>
            </a:lvl2pPr>
            <a:lvl3pPr marL="557784" indent="-285750" algn="l" defTabSz="457155" rtl="0" eaLnBrk="1" fontAlgn="base" hangingPunct="1">
              <a:lnSpc>
                <a:spcPts val="2500"/>
              </a:lnSpc>
              <a:spcBef>
                <a:spcPts val="400"/>
              </a:spcBef>
              <a:spcAft>
                <a:spcPct val="0"/>
              </a:spcAft>
              <a:buClr>
                <a:schemeClr val="accent1"/>
              </a:buClr>
              <a:buFont typeface="Lucida Grande"/>
              <a:buChar char="­"/>
              <a:defRPr sz="1700" kern="1200">
                <a:solidFill>
                  <a:srgbClr val="002C6C"/>
                </a:solidFill>
                <a:latin typeface="Verdana"/>
                <a:ea typeface="ＭＳ Ｐゴシック" charset="0"/>
                <a:cs typeface="Verdana"/>
              </a:defRPr>
            </a:lvl3pPr>
            <a:lvl4pPr marL="822960" indent="-228578" algn="l" defTabSz="457155" rtl="0" eaLnBrk="1" fontAlgn="base" hangingPunct="1">
              <a:lnSpc>
                <a:spcPts val="2500"/>
              </a:lnSpc>
              <a:spcBef>
                <a:spcPts val="400"/>
              </a:spcBef>
              <a:spcAft>
                <a:spcPct val="0"/>
              </a:spcAft>
              <a:buClr>
                <a:schemeClr val="accent1"/>
              </a:buClr>
              <a:buFont typeface="Arial"/>
              <a:buChar char="•"/>
              <a:defRPr sz="1700" kern="1200">
                <a:solidFill>
                  <a:srgbClr val="002C6C"/>
                </a:solidFill>
                <a:latin typeface="Verdana"/>
                <a:ea typeface="ＭＳ Ｐゴシック" charset="0"/>
                <a:cs typeface="Verdana"/>
              </a:defRPr>
            </a:lvl4pPr>
            <a:lvl5pPr marL="1051560" indent="-228578" algn="l" defTabSz="457155" rtl="0" eaLnBrk="1" fontAlgn="base" hangingPunct="1">
              <a:lnSpc>
                <a:spcPts val="2500"/>
              </a:lnSpc>
              <a:spcBef>
                <a:spcPts val="400"/>
              </a:spcBef>
              <a:spcAft>
                <a:spcPct val="0"/>
              </a:spcAft>
              <a:buClr>
                <a:schemeClr val="accent1"/>
              </a:buClr>
              <a:buSzPct val="100000"/>
              <a:buFont typeface="Lucida Grande"/>
              <a:buChar char="­"/>
              <a:defRPr sz="1700" kern="1200">
                <a:solidFill>
                  <a:srgbClr val="002C6C"/>
                </a:solidFill>
                <a:latin typeface="Verdana"/>
                <a:ea typeface="ＭＳ Ｐゴシック" charset="0"/>
                <a:cs typeface="Verdana"/>
              </a:defRPr>
            </a:lvl5pPr>
            <a:lvl6pPr marL="2514354" indent="-228578" algn="l" defTabSz="457155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509" indent="-228578" algn="l" defTabSz="457155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8665" indent="-228578" algn="l" defTabSz="457155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5821" indent="-228578" algn="l" defTabSz="457155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GB" noProof="0" dirty="0">
                <a:solidFill>
                  <a:srgbClr val="454545"/>
                </a:solidFill>
              </a:rPr>
              <a:t>© GS1</a:t>
            </a:r>
            <a:r>
              <a:rPr lang="en-GB" baseline="0" noProof="0" dirty="0">
                <a:solidFill>
                  <a:srgbClr val="454545"/>
                </a:solidFill>
              </a:rPr>
              <a:t> </a:t>
            </a:r>
            <a:r>
              <a:rPr lang="en-GB" noProof="0" dirty="0">
                <a:solidFill>
                  <a:srgbClr val="454545"/>
                </a:solidFill>
              </a:rPr>
              <a:t>2026</a:t>
            </a:r>
          </a:p>
        </p:txBody>
      </p:sp>
      <p:pic>
        <p:nvPicPr>
          <p:cNvPr id="6" name="Picture 5"/>
          <p:cNvPicPr>
            <a:picLocks noChangeAspect="1"/>
          </p:cNvPicPr>
          <p:nvPr/>
        </p:nvPicPr>
        <p:blipFill>
          <a:blip r:embed="rId1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37171" y="4646132"/>
            <a:ext cx="1312639" cy="385983"/>
          </a:xfrm>
          <a:prstGeom prst="rect">
            <a:avLst/>
          </a:prstGeom>
        </p:spPr>
      </p:pic>
      <p:sp>
        <p:nvSpPr>
          <p:cNvPr id="7" name="Slide Number Placeholder 9"/>
          <p:cNvSpPr>
            <a:spLocks noGrp="1"/>
          </p:cNvSpPr>
          <p:nvPr>
            <p:ph type="sldNum" sz="quarter" idx="4"/>
          </p:nvPr>
        </p:nvSpPr>
        <p:spPr>
          <a:xfrm>
            <a:off x="8447485" y="4759630"/>
            <a:ext cx="247535" cy="150195"/>
          </a:xfrm>
          <a:prstGeom prst="rect">
            <a:avLst/>
          </a:prstGeom>
        </p:spPr>
        <p:txBody>
          <a:bodyPr vert="horz" wrap="square" lIns="0" tIns="0" rIns="0" bIns="0" numCol="1" anchor="ctr" anchorCtr="0" compatLnSpc="1">
            <a:prstTxWarp prst="textNoShape">
              <a:avLst/>
            </a:prstTxWarp>
          </a:bodyPr>
          <a:lstStyle>
            <a:lvl1pPr algn="r">
              <a:defRPr sz="700" smtClean="0">
                <a:solidFill>
                  <a:srgbClr val="454545"/>
                </a:solidFill>
                <a:latin typeface="Verdana"/>
                <a:cs typeface="Verdana"/>
              </a:defRPr>
            </a:lvl1pPr>
          </a:lstStyle>
          <a:p>
            <a:pPr fontAlgn="base">
              <a:spcAft>
                <a:spcPct val="0"/>
              </a:spcAft>
              <a:defRPr/>
            </a:pPr>
            <a:fld id="{4472AB7F-E8D0-4874-A9B8-335B68DC5F05}" type="slidenum">
              <a:rPr lang="en-GB" noProof="0" smtClean="0"/>
              <a:pPr fontAlgn="base">
                <a:spcAft>
                  <a:spcPct val="0"/>
                </a:spcAft>
                <a:defRPr/>
              </a:pPr>
              <a:t>‹#›</a:t>
            </a:fld>
            <a:endParaRPr lang="en-GB" noProof="0" dirty="0"/>
          </a:p>
        </p:txBody>
      </p:sp>
    </p:spTree>
    <p:extLst>
      <p:ext uri="{BB962C8B-B14F-4D97-AF65-F5344CB8AC3E}">
        <p14:creationId xmlns:p14="http://schemas.microsoft.com/office/powerpoint/2010/main" val="405161745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875" r:id="rId1"/>
    <p:sldLayoutId id="2147483876" r:id="rId2"/>
    <p:sldLayoutId id="2147483877" r:id="rId3"/>
    <p:sldLayoutId id="2147483878" r:id="rId4"/>
    <p:sldLayoutId id="2147483879" r:id="rId5"/>
    <p:sldLayoutId id="2147483880" r:id="rId6"/>
    <p:sldLayoutId id="2147483881" r:id="rId7"/>
    <p:sldLayoutId id="2147483882" r:id="rId8"/>
    <p:sldLayoutId id="2147483883" r:id="rId9"/>
    <p:sldLayoutId id="2147483884" r:id="rId10"/>
  </p:sldLayoutIdLst>
  <p:hf hdr="0" ftr="0" dt="0"/>
  <p:txStyles>
    <p:titleStyle>
      <a:lvl1pPr algn="l" defTabSz="457155" rtl="0" eaLnBrk="1" fontAlgn="base" hangingPunct="1">
        <a:lnSpc>
          <a:spcPct val="90000"/>
        </a:lnSpc>
        <a:spcBef>
          <a:spcPct val="0"/>
        </a:spcBef>
        <a:spcAft>
          <a:spcPct val="0"/>
        </a:spcAft>
        <a:defRPr sz="2000" kern="1200" cap="none" spc="0">
          <a:solidFill>
            <a:schemeClr val="tx2"/>
          </a:solidFill>
          <a:latin typeface="Verdana"/>
          <a:ea typeface="ＭＳ Ｐゴシック" charset="0"/>
          <a:cs typeface="Verdana"/>
        </a:defRPr>
      </a:lvl1pPr>
      <a:lvl2pPr algn="l" defTabSz="457155" rtl="0" eaLnBrk="1" fontAlgn="base" hangingPunct="1">
        <a:spcBef>
          <a:spcPct val="0"/>
        </a:spcBef>
        <a:spcAft>
          <a:spcPct val="0"/>
        </a:spcAft>
        <a:defRPr sz="2400">
          <a:solidFill>
            <a:schemeClr val="bg1"/>
          </a:solidFill>
          <a:latin typeface="Arial" charset="0"/>
          <a:ea typeface="ＭＳ Ｐゴシック" charset="0"/>
          <a:cs typeface="ＭＳ Ｐゴシック" charset="0"/>
        </a:defRPr>
      </a:lvl2pPr>
      <a:lvl3pPr algn="l" defTabSz="457155" rtl="0" eaLnBrk="1" fontAlgn="base" hangingPunct="1">
        <a:spcBef>
          <a:spcPct val="0"/>
        </a:spcBef>
        <a:spcAft>
          <a:spcPct val="0"/>
        </a:spcAft>
        <a:defRPr sz="2400">
          <a:solidFill>
            <a:schemeClr val="bg1"/>
          </a:solidFill>
          <a:latin typeface="Arial" charset="0"/>
          <a:ea typeface="ＭＳ Ｐゴシック" charset="0"/>
          <a:cs typeface="ＭＳ Ｐゴシック" charset="0"/>
        </a:defRPr>
      </a:lvl3pPr>
      <a:lvl4pPr algn="l" defTabSz="457155" rtl="0" eaLnBrk="1" fontAlgn="base" hangingPunct="1">
        <a:spcBef>
          <a:spcPct val="0"/>
        </a:spcBef>
        <a:spcAft>
          <a:spcPct val="0"/>
        </a:spcAft>
        <a:defRPr sz="2400">
          <a:solidFill>
            <a:schemeClr val="bg1"/>
          </a:solidFill>
          <a:latin typeface="Arial" charset="0"/>
          <a:ea typeface="ＭＳ Ｐゴシック" charset="0"/>
          <a:cs typeface="ＭＳ Ｐゴシック" charset="0"/>
        </a:defRPr>
      </a:lvl4pPr>
      <a:lvl5pPr algn="l" defTabSz="457155" rtl="0" eaLnBrk="1" fontAlgn="base" hangingPunct="1">
        <a:spcBef>
          <a:spcPct val="0"/>
        </a:spcBef>
        <a:spcAft>
          <a:spcPct val="0"/>
        </a:spcAft>
        <a:defRPr sz="2400">
          <a:solidFill>
            <a:schemeClr val="bg1"/>
          </a:solidFill>
          <a:latin typeface="Arial" charset="0"/>
          <a:ea typeface="ＭＳ Ｐゴシック" charset="0"/>
          <a:cs typeface="ＭＳ Ｐゴシック" charset="0"/>
        </a:defRPr>
      </a:lvl5pPr>
      <a:lvl6pPr marL="457155" algn="l" defTabSz="457155" rtl="0" eaLnBrk="1" fontAlgn="base" hangingPunct="1">
        <a:spcBef>
          <a:spcPct val="0"/>
        </a:spcBef>
        <a:spcAft>
          <a:spcPct val="0"/>
        </a:spcAft>
        <a:defRPr sz="2600">
          <a:solidFill>
            <a:srgbClr val="002C6C"/>
          </a:solidFill>
          <a:latin typeface="Arial" charset="0"/>
          <a:ea typeface="ＭＳ Ｐゴシック" charset="0"/>
          <a:cs typeface="ＭＳ Ｐゴシック" charset="0"/>
        </a:defRPr>
      </a:lvl6pPr>
      <a:lvl7pPr marL="914310" algn="l" defTabSz="457155" rtl="0" eaLnBrk="1" fontAlgn="base" hangingPunct="1">
        <a:spcBef>
          <a:spcPct val="0"/>
        </a:spcBef>
        <a:spcAft>
          <a:spcPct val="0"/>
        </a:spcAft>
        <a:defRPr sz="2600">
          <a:solidFill>
            <a:srgbClr val="002C6C"/>
          </a:solidFill>
          <a:latin typeface="Arial" charset="0"/>
          <a:ea typeface="ＭＳ Ｐゴシック" charset="0"/>
          <a:cs typeface="ＭＳ Ｐゴシック" charset="0"/>
        </a:defRPr>
      </a:lvl7pPr>
      <a:lvl8pPr marL="1371466" algn="l" defTabSz="457155" rtl="0" eaLnBrk="1" fontAlgn="base" hangingPunct="1">
        <a:spcBef>
          <a:spcPct val="0"/>
        </a:spcBef>
        <a:spcAft>
          <a:spcPct val="0"/>
        </a:spcAft>
        <a:defRPr sz="2600">
          <a:solidFill>
            <a:srgbClr val="002C6C"/>
          </a:solidFill>
          <a:latin typeface="Arial" charset="0"/>
          <a:ea typeface="ＭＳ Ｐゴシック" charset="0"/>
          <a:cs typeface="ＭＳ Ｐゴシック" charset="0"/>
        </a:defRPr>
      </a:lvl8pPr>
      <a:lvl9pPr marL="1828622" algn="l" defTabSz="457155" rtl="0" eaLnBrk="1" fontAlgn="base" hangingPunct="1">
        <a:spcBef>
          <a:spcPct val="0"/>
        </a:spcBef>
        <a:spcAft>
          <a:spcPct val="0"/>
        </a:spcAft>
        <a:defRPr sz="2600">
          <a:solidFill>
            <a:srgbClr val="002C6C"/>
          </a:solidFill>
          <a:latin typeface="Arial" charset="0"/>
          <a:ea typeface="ＭＳ Ｐゴシック" charset="0"/>
          <a:cs typeface="ＭＳ Ｐゴシック" charset="0"/>
        </a:defRPr>
      </a:lvl9pPr>
    </p:titleStyle>
    <p:bodyStyle>
      <a:lvl1pPr marL="360000" marR="0" indent="-285750" algn="l" defTabSz="457155" rtl="0" eaLnBrk="1" fontAlgn="base" latinLnBrk="0" hangingPunct="1">
        <a:lnSpc>
          <a:spcPct val="110000"/>
        </a:lnSpc>
        <a:spcBef>
          <a:spcPts val="400"/>
        </a:spcBef>
        <a:spcAft>
          <a:spcPct val="0"/>
        </a:spcAft>
        <a:buClr>
          <a:schemeClr val="accent1"/>
        </a:buClr>
        <a:buSzTx/>
        <a:buFont typeface="Arial"/>
        <a:buChar char="•"/>
        <a:tabLst/>
        <a:defRPr sz="1700" b="0" i="0" kern="1200" baseline="0">
          <a:solidFill>
            <a:schemeClr val="tx2"/>
          </a:solidFill>
          <a:latin typeface="Verdana"/>
          <a:ea typeface="ＭＳ Ｐゴシック" charset="0"/>
          <a:cs typeface="Verdana"/>
        </a:defRPr>
      </a:lvl1pPr>
      <a:lvl2pPr marL="558000" marR="0" indent="-285750" algn="l" defTabSz="457155" rtl="0" eaLnBrk="1" fontAlgn="base" latinLnBrk="0" hangingPunct="1">
        <a:lnSpc>
          <a:spcPct val="110000"/>
        </a:lnSpc>
        <a:spcBef>
          <a:spcPts val="400"/>
        </a:spcBef>
        <a:spcAft>
          <a:spcPct val="0"/>
        </a:spcAft>
        <a:buClr>
          <a:schemeClr val="accent1"/>
        </a:buClr>
        <a:buSzTx/>
        <a:buFont typeface="Lucida Grande"/>
        <a:buChar char="­"/>
        <a:tabLst/>
        <a:defRPr sz="1700" b="0" i="0" kern="1200">
          <a:solidFill>
            <a:schemeClr val="tx2"/>
          </a:solidFill>
          <a:latin typeface="Verdana"/>
          <a:ea typeface="ＭＳ Ｐゴシック" charset="0"/>
          <a:cs typeface="Verdana"/>
        </a:defRPr>
      </a:lvl2pPr>
      <a:lvl3pPr marL="824400" indent="-285750" algn="l" defTabSz="457155" rtl="0" eaLnBrk="1" fontAlgn="base" hangingPunct="1">
        <a:lnSpc>
          <a:spcPct val="110000"/>
        </a:lnSpc>
        <a:spcBef>
          <a:spcPts val="400"/>
        </a:spcBef>
        <a:spcAft>
          <a:spcPct val="0"/>
        </a:spcAft>
        <a:buClr>
          <a:schemeClr val="accent1"/>
        </a:buClr>
        <a:buFont typeface="Arial"/>
        <a:buChar char="•"/>
        <a:defRPr sz="1700" b="0" i="0" kern="1200">
          <a:solidFill>
            <a:schemeClr val="tx2"/>
          </a:solidFill>
          <a:latin typeface="Verdana"/>
          <a:ea typeface="ＭＳ Ｐゴシック" charset="0"/>
          <a:cs typeface="Verdana"/>
        </a:defRPr>
      </a:lvl3pPr>
      <a:lvl4pPr marL="1051200" indent="-228578" algn="l" defTabSz="457155" rtl="0" eaLnBrk="1" fontAlgn="base" hangingPunct="1">
        <a:lnSpc>
          <a:spcPct val="110000"/>
        </a:lnSpc>
        <a:spcBef>
          <a:spcPts val="400"/>
        </a:spcBef>
        <a:spcAft>
          <a:spcPct val="0"/>
        </a:spcAft>
        <a:buClr>
          <a:schemeClr val="accent1"/>
        </a:buClr>
        <a:buFont typeface="Lucida Grande"/>
        <a:buChar char="­"/>
        <a:defRPr sz="1700" b="0" i="0" kern="1200">
          <a:solidFill>
            <a:schemeClr val="tx2"/>
          </a:solidFill>
          <a:latin typeface="Verdana"/>
          <a:ea typeface="ＭＳ Ｐゴシック" charset="0"/>
          <a:cs typeface="Verdana"/>
        </a:defRPr>
      </a:lvl4pPr>
      <a:lvl5pPr marL="1267200" indent="-228578" algn="l" defTabSz="457155" rtl="0" eaLnBrk="1" fontAlgn="base" hangingPunct="1">
        <a:lnSpc>
          <a:spcPct val="110000"/>
        </a:lnSpc>
        <a:spcBef>
          <a:spcPts val="400"/>
        </a:spcBef>
        <a:spcAft>
          <a:spcPct val="0"/>
        </a:spcAft>
        <a:buClr>
          <a:schemeClr val="accent1"/>
        </a:buClr>
        <a:buSzPct val="100000"/>
        <a:buFont typeface="Arial"/>
        <a:buChar char="•"/>
        <a:defRPr sz="1700" b="0" i="0" kern="1200">
          <a:solidFill>
            <a:schemeClr val="tx2"/>
          </a:solidFill>
          <a:latin typeface="Verdana"/>
          <a:ea typeface="ＭＳ Ｐゴシック" charset="0"/>
          <a:cs typeface="Verdana"/>
        </a:defRPr>
      </a:lvl5pPr>
      <a:lvl6pPr marL="2514354" indent="-228578" algn="l" defTabSz="457155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509" indent="-228578" algn="l" defTabSz="457155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8665" indent="-228578" algn="l" defTabSz="457155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5821" indent="-228578" algn="l" defTabSz="457155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155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155" algn="l" defTabSz="457155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310" algn="l" defTabSz="457155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466" algn="l" defTabSz="457155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622" algn="l" defTabSz="457155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5777" algn="l" defTabSz="457155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2932" algn="l" defTabSz="457155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087" algn="l" defTabSz="457155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243" algn="l" defTabSz="457155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4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blipFill rotWithShape="1">
          <a:blip r:embed="rId11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 Placeholder 19"/>
          <p:cNvSpPr txBox="1">
            <a:spLocks/>
          </p:cNvSpPr>
          <p:nvPr/>
        </p:nvSpPr>
        <p:spPr>
          <a:xfrm>
            <a:off x="5086351" y="4791985"/>
            <a:ext cx="2770356" cy="101042"/>
          </a:xfrm>
          <a:prstGeom prst="rect">
            <a:avLst/>
          </a:prstGeom>
        </p:spPr>
        <p:txBody>
          <a:bodyPr lIns="0" tIns="0" rIns="0" bIns="0"/>
          <a:lstStyle>
            <a:lvl1pPr marL="0" marR="0" indent="0" algn="r" defTabSz="457155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Tx/>
              <a:buFont typeface="Arial"/>
              <a:buNone/>
              <a:tabLst/>
              <a:defRPr sz="600" b="0" kern="1200" cap="none" spc="0" baseline="0">
                <a:solidFill>
                  <a:schemeClr val="tx1"/>
                </a:solidFill>
                <a:latin typeface="Verdana"/>
                <a:ea typeface="ＭＳ Ｐゴシック" charset="0"/>
                <a:cs typeface="Verdana"/>
              </a:defRPr>
            </a:lvl1pPr>
            <a:lvl2pPr marL="0" indent="-228578" algn="l" defTabSz="457155" rtl="0" eaLnBrk="1" fontAlgn="base" hangingPunct="1">
              <a:lnSpc>
                <a:spcPts val="2500"/>
              </a:lnSpc>
              <a:spcBef>
                <a:spcPts val="400"/>
              </a:spcBef>
              <a:spcAft>
                <a:spcPct val="0"/>
              </a:spcAft>
              <a:buClr>
                <a:schemeClr val="accent1"/>
              </a:buClr>
              <a:buFont typeface="Arial"/>
              <a:buChar char="•"/>
              <a:defRPr sz="1700" kern="1200">
                <a:solidFill>
                  <a:srgbClr val="002C6C"/>
                </a:solidFill>
                <a:latin typeface="Verdana"/>
                <a:ea typeface="ＭＳ Ｐゴシック" charset="0"/>
                <a:cs typeface="Verdana"/>
              </a:defRPr>
            </a:lvl2pPr>
            <a:lvl3pPr marL="557784" indent="-285750" algn="l" defTabSz="457155" rtl="0" eaLnBrk="1" fontAlgn="base" hangingPunct="1">
              <a:lnSpc>
                <a:spcPts val="2500"/>
              </a:lnSpc>
              <a:spcBef>
                <a:spcPts val="400"/>
              </a:spcBef>
              <a:spcAft>
                <a:spcPct val="0"/>
              </a:spcAft>
              <a:buClr>
                <a:schemeClr val="accent1"/>
              </a:buClr>
              <a:buFont typeface="Lucida Grande"/>
              <a:buChar char="­"/>
              <a:defRPr sz="1700" kern="1200">
                <a:solidFill>
                  <a:srgbClr val="002C6C"/>
                </a:solidFill>
                <a:latin typeface="Verdana"/>
                <a:ea typeface="ＭＳ Ｐゴシック" charset="0"/>
                <a:cs typeface="Verdana"/>
              </a:defRPr>
            </a:lvl3pPr>
            <a:lvl4pPr marL="822960" indent="-228578" algn="l" defTabSz="457155" rtl="0" eaLnBrk="1" fontAlgn="base" hangingPunct="1">
              <a:lnSpc>
                <a:spcPts val="2500"/>
              </a:lnSpc>
              <a:spcBef>
                <a:spcPts val="400"/>
              </a:spcBef>
              <a:spcAft>
                <a:spcPct val="0"/>
              </a:spcAft>
              <a:buClr>
                <a:schemeClr val="accent1"/>
              </a:buClr>
              <a:buFont typeface="Arial"/>
              <a:buChar char="•"/>
              <a:defRPr sz="1700" kern="1200">
                <a:solidFill>
                  <a:srgbClr val="002C6C"/>
                </a:solidFill>
                <a:latin typeface="Verdana"/>
                <a:ea typeface="ＭＳ Ｐゴシック" charset="0"/>
                <a:cs typeface="Verdana"/>
              </a:defRPr>
            </a:lvl4pPr>
            <a:lvl5pPr marL="1051560" indent="-228578" algn="l" defTabSz="457155" rtl="0" eaLnBrk="1" fontAlgn="base" hangingPunct="1">
              <a:lnSpc>
                <a:spcPts val="2500"/>
              </a:lnSpc>
              <a:spcBef>
                <a:spcPts val="400"/>
              </a:spcBef>
              <a:spcAft>
                <a:spcPct val="0"/>
              </a:spcAft>
              <a:buClr>
                <a:schemeClr val="accent1"/>
              </a:buClr>
              <a:buSzPct val="100000"/>
              <a:buFont typeface="Lucida Grande"/>
              <a:buChar char="­"/>
              <a:defRPr sz="1700" kern="1200">
                <a:solidFill>
                  <a:srgbClr val="002C6C"/>
                </a:solidFill>
                <a:latin typeface="Verdana"/>
                <a:ea typeface="ＭＳ Ｐゴシック" charset="0"/>
                <a:cs typeface="Verdana"/>
              </a:defRPr>
            </a:lvl5pPr>
            <a:lvl6pPr marL="2514354" indent="-228578" algn="l" defTabSz="457155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509" indent="-228578" algn="l" defTabSz="457155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8665" indent="-228578" algn="l" defTabSz="457155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5821" indent="-228578" algn="l" defTabSz="457155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GB" noProof="0" dirty="0">
                <a:solidFill>
                  <a:srgbClr val="454545"/>
                </a:solidFill>
              </a:rPr>
              <a:t>© GS1</a:t>
            </a:r>
            <a:r>
              <a:rPr lang="en-GB" baseline="0" noProof="0" dirty="0">
                <a:solidFill>
                  <a:srgbClr val="454545"/>
                </a:solidFill>
              </a:rPr>
              <a:t> </a:t>
            </a:r>
            <a:r>
              <a:rPr lang="en-GB" noProof="0" dirty="0">
                <a:solidFill>
                  <a:srgbClr val="454545"/>
                </a:solidFill>
              </a:rPr>
              <a:t>2026</a:t>
            </a:r>
          </a:p>
        </p:txBody>
      </p:sp>
      <p:pic>
        <p:nvPicPr>
          <p:cNvPr id="7" name="Picture 6"/>
          <p:cNvPicPr>
            <a:picLocks noChangeAspect="1"/>
          </p:cNvPicPr>
          <p:nvPr/>
        </p:nvPicPr>
        <p:blipFill>
          <a:blip r:embed="rId1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37171" y="4646132"/>
            <a:ext cx="1312639" cy="385983"/>
          </a:xfrm>
          <a:prstGeom prst="rect">
            <a:avLst/>
          </a:prstGeom>
        </p:spPr>
      </p:pic>
      <p:sp>
        <p:nvSpPr>
          <p:cNvPr id="9" name="Slide Number Placeholder 9"/>
          <p:cNvSpPr>
            <a:spLocks noGrp="1"/>
          </p:cNvSpPr>
          <p:nvPr>
            <p:ph type="sldNum" sz="quarter" idx="4"/>
          </p:nvPr>
        </p:nvSpPr>
        <p:spPr>
          <a:xfrm>
            <a:off x="8447485" y="4759630"/>
            <a:ext cx="247535" cy="150195"/>
          </a:xfrm>
          <a:prstGeom prst="rect">
            <a:avLst/>
          </a:prstGeom>
        </p:spPr>
        <p:txBody>
          <a:bodyPr vert="horz" wrap="square" lIns="0" tIns="0" rIns="0" bIns="0" numCol="1" anchor="ctr" anchorCtr="0" compatLnSpc="1">
            <a:prstTxWarp prst="textNoShape">
              <a:avLst/>
            </a:prstTxWarp>
          </a:bodyPr>
          <a:lstStyle>
            <a:lvl1pPr algn="r">
              <a:defRPr sz="700" smtClean="0">
                <a:solidFill>
                  <a:srgbClr val="454545"/>
                </a:solidFill>
                <a:latin typeface="Verdana"/>
                <a:cs typeface="Verdana"/>
              </a:defRPr>
            </a:lvl1pPr>
          </a:lstStyle>
          <a:p>
            <a:pPr fontAlgn="base">
              <a:spcAft>
                <a:spcPct val="0"/>
              </a:spcAft>
              <a:defRPr/>
            </a:pPr>
            <a:fld id="{4472AB7F-E8D0-4874-A9B8-335B68DC5F05}" type="slidenum">
              <a:rPr lang="en-GB" noProof="0" smtClean="0"/>
              <a:pPr fontAlgn="base">
                <a:spcAft>
                  <a:spcPct val="0"/>
                </a:spcAft>
                <a:defRPr/>
              </a:pPr>
              <a:t>‹#›</a:t>
            </a:fld>
            <a:endParaRPr lang="en-GB" noProof="0" dirty="0"/>
          </a:p>
        </p:txBody>
      </p:sp>
    </p:spTree>
    <p:extLst>
      <p:ext uri="{BB962C8B-B14F-4D97-AF65-F5344CB8AC3E}">
        <p14:creationId xmlns:p14="http://schemas.microsoft.com/office/powerpoint/2010/main" val="421102060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22" r:id="rId1"/>
    <p:sldLayoutId id="2147483723" r:id="rId2"/>
    <p:sldLayoutId id="2147483724" r:id="rId3"/>
    <p:sldLayoutId id="2147483728" r:id="rId4"/>
    <p:sldLayoutId id="2147483727" r:id="rId5"/>
    <p:sldLayoutId id="2147483725" r:id="rId6"/>
    <p:sldLayoutId id="2147483726" r:id="rId7"/>
    <p:sldLayoutId id="2147483730" r:id="rId8"/>
    <p:sldLayoutId id="2147483729" r:id="rId9"/>
  </p:sldLayoutIdLst>
  <p:hf hdr="0" ftr="0" dt="0"/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image" Target="../media/image5.jpg"/><Relationship Id="rId1" Type="http://schemas.openxmlformats.org/officeDocument/2006/relationships/slideLayout" Target="../slideLayouts/slideLayout31.xml"/><Relationship Id="rId4" Type="http://schemas.openxmlformats.org/officeDocument/2006/relationships/image" Target="../media/image24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image" Target="../media/image25.jpg"/><Relationship Id="rId1" Type="http://schemas.openxmlformats.org/officeDocument/2006/relationships/slideLayout" Target="../slideLayouts/slideLayout3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image" Target="../media/image6.jpg"/><Relationship Id="rId1" Type="http://schemas.openxmlformats.org/officeDocument/2006/relationships/slideLayout" Target="../slideLayouts/slideLayout3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image" Target="../media/image26.jpg"/><Relationship Id="rId1" Type="http://schemas.openxmlformats.org/officeDocument/2006/relationships/slideLayout" Target="../slideLayouts/slideLayout3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image" Target="../media/image27.jpg"/><Relationship Id="rId1" Type="http://schemas.openxmlformats.org/officeDocument/2006/relationships/slideLayout" Target="../slideLayouts/slideLayout3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image" Target="../media/image28.jpg"/><Relationship Id="rId1" Type="http://schemas.openxmlformats.org/officeDocument/2006/relationships/slideLayout" Target="../slideLayouts/slideLayout33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image" Target="../media/image29.jpg"/><Relationship Id="rId1" Type="http://schemas.openxmlformats.org/officeDocument/2006/relationships/slideLayout" Target="../slideLayouts/slideLayout33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0.jp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32.xml"/><Relationship Id="rId4" Type="http://schemas.openxmlformats.org/officeDocument/2006/relationships/image" Target="../media/image24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image" Target="../media/image31.jpg"/><Relationship Id="rId1" Type="http://schemas.openxmlformats.org/officeDocument/2006/relationships/slideLayout" Target="../slideLayouts/slideLayout3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9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image" Target="../media/image4.jpg"/><Relationship Id="rId1" Type="http://schemas.openxmlformats.org/officeDocument/2006/relationships/slideLayout" Target="../slideLayouts/slideLayout31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image" Target="../media/image32.jpg"/><Relationship Id="rId1" Type="http://schemas.openxmlformats.org/officeDocument/2006/relationships/slideLayout" Target="../slideLayouts/slideLayout31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hyperlink" Target="http://www.gs1.org/gs1-competition-law-caution" TargetMode="External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3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4523BFC-B8EE-E8C7-D02E-8835E949994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447485" y="4759630"/>
            <a:ext cx="247535" cy="150195"/>
          </a:xfrm>
        </p:spPr>
        <p:txBody>
          <a:bodyPr/>
          <a:lstStyle/>
          <a:p>
            <a:fld id="{4472AB7F-E8D0-4874-A9B8-335B68DC5F05}" type="slidenum">
              <a:rPr lang="en-GB" noProof="0" smtClean="0"/>
              <a:pPr/>
              <a:t>1</a:t>
            </a:fld>
            <a:endParaRPr lang="en-GB" noProof="0"/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D1E54F51-7239-BBE0-57B9-7E81DC5C9D39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t="8639" b="28387"/>
          <a:stretch>
            <a:fillRect/>
          </a:stretch>
        </p:blipFill>
        <p:spPr>
          <a:xfrm flipH="1">
            <a:off x="-173736" y="0"/>
            <a:ext cx="9317736" cy="4572000"/>
          </a:xfrm>
          <a:prstGeom prst="rect">
            <a:avLst/>
          </a:prstGeom>
          <a:noFill/>
        </p:spPr>
      </p:pic>
      <p:sp>
        <p:nvSpPr>
          <p:cNvPr id="12" name="Rectangle 11">
            <a:extLst>
              <a:ext uri="{FF2B5EF4-FFF2-40B4-BE49-F238E27FC236}">
                <a16:creationId xmlns:a16="http://schemas.microsoft.com/office/drawing/2014/main" id="{1BBBEB65-C663-A496-A2E6-8C4930A81E78}"/>
              </a:ext>
            </a:extLst>
          </p:cNvPr>
          <p:cNvSpPr/>
          <p:nvPr/>
        </p:nvSpPr>
        <p:spPr>
          <a:xfrm flipH="1">
            <a:off x="-2" y="0"/>
            <a:ext cx="9144002" cy="4572000"/>
          </a:xfrm>
          <a:prstGeom prst="rect">
            <a:avLst/>
          </a:prstGeom>
          <a:gradFill flip="none" rotWithShape="1">
            <a:gsLst>
              <a:gs pos="0">
                <a:schemeClr val="tx2"/>
              </a:gs>
              <a:gs pos="100000">
                <a:schemeClr val="tx2">
                  <a:alpha val="37162"/>
                </a:schemeClr>
              </a:gs>
              <a:gs pos="21000">
                <a:schemeClr val="tx2">
                  <a:alpha val="91406"/>
                </a:schemeClr>
              </a:gs>
            </a:gsLst>
            <a:lin ang="21000000" scaled="0"/>
            <a:tileRect/>
          </a:gradFill>
          <a:ln w="25400"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31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Verdana"/>
              <a:ea typeface="+mn-ea"/>
              <a:cs typeface="+mn-cs"/>
            </a:endParaRP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ABB85A42-AECA-958B-8CD7-99F284AC7AC8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666033" y="1570878"/>
            <a:ext cx="1476129" cy="1219410"/>
          </a:xfrm>
          <a:prstGeom prst="rect">
            <a:avLst/>
          </a:prstGeom>
          <a:effectLst>
            <a:outerShdw blurRad="50800" dist="38100" dir="2700000" algn="tl" rotWithShape="0">
              <a:schemeClr val="tx2">
                <a:alpha val="40000"/>
              </a:schemeClr>
            </a:outerShdw>
          </a:effectLst>
        </p:spPr>
      </p:pic>
      <p:pic>
        <p:nvPicPr>
          <p:cNvPr id="8" name="Picture 7" descr="A black background with a black border&#10;&#10;AI-generated content may be incorrect.">
            <a:extLst>
              <a:ext uri="{FF2B5EF4-FFF2-40B4-BE49-F238E27FC236}">
                <a16:creationId xmlns:a16="http://schemas.microsoft.com/office/drawing/2014/main" id="{F6AB73E2-3BC7-C366-44FC-FCFECC08F500}"/>
              </a:ext>
            </a:extLst>
          </p:cNvPr>
          <p:cNvPicPr>
            <a:picLocks noChangeAspect="1"/>
          </p:cNvPicPr>
          <p:nvPr/>
        </p:nvPicPr>
        <p:blipFill>
          <a:blip r:embed="rId4">
            <a:alphaModFix amt="70000"/>
          </a:blip>
          <a:srcRect l="40776" r="-1"/>
          <a:stretch/>
        </p:blipFill>
        <p:spPr>
          <a:xfrm>
            <a:off x="3728484" y="1"/>
            <a:ext cx="5415516" cy="4571999"/>
          </a:xfrm>
          <a:prstGeom prst="rect">
            <a:avLst/>
          </a:prstGeom>
          <a:effectLst>
            <a:outerShdw blurRad="50800" dist="50800" dir="5400000" algn="ctr" rotWithShape="0">
              <a:srgbClr val="000000"/>
            </a:outerShdw>
          </a:effectLst>
        </p:spPr>
      </p:pic>
      <p:sp>
        <p:nvSpPr>
          <p:cNvPr id="9" name="Text Placeholder 9">
            <a:extLst>
              <a:ext uri="{FF2B5EF4-FFF2-40B4-BE49-F238E27FC236}">
                <a16:creationId xmlns:a16="http://schemas.microsoft.com/office/drawing/2014/main" id="{4F61D28E-31F9-CB33-989A-9A3C1ABC49E6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2808195" y="3614916"/>
            <a:ext cx="5886827" cy="801636"/>
          </a:xfrm>
          <a:effectLst/>
        </p:spPr>
        <p:txBody>
          <a:bodyPr/>
          <a:lstStyle/>
          <a:p>
            <a:pPr>
              <a:spcBef>
                <a:spcPts val="300"/>
              </a:spcBef>
              <a:spcAft>
                <a:spcPts val="300"/>
              </a:spcAft>
            </a:pPr>
            <a:r>
              <a:rPr lang="en-GB" noProof="0" dirty="0"/>
              <a:t>Full-slide photo</a:t>
            </a:r>
          </a:p>
          <a:p>
            <a:pPr>
              <a:spcBef>
                <a:spcPts val="300"/>
              </a:spcBef>
              <a:spcAft>
                <a:spcPts val="300"/>
              </a:spcAft>
            </a:pPr>
            <a:r>
              <a:rPr lang="en-GB" noProof="0" dirty="0"/>
              <a:t>Select picture layer on the left to change picture (</a:t>
            </a:r>
            <a:r>
              <a:rPr lang="en-GB" noProof="0" dirty="0">
                <a:solidFill>
                  <a:schemeClr val="accent5"/>
                </a:solidFill>
              </a:rPr>
              <a:t>Option/Right click </a:t>
            </a:r>
            <a:r>
              <a:rPr lang="en-GB" noProof="0" dirty="0"/>
              <a:t>on image &gt; </a:t>
            </a:r>
            <a:r>
              <a:rPr lang="en-GB" noProof="0" dirty="0">
                <a:solidFill>
                  <a:schemeClr val="accent5"/>
                </a:solidFill>
              </a:rPr>
              <a:t>Change Picture…</a:t>
            </a:r>
            <a:r>
              <a:rPr lang="en-GB" noProof="0" dirty="0"/>
              <a:t>)</a:t>
            </a:r>
          </a:p>
          <a:p>
            <a:pPr>
              <a:spcBef>
                <a:spcPts val="300"/>
              </a:spcBef>
              <a:spcAft>
                <a:spcPts val="300"/>
              </a:spcAft>
            </a:pPr>
            <a:endParaRPr lang="en-GB" dirty="0"/>
          </a:p>
        </p:txBody>
      </p:sp>
      <p:sp>
        <p:nvSpPr>
          <p:cNvPr id="10" name="Title 8">
            <a:extLst>
              <a:ext uri="{FF2B5EF4-FFF2-40B4-BE49-F238E27FC236}">
                <a16:creationId xmlns:a16="http://schemas.microsoft.com/office/drawing/2014/main" id="{18D650E9-0276-9560-5538-5BBC2F6BD3F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808195" y="1570879"/>
            <a:ext cx="5886826" cy="1219410"/>
          </a:xfrm>
          <a:effectLst/>
        </p:spPr>
        <p:txBody>
          <a:bodyPr/>
          <a:lstStyle/>
          <a:p>
            <a:r>
              <a:rPr lang="en-GB" sz="3200" b="1" dirty="0">
                <a:solidFill>
                  <a:srgbClr val="C1D82F"/>
                </a:solidFill>
              </a:rPr>
              <a:t>Title can be any bright brand colour</a:t>
            </a:r>
          </a:p>
        </p:txBody>
      </p:sp>
    </p:spTree>
    <p:extLst>
      <p:ext uri="{BB962C8B-B14F-4D97-AF65-F5344CB8AC3E}">
        <p14:creationId xmlns:p14="http://schemas.microsoft.com/office/powerpoint/2010/main" val="376920199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B3BA4CC2-3334-79C1-0D41-3D24A494CD6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fontAlgn="base">
              <a:spcAft>
                <a:spcPct val="0"/>
              </a:spcAft>
              <a:defRPr/>
            </a:pPr>
            <a:fld id="{4472AB7F-E8D0-4874-A9B8-335B68DC5F05}" type="slidenum">
              <a:rPr lang="en-GB" noProof="0" smtClean="0"/>
              <a:pPr fontAlgn="base">
                <a:spcAft>
                  <a:spcPct val="0"/>
                </a:spcAft>
                <a:defRPr/>
              </a:pPr>
              <a:t>2</a:t>
            </a:fld>
            <a:endParaRPr lang="en-GB" noProof="0"/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4D776101-235B-78E5-DE7F-2C09E88355D1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/>
          <a:stretch/>
        </p:blipFill>
        <p:spPr>
          <a:xfrm>
            <a:off x="3276193" y="0"/>
            <a:ext cx="5867807" cy="4572000"/>
          </a:xfrm>
          <a:prstGeom prst="rect">
            <a:avLst/>
          </a:prstGeom>
          <a:solidFill>
            <a:schemeClr val="tx2"/>
          </a:solidFill>
        </p:spPr>
      </p:pic>
      <p:sp>
        <p:nvSpPr>
          <p:cNvPr id="12" name="Rectangle 11">
            <a:extLst>
              <a:ext uri="{FF2B5EF4-FFF2-40B4-BE49-F238E27FC236}">
                <a16:creationId xmlns:a16="http://schemas.microsoft.com/office/drawing/2014/main" id="{0DBAECA2-6336-DF16-DE48-13AE767D8EC2}"/>
              </a:ext>
            </a:extLst>
          </p:cNvPr>
          <p:cNvSpPr/>
          <p:nvPr/>
        </p:nvSpPr>
        <p:spPr>
          <a:xfrm rot="16200000">
            <a:off x="3520440" y="-320040"/>
            <a:ext cx="4572000" cy="5212080"/>
          </a:xfrm>
          <a:prstGeom prst="rect">
            <a:avLst/>
          </a:prstGeom>
          <a:gradFill>
            <a:gsLst>
              <a:gs pos="3000">
                <a:schemeClr val="tx2"/>
              </a:gs>
              <a:gs pos="100000">
                <a:schemeClr val="tx2">
                  <a:alpha val="0"/>
                </a:schemeClr>
              </a:gs>
            </a:gsLst>
            <a:lin ang="5400000" scaled="1"/>
          </a:gradFill>
          <a:ln w="25400"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31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Verdana"/>
              <a:ea typeface="+mn-ea"/>
              <a:cs typeface="+mn-cs"/>
            </a:endParaRPr>
          </a:p>
        </p:txBody>
      </p:sp>
      <p:pic>
        <p:nvPicPr>
          <p:cNvPr id="13" name="Picture 12" descr="A black background with a black border&#10;&#10;AI-generated content may be incorrect.">
            <a:extLst>
              <a:ext uri="{FF2B5EF4-FFF2-40B4-BE49-F238E27FC236}">
                <a16:creationId xmlns:a16="http://schemas.microsoft.com/office/drawing/2014/main" id="{758C05CD-00EE-F2CE-4D74-E63FC8194219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40776" r="-1"/>
          <a:stretch/>
        </p:blipFill>
        <p:spPr>
          <a:xfrm flipH="1">
            <a:off x="0" y="-2"/>
            <a:ext cx="5415516" cy="4571999"/>
          </a:xfrm>
          <a:prstGeom prst="rect">
            <a:avLst/>
          </a:prstGeom>
          <a:effectLst>
            <a:outerShdw blurRad="50800" dist="50800" dir="5400000" algn="ctr" rotWithShape="0">
              <a:srgbClr val="000000">
                <a:alpha val="70000"/>
              </a:srgbClr>
            </a:outerShdw>
          </a:effectLst>
        </p:spPr>
      </p:pic>
      <p:sp>
        <p:nvSpPr>
          <p:cNvPr id="14" name="Text Placeholder 11">
            <a:extLst>
              <a:ext uri="{FF2B5EF4-FFF2-40B4-BE49-F238E27FC236}">
                <a16:creationId xmlns:a16="http://schemas.microsoft.com/office/drawing/2014/main" id="{48880CC9-5118-C717-FC94-B24AE5B79268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447479" y="917128"/>
            <a:ext cx="4124521" cy="3236127"/>
          </a:xfrm>
          <a:effectLst/>
        </p:spPr>
        <p:txBody>
          <a:bodyPr/>
          <a:lstStyle/>
          <a:p>
            <a:pPr>
              <a:spcBef>
                <a:spcPts val="300"/>
              </a:spcBef>
              <a:spcAft>
                <a:spcPts val="300"/>
              </a:spcAft>
            </a:pPr>
            <a:r>
              <a:rPr lang="en-GB" noProof="0" dirty="0"/>
              <a:t>Pattern, gradation and photo are on individual layers</a:t>
            </a:r>
          </a:p>
          <a:p>
            <a:pPr marL="137160" indent="-137160">
              <a:spcBef>
                <a:spcPts val="300"/>
              </a:spcBef>
              <a:spcAft>
                <a:spcPts val="300"/>
              </a:spcAft>
              <a:buFont typeface="Arial" panose="020B0604020202020204" pitchFamily="34" charset="0"/>
              <a:buChar char="•"/>
            </a:pPr>
            <a:r>
              <a:rPr lang="en-GB" noProof="0" dirty="0"/>
              <a:t>Select picture layer to change picture </a:t>
            </a:r>
            <a:br>
              <a:rPr lang="en-GB" noProof="0" dirty="0"/>
            </a:br>
            <a:r>
              <a:rPr lang="en-GB" noProof="0" dirty="0"/>
              <a:t>(</a:t>
            </a:r>
            <a:r>
              <a:rPr lang="en-GB" noProof="0" dirty="0">
                <a:solidFill>
                  <a:schemeClr val="accent5"/>
                </a:solidFill>
              </a:rPr>
              <a:t>Option/Right click </a:t>
            </a:r>
            <a:r>
              <a:rPr lang="en-GB" noProof="0" dirty="0"/>
              <a:t>on image &gt; </a:t>
            </a:r>
            <a:r>
              <a:rPr lang="en-GB" noProof="0" dirty="0">
                <a:solidFill>
                  <a:schemeClr val="accent5"/>
                </a:solidFill>
              </a:rPr>
              <a:t>Change Picture…</a:t>
            </a:r>
            <a:r>
              <a:rPr lang="en-GB" noProof="0" dirty="0"/>
              <a:t>)</a:t>
            </a:r>
          </a:p>
          <a:p>
            <a:pPr marL="137160" indent="-137160">
              <a:spcBef>
                <a:spcPts val="300"/>
              </a:spcBef>
              <a:spcAft>
                <a:spcPts val="300"/>
              </a:spcAft>
              <a:buFont typeface="Arial" panose="020B0604020202020204" pitchFamily="34" charset="0"/>
              <a:buChar char="•"/>
            </a:pPr>
            <a:r>
              <a:rPr lang="en-GB" noProof="0" dirty="0"/>
              <a:t>Compress added picture if large file </a:t>
            </a:r>
            <a:br>
              <a:rPr lang="en-GB" noProof="0" dirty="0"/>
            </a:br>
            <a:r>
              <a:rPr lang="en-GB" noProof="0" dirty="0"/>
              <a:t>(</a:t>
            </a:r>
            <a:r>
              <a:rPr lang="en-GB" noProof="0" dirty="0">
                <a:solidFill>
                  <a:schemeClr val="accent5"/>
                </a:solidFill>
              </a:rPr>
              <a:t>File</a:t>
            </a:r>
            <a:r>
              <a:rPr lang="en-GB" noProof="0" dirty="0"/>
              <a:t> &gt; </a:t>
            </a:r>
            <a:r>
              <a:rPr lang="en-GB" noProof="0" dirty="0">
                <a:solidFill>
                  <a:schemeClr val="accent5"/>
                </a:solidFill>
              </a:rPr>
              <a:t>Compress Pictures </a:t>
            </a:r>
            <a:r>
              <a:rPr lang="en-GB" noProof="0" dirty="0"/>
              <a:t>&gt; Select </a:t>
            </a:r>
            <a:r>
              <a:rPr lang="en-GB" noProof="0" dirty="0">
                <a:solidFill>
                  <a:schemeClr val="accent5"/>
                </a:solidFill>
              </a:rPr>
              <a:t>HD</a:t>
            </a:r>
            <a:r>
              <a:rPr lang="en-GB" noProof="0" dirty="0"/>
              <a:t>, </a:t>
            </a:r>
            <a:r>
              <a:rPr lang="en-GB" noProof="0" dirty="0">
                <a:solidFill>
                  <a:schemeClr val="accent5"/>
                </a:solidFill>
              </a:rPr>
              <a:t>delete cropped areas </a:t>
            </a:r>
            <a:r>
              <a:rPr lang="en-GB" noProof="0" dirty="0"/>
              <a:t>and </a:t>
            </a:r>
            <a:r>
              <a:rPr lang="en-GB" noProof="0" dirty="0">
                <a:solidFill>
                  <a:schemeClr val="accent5"/>
                </a:solidFill>
              </a:rPr>
              <a:t>Selected pictures only</a:t>
            </a:r>
            <a:r>
              <a:rPr lang="en-GB" noProof="0" dirty="0"/>
              <a:t>)</a:t>
            </a:r>
          </a:p>
          <a:p>
            <a:pPr marL="137160" indent="-137160">
              <a:spcBef>
                <a:spcPts val="300"/>
              </a:spcBef>
              <a:spcAft>
                <a:spcPts val="300"/>
              </a:spcAft>
              <a:buFont typeface="Arial" panose="020B0604020202020204" pitchFamily="34" charset="0"/>
              <a:buChar char="•"/>
            </a:pPr>
            <a:r>
              <a:rPr lang="en-GB" noProof="0" dirty="0"/>
              <a:t>Position gradation at edge of photo</a:t>
            </a:r>
          </a:p>
          <a:p>
            <a:pPr marL="137160" indent="-137160">
              <a:spcBef>
                <a:spcPts val="300"/>
              </a:spcBef>
              <a:spcAft>
                <a:spcPts val="300"/>
              </a:spcAft>
              <a:buFont typeface="Arial" panose="020B0604020202020204" pitchFamily="34" charset="0"/>
              <a:buChar char="•"/>
            </a:pPr>
            <a:r>
              <a:rPr lang="en-GB" noProof="0" dirty="0"/>
              <a:t>Position 2D pattern opposite photo</a:t>
            </a:r>
          </a:p>
          <a:p>
            <a:pPr marL="137160" indent="-137160">
              <a:spcBef>
                <a:spcPts val="300"/>
              </a:spcBef>
              <a:spcAft>
                <a:spcPts val="300"/>
              </a:spcAft>
              <a:buFont typeface="Arial" panose="020B0604020202020204" pitchFamily="34" charset="0"/>
              <a:buChar char="•"/>
            </a:pPr>
            <a:r>
              <a:rPr lang="en-GB" noProof="0" dirty="0"/>
              <a:t>Make sure text boxes are in front of all other layers</a:t>
            </a:r>
          </a:p>
        </p:txBody>
      </p:sp>
      <p:sp>
        <p:nvSpPr>
          <p:cNvPr id="15" name="Title 7">
            <a:extLst>
              <a:ext uri="{FF2B5EF4-FFF2-40B4-BE49-F238E27FC236}">
                <a16:creationId xmlns:a16="http://schemas.microsoft.com/office/drawing/2014/main" id="{4EA07128-767A-333F-FFAC-2D8436D1CBB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47479" y="147005"/>
            <a:ext cx="8247541" cy="679647"/>
          </a:xfrm>
          <a:effectLst/>
        </p:spPr>
        <p:txBody>
          <a:bodyPr/>
          <a:lstStyle/>
          <a:p>
            <a:r>
              <a:rPr lang="en-GB" b="1" noProof="0" dirty="0"/>
              <a:t>Photo right side</a:t>
            </a:r>
          </a:p>
        </p:txBody>
      </p:sp>
    </p:spTree>
    <p:extLst>
      <p:ext uri="{BB962C8B-B14F-4D97-AF65-F5344CB8AC3E}">
        <p14:creationId xmlns:p14="http://schemas.microsoft.com/office/powerpoint/2010/main" val="121532961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E1F0085-8C2D-22D6-6EFF-9F33EC661FC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9AF43036-A323-8252-FC30-5DBD519D786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fontAlgn="base">
              <a:spcAft>
                <a:spcPct val="0"/>
              </a:spcAft>
              <a:defRPr/>
            </a:pPr>
            <a:fld id="{4472AB7F-E8D0-4874-A9B8-335B68DC5F05}" type="slidenum">
              <a:rPr lang="en-GB" noProof="0" smtClean="0"/>
              <a:pPr fontAlgn="base">
                <a:spcAft>
                  <a:spcPct val="0"/>
                </a:spcAft>
                <a:defRPr/>
              </a:pPr>
              <a:t>3</a:t>
            </a:fld>
            <a:endParaRPr lang="en-GB" noProof="0"/>
          </a:p>
        </p:txBody>
      </p:sp>
      <p:pic>
        <p:nvPicPr>
          <p:cNvPr id="16" name="Picture 15">
            <a:extLst>
              <a:ext uri="{FF2B5EF4-FFF2-40B4-BE49-F238E27FC236}">
                <a16:creationId xmlns:a16="http://schemas.microsoft.com/office/drawing/2014/main" id="{3CA47D95-C1A3-8B94-78FF-F3E795B38030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/>
          <a:stretch/>
        </p:blipFill>
        <p:spPr>
          <a:xfrm>
            <a:off x="3276193" y="-3"/>
            <a:ext cx="5867807" cy="4572000"/>
          </a:xfrm>
          <a:prstGeom prst="rect">
            <a:avLst/>
          </a:prstGeom>
          <a:solidFill>
            <a:schemeClr val="tx2"/>
          </a:solidFill>
        </p:spPr>
      </p:pic>
      <p:sp>
        <p:nvSpPr>
          <p:cNvPr id="17" name="Rectangle 16">
            <a:extLst>
              <a:ext uri="{FF2B5EF4-FFF2-40B4-BE49-F238E27FC236}">
                <a16:creationId xmlns:a16="http://schemas.microsoft.com/office/drawing/2014/main" id="{C2B34E79-C36D-E72D-C5D9-946522DB7752}"/>
              </a:ext>
            </a:extLst>
          </p:cNvPr>
          <p:cNvSpPr/>
          <p:nvPr/>
        </p:nvSpPr>
        <p:spPr>
          <a:xfrm rot="16200000">
            <a:off x="3520440" y="-320040"/>
            <a:ext cx="4572000" cy="5212080"/>
          </a:xfrm>
          <a:prstGeom prst="rect">
            <a:avLst/>
          </a:prstGeom>
          <a:gradFill>
            <a:gsLst>
              <a:gs pos="3000">
                <a:schemeClr val="tx2"/>
              </a:gs>
              <a:gs pos="100000">
                <a:schemeClr val="tx2">
                  <a:alpha val="0"/>
                </a:schemeClr>
              </a:gs>
            </a:gsLst>
            <a:lin ang="5400000" scaled="1"/>
          </a:gradFill>
          <a:ln w="25400"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31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Verdana"/>
              <a:ea typeface="+mn-ea"/>
              <a:cs typeface="+mn-cs"/>
            </a:endParaRPr>
          </a:p>
        </p:txBody>
      </p:sp>
      <p:pic>
        <p:nvPicPr>
          <p:cNvPr id="18" name="Picture 17" descr="A black background with a black border&#10;&#10;AI-generated content may be incorrect.">
            <a:extLst>
              <a:ext uri="{FF2B5EF4-FFF2-40B4-BE49-F238E27FC236}">
                <a16:creationId xmlns:a16="http://schemas.microsoft.com/office/drawing/2014/main" id="{B5A8D00D-3A32-1E14-084D-4FDB1ADB2983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40776" r="-1"/>
          <a:stretch/>
        </p:blipFill>
        <p:spPr>
          <a:xfrm flipH="1">
            <a:off x="0" y="-6"/>
            <a:ext cx="5415516" cy="4571999"/>
          </a:xfrm>
          <a:prstGeom prst="rect">
            <a:avLst/>
          </a:prstGeom>
          <a:effectLst>
            <a:outerShdw blurRad="50800" dist="50800" dir="5400000" algn="ctr" rotWithShape="0">
              <a:srgbClr val="000000">
                <a:alpha val="70000"/>
              </a:srgbClr>
            </a:outerShdw>
          </a:effectLst>
        </p:spPr>
      </p:pic>
      <p:sp>
        <p:nvSpPr>
          <p:cNvPr id="19" name="Text Placeholder 11">
            <a:extLst>
              <a:ext uri="{FF2B5EF4-FFF2-40B4-BE49-F238E27FC236}">
                <a16:creationId xmlns:a16="http://schemas.microsoft.com/office/drawing/2014/main" id="{F28C3DF8-7557-BDC9-5C65-7954390E6EB6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447479" y="857306"/>
            <a:ext cx="5496121" cy="1749159"/>
          </a:xfrm>
          <a:effectLst/>
        </p:spPr>
        <p:txBody>
          <a:bodyPr/>
          <a:lstStyle/>
          <a:p>
            <a:pPr>
              <a:spcBef>
                <a:spcPts val="300"/>
              </a:spcBef>
              <a:spcAft>
                <a:spcPts val="300"/>
              </a:spcAft>
            </a:pPr>
            <a:r>
              <a:rPr lang="en-GB" noProof="0" dirty="0"/>
              <a:t>Pattern, gradation and photo are on individual layers</a:t>
            </a:r>
          </a:p>
          <a:p>
            <a:pPr marL="137160" indent="-137160">
              <a:spcBef>
                <a:spcPts val="300"/>
              </a:spcBef>
              <a:spcAft>
                <a:spcPts val="300"/>
              </a:spcAft>
              <a:buFont typeface="Arial" panose="020B0604020202020204" pitchFamily="34" charset="0"/>
              <a:buChar char="•"/>
            </a:pPr>
            <a:r>
              <a:rPr lang="en-GB" noProof="0" dirty="0"/>
              <a:t>Select picture layer to change picture</a:t>
            </a:r>
          </a:p>
          <a:p>
            <a:pPr marL="137160" indent="-137160">
              <a:spcBef>
                <a:spcPts val="300"/>
              </a:spcBef>
              <a:spcAft>
                <a:spcPts val="300"/>
              </a:spcAft>
              <a:buFont typeface="Arial" panose="020B0604020202020204" pitchFamily="34" charset="0"/>
              <a:buChar char="•"/>
            </a:pPr>
            <a:r>
              <a:rPr lang="en-GB" noProof="0" dirty="0"/>
              <a:t>Compress added picture (selected image only) </a:t>
            </a:r>
          </a:p>
          <a:p>
            <a:pPr marL="137160" indent="-137160">
              <a:spcBef>
                <a:spcPts val="300"/>
              </a:spcBef>
              <a:spcAft>
                <a:spcPts val="300"/>
              </a:spcAft>
              <a:buFont typeface="Arial" panose="020B0604020202020204" pitchFamily="34" charset="0"/>
              <a:buChar char="•"/>
            </a:pPr>
            <a:r>
              <a:rPr lang="en-GB" noProof="0" dirty="0"/>
              <a:t>Position gradation at edge of photo</a:t>
            </a:r>
          </a:p>
          <a:p>
            <a:pPr marL="137160" indent="-137160">
              <a:spcBef>
                <a:spcPts val="300"/>
              </a:spcBef>
              <a:spcAft>
                <a:spcPts val="300"/>
              </a:spcAft>
              <a:buFont typeface="Arial" panose="020B0604020202020204" pitchFamily="34" charset="0"/>
              <a:buChar char="•"/>
            </a:pPr>
            <a:r>
              <a:rPr lang="en-GB" noProof="0" dirty="0"/>
              <a:t>Position 2D pattern opposite photo</a:t>
            </a:r>
          </a:p>
          <a:p>
            <a:pPr marL="137160" indent="-137160">
              <a:spcBef>
                <a:spcPts val="300"/>
              </a:spcBef>
              <a:spcAft>
                <a:spcPts val="300"/>
              </a:spcAft>
              <a:buFont typeface="Arial" panose="020B0604020202020204" pitchFamily="34" charset="0"/>
              <a:buChar char="•"/>
            </a:pPr>
            <a:r>
              <a:rPr lang="en-GB" noProof="0" dirty="0"/>
              <a:t>Make sure text boxes are in front of all other layers</a:t>
            </a:r>
          </a:p>
        </p:txBody>
      </p:sp>
      <p:sp>
        <p:nvSpPr>
          <p:cNvPr id="20" name="Title 7">
            <a:extLst>
              <a:ext uri="{FF2B5EF4-FFF2-40B4-BE49-F238E27FC236}">
                <a16:creationId xmlns:a16="http://schemas.microsoft.com/office/drawing/2014/main" id="{1CCBB765-AC27-86F2-8C2A-CE8ABD25E68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47479" y="147005"/>
            <a:ext cx="8247541" cy="679647"/>
          </a:xfrm>
          <a:effectLst/>
        </p:spPr>
        <p:txBody>
          <a:bodyPr/>
          <a:lstStyle/>
          <a:p>
            <a:r>
              <a:rPr lang="en-GB" b="1" noProof="0" dirty="0"/>
              <a:t>Photo right side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56F1F763-2A39-E83D-AC4E-4088B9F18E37}"/>
              </a:ext>
            </a:extLst>
          </p:cNvPr>
          <p:cNvSpPr txBox="1"/>
          <p:nvPr/>
        </p:nvSpPr>
        <p:spPr>
          <a:xfrm>
            <a:off x="447479" y="3942804"/>
            <a:ext cx="2558097" cy="438789"/>
          </a:xfrm>
          <a:prstGeom prst="roundRect">
            <a:avLst>
              <a:gd name="adj" fmla="val 11472"/>
            </a:avLst>
          </a:prstGeom>
          <a:solidFill>
            <a:schemeClr val="accent1"/>
          </a:solidFill>
          <a:effectLst/>
        </p:spPr>
        <p:txBody>
          <a:bodyPr wrap="square" lIns="0" tIns="0" rIns="0" bIns="18288" rtlCol="0" anchor="ctr" anchorCtr="0">
            <a:noAutofit/>
          </a:bodyPr>
          <a:lstStyle>
            <a:defPPr>
              <a:defRPr lang="en-US"/>
            </a:defPPr>
            <a:lvl1pPr marR="0" lvl="0" indent="0" fontAlgn="auto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F26334"/>
              </a:buClr>
              <a:buSzTx/>
              <a:buFontTx/>
              <a:buNone/>
              <a:tabLst/>
              <a:defRPr kumimoji="0" sz="1200" b="0" i="0" u="none" strike="noStrike" cap="none" spc="0" normalizeH="0" baseline="0">
                <a:ln>
                  <a:noFill/>
                </a:ln>
                <a:solidFill>
                  <a:srgbClr val="002C6C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Verdana"/>
              </a:defRPr>
            </a:lvl1pPr>
          </a:lstStyle>
          <a:p>
            <a:pPr algn="ctr">
              <a:lnSpc>
                <a:spcPct val="100000"/>
              </a:lnSpc>
            </a:pPr>
            <a:r>
              <a:rPr lang="en-GB" sz="1000" b="1" noProof="0" dirty="0">
                <a:solidFill>
                  <a:schemeClr val="bg1"/>
                </a:solidFill>
                <a:effectLst/>
              </a:rPr>
              <a:t>CATEGORY ONE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8D920A0A-7D71-580F-7C82-9C24DE19DA32}"/>
              </a:ext>
            </a:extLst>
          </p:cNvPr>
          <p:cNvSpPr txBox="1"/>
          <p:nvPr/>
        </p:nvSpPr>
        <p:spPr>
          <a:xfrm>
            <a:off x="3292951" y="3942804"/>
            <a:ext cx="2558097" cy="438789"/>
          </a:xfrm>
          <a:prstGeom prst="roundRect">
            <a:avLst>
              <a:gd name="adj" fmla="val 11472"/>
            </a:avLst>
          </a:prstGeom>
          <a:solidFill>
            <a:srgbClr val="71B790"/>
          </a:solidFill>
          <a:effectLst/>
        </p:spPr>
        <p:txBody>
          <a:bodyPr wrap="square" lIns="0" tIns="0" rIns="0" bIns="18288" rtlCol="0" anchor="ctr" anchorCtr="0">
            <a:noAutofit/>
          </a:bodyPr>
          <a:lstStyle>
            <a:defPPr>
              <a:defRPr lang="en-US"/>
            </a:defPPr>
            <a:lvl1pPr marR="0" lvl="0" indent="0" fontAlgn="auto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F26334"/>
              </a:buClr>
              <a:buSzTx/>
              <a:buFontTx/>
              <a:buNone/>
              <a:tabLst/>
              <a:defRPr kumimoji="0" sz="1200" b="0" i="0" u="none" strike="noStrike" cap="none" spc="0" normalizeH="0" baseline="0">
                <a:ln>
                  <a:noFill/>
                </a:ln>
                <a:solidFill>
                  <a:srgbClr val="002C6C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Verdana"/>
              </a:defRPr>
            </a:lvl1pPr>
          </a:lstStyle>
          <a:p>
            <a:pPr algn="ctr">
              <a:lnSpc>
                <a:spcPct val="100000"/>
              </a:lnSpc>
            </a:pPr>
            <a:r>
              <a:rPr lang="en-GB" sz="1000" b="1" noProof="0" dirty="0">
                <a:solidFill>
                  <a:schemeClr val="bg1"/>
                </a:solidFill>
                <a:effectLst/>
              </a:rPr>
              <a:t>CATEGORY TWO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3E39E9B6-D168-D0CD-AA75-73E8B624076F}"/>
              </a:ext>
            </a:extLst>
          </p:cNvPr>
          <p:cNvSpPr txBox="1"/>
          <p:nvPr/>
        </p:nvSpPr>
        <p:spPr>
          <a:xfrm>
            <a:off x="6136921" y="2730468"/>
            <a:ext cx="2558097" cy="1120480"/>
          </a:xfrm>
          <a:prstGeom prst="roundRect">
            <a:avLst>
              <a:gd name="adj" fmla="val 4910"/>
            </a:avLst>
          </a:prstGeom>
          <a:solidFill>
            <a:schemeClr val="bg1">
              <a:alpha val="20000"/>
            </a:schemeClr>
          </a:solidFill>
        </p:spPr>
        <p:txBody>
          <a:bodyPr wrap="square" lIns="137160" rIns="137160" rtlCol="0">
            <a:noAutofit/>
          </a:bodyPr>
          <a:lstStyle/>
          <a:p>
            <a:pPr marL="0" marR="0" lvl="0" indent="0" algn="ctr" defTabSz="91431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3200" b="1" i="0" u="none" strike="noStrike" kern="1200" cap="none" spc="0" normalizeH="0" baseline="0" noProof="0" dirty="0">
                <a:ln>
                  <a:noFill/>
                </a:ln>
                <a:solidFill>
                  <a:srgbClr val="C1D82F"/>
                </a:solidFill>
                <a:effectLst/>
                <a:uLnTx/>
                <a:uFillTx/>
                <a:latin typeface="Verdana"/>
                <a:ea typeface="+mn-ea"/>
                <a:cs typeface="+mn-cs"/>
              </a:rPr>
              <a:t>X </a:t>
            </a:r>
          </a:p>
          <a:p>
            <a:pPr marL="0" marR="0" lvl="0" indent="0" algn="ctr" defTabSz="91431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400" b="0" i="1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Verdana"/>
                <a:ea typeface="+mn-ea"/>
                <a:cs typeface="+mn-cs"/>
              </a:rPr>
              <a:t>of </a:t>
            </a:r>
            <a:r>
              <a:rPr lang="en-GB" sz="1400" i="1" noProof="0" dirty="0">
                <a:solidFill>
                  <a:prstClr val="white"/>
                </a:solidFill>
                <a:latin typeface="Verdana"/>
              </a:rPr>
              <a:t>shoppers switch brand if low quality information</a:t>
            </a:r>
            <a:endParaRPr kumimoji="0" lang="en-GB" sz="1400" b="0" i="1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Verdana"/>
              <a:ea typeface="+mn-ea"/>
              <a:cs typeface="+mn-cs"/>
            </a:endParaRP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39195E55-9AE7-A59C-6417-C27A1BB4D7D2}"/>
              </a:ext>
            </a:extLst>
          </p:cNvPr>
          <p:cNvSpPr txBox="1"/>
          <p:nvPr/>
        </p:nvSpPr>
        <p:spPr>
          <a:xfrm>
            <a:off x="6136921" y="3942804"/>
            <a:ext cx="2558097" cy="438789"/>
          </a:xfrm>
          <a:prstGeom prst="roundRect">
            <a:avLst>
              <a:gd name="adj" fmla="val 11472"/>
            </a:avLst>
          </a:prstGeom>
          <a:solidFill>
            <a:schemeClr val="accent4"/>
          </a:solidFill>
          <a:effectLst/>
        </p:spPr>
        <p:txBody>
          <a:bodyPr wrap="square" lIns="0" tIns="0" rIns="0" bIns="18288" rtlCol="0" anchor="ctr" anchorCtr="0">
            <a:noAutofit/>
          </a:bodyPr>
          <a:lstStyle>
            <a:defPPr>
              <a:defRPr lang="en-US"/>
            </a:defPPr>
            <a:lvl1pPr marR="0" lvl="0" indent="0" fontAlgn="auto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F26334"/>
              </a:buClr>
              <a:buSzTx/>
              <a:buFontTx/>
              <a:buNone/>
              <a:tabLst/>
              <a:defRPr kumimoji="0" sz="1200" b="0" i="0" u="none" strike="noStrike" cap="none" spc="0" normalizeH="0" baseline="0">
                <a:ln>
                  <a:noFill/>
                </a:ln>
                <a:solidFill>
                  <a:srgbClr val="002C6C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Verdana"/>
              </a:defRPr>
            </a:lvl1pPr>
          </a:lstStyle>
          <a:p>
            <a:pPr algn="ctr">
              <a:lnSpc>
                <a:spcPct val="100000"/>
              </a:lnSpc>
            </a:pPr>
            <a:r>
              <a:rPr lang="en-GB" sz="1000" b="1" noProof="0" dirty="0">
                <a:solidFill>
                  <a:schemeClr val="bg1"/>
                </a:solidFill>
                <a:effectLst/>
              </a:rPr>
              <a:t>CATEGORY THREE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F28F5594-498A-07AB-2BD6-3D60F0AB12E0}"/>
              </a:ext>
            </a:extLst>
          </p:cNvPr>
          <p:cNvSpPr txBox="1"/>
          <p:nvPr/>
        </p:nvSpPr>
        <p:spPr>
          <a:xfrm>
            <a:off x="3292951" y="2730468"/>
            <a:ext cx="2558097" cy="1120480"/>
          </a:xfrm>
          <a:prstGeom prst="roundRect">
            <a:avLst>
              <a:gd name="adj" fmla="val 4910"/>
            </a:avLst>
          </a:prstGeom>
          <a:solidFill>
            <a:schemeClr val="bg1">
              <a:alpha val="20000"/>
            </a:schemeClr>
          </a:solidFill>
        </p:spPr>
        <p:txBody>
          <a:bodyPr wrap="square" lIns="137160" rIns="137160" rtlCol="0">
            <a:noAutofit/>
          </a:bodyPr>
          <a:lstStyle/>
          <a:p>
            <a:pPr marL="0" marR="0" lvl="0" indent="0" algn="ctr" defTabSz="91431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3200" b="1" i="0" u="none" strike="noStrike" kern="1200" cap="none" spc="0" normalizeH="0" baseline="0" noProof="0" dirty="0">
                <a:ln>
                  <a:noFill/>
                </a:ln>
                <a:solidFill>
                  <a:srgbClr val="C1D82F"/>
                </a:solidFill>
                <a:effectLst/>
                <a:uLnTx/>
                <a:uFillTx/>
                <a:latin typeface="Verdana"/>
                <a:ea typeface="+mn-ea"/>
                <a:cs typeface="+mn-cs"/>
              </a:rPr>
              <a:t>X </a:t>
            </a:r>
          </a:p>
          <a:p>
            <a:pPr marL="0" marR="0" lvl="0" indent="0" algn="ctr" defTabSz="91431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400" b="0" i="1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Verdana"/>
                <a:ea typeface="+mn-ea"/>
                <a:cs typeface="+mn-cs"/>
              </a:rPr>
              <a:t>of </a:t>
            </a:r>
            <a:r>
              <a:rPr lang="en-GB" sz="1400" i="1" noProof="0" dirty="0">
                <a:solidFill>
                  <a:prstClr val="white"/>
                </a:solidFill>
                <a:latin typeface="Verdana"/>
              </a:rPr>
              <a:t>shoppers switch brand if low quality information</a:t>
            </a:r>
            <a:endParaRPr kumimoji="0" lang="en-GB" sz="1400" b="0" i="1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Verdana"/>
              <a:ea typeface="+mn-ea"/>
              <a:cs typeface="+mn-cs"/>
            </a:endParaRP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AE247F51-3F44-9435-45B5-C02F5C4CB80F}"/>
              </a:ext>
            </a:extLst>
          </p:cNvPr>
          <p:cNvSpPr txBox="1"/>
          <p:nvPr/>
        </p:nvSpPr>
        <p:spPr>
          <a:xfrm>
            <a:off x="447479" y="2730468"/>
            <a:ext cx="2558097" cy="1120480"/>
          </a:xfrm>
          <a:prstGeom prst="roundRect">
            <a:avLst>
              <a:gd name="adj" fmla="val 4910"/>
            </a:avLst>
          </a:prstGeom>
          <a:solidFill>
            <a:schemeClr val="bg1">
              <a:alpha val="20000"/>
            </a:schemeClr>
          </a:solidFill>
        </p:spPr>
        <p:txBody>
          <a:bodyPr wrap="square" lIns="137160" rIns="137160" rtlCol="0">
            <a:noAutofit/>
          </a:bodyPr>
          <a:lstStyle/>
          <a:p>
            <a:pPr marL="0" marR="0" lvl="0" indent="0" algn="ctr" defTabSz="91431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3200" b="1" i="0" u="none" strike="noStrike" kern="1200" cap="none" spc="0" normalizeH="0" baseline="0" noProof="0" dirty="0">
                <a:ln>
                  <a:noFill/>
                </a:ln>
                <a:solidFill>
                  <a:srgbClr val="C1D82F"/>
                </a:solidFill>
                <a:effectLst/>
                <a:uLnTx/>
                <a:uFillTx/>
                <a:latin typeface="Verdana"/>
                <a:ea typeface="+mn-ea"/>
                <a:cs typeface="+mn-cs"/>
              </a:rPr>
              <a:t>X </a:t>
            </a:r>
          </a:p>
          <a:p>
            <a:pPr marL="0" marR="0" lvl="0" indent="0" algn="ctr" defTabSz="91431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400" b="0" i="1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Verdana"/>
                <a:ea typeface="+mn-ea"/>
                <a:cs typeface="+mn-cs"/>
              </a:rPr>
              <a:t>of </a:t>
            </a:r>
            <a:r>
              <a:rPr lang="en-GB" sz="1400" i="1" noProof="0" dirty="0">
                <a:solidFill>
                  <a:prstClr val="white"/>
                </a:solidFill>
                <a:latin typeface="Verdana"/>
              </a:rPr>
              <a:t>shoppers switch brand if low quality information</a:t>
            </a:r>
            <a:endParaRPr kumimoji="0" lang="en-GB" sz="1400" b="0" i="1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Verdana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7343697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7AEEFC1-EBF0-8761-2058-D65EA073C00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6E092F97-C44B-3F7D-BD6F-3AA723A75F6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fontAlgn="base">
              <a:spcAft>
                <a:spcPct val="0"/>
              </a:spcAft>
              <a:defRPr/>
            </a:pPr>
            <a:fld id="{4472AB7F-E8D0-4874-A9B8-335B68DC5F05}" type="slidenum">
              <a:rPr lang="en-GB" noProof="0" smtClean="0"/>
              <a:pPr fontAlgn="base">
                <a:spcAft>
                  <a:spcPct val="0"/>
                </a:spcAft>
                <a:defRPr/>
              </a:pPr>
              <a:t>4</a:t>
            </a:fld>
            <a:endParaRPr lang="en-GB" noProof="0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F77F6785-8304-28CD-4535-BE8B9B4F388F}"/>
              </a:ext>
            </a:extLst>
          </p:cNvPr>
          <p:cNvSpPr/>
          <p:nvPr/>
        </p:nvSpPr>
        <p:spPr>
          <a:xfrm>
            <a:off x="3200400" y="-1"/>
            <a:ext cx="5943600" cy="4572000"/>
          </a:xfrm>
          <a:prstGeom prst="rect">
            <a:avLst/>
          </a:prstGeom>
          <a:solidFill>
            <a:schemeClr val="tx2"/>
          </a:solidFill>
          <a:ln w="25400" cap="flat" cmpd="sng" algn="ctr">
            <a:noFill/>
            <a:prstDash val="solid"/>
          </a:ln>
          <a:effectLst/>
        </p:spPr>
        <p:txBody>
          <a:bodyPr rtlCol="0" anchor="ctr"/>
          <a:lstStyle/>
          <a:p>
            <a:pPr marL="0" marR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1800" b="0" i="0" u="none" strike="noStrike" kern="0" cap="none" spc="0" normalizeH="0" baseline="0" noProof="0">
              <a:ln>
                <a:noFill/>
              </a:ln>
              <a:solidFill>
                <a:sysClr val="window" lastClr="FFFFFF"/>
              </a:solidFill>
              <a:effectLst/>
              <a:uLnTx/>
              <a:uFillTx/>
              <a:latin typeface="Verdana"/>
              <a:ea typeface="+mn-ea"/>
              <a:cs typeface="+mn-cs"/>
            </a:endParaRPr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2E130988-05BE-D59D-85CF-0AC926FEA06E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t="649" b="649"/>
          <a:stretch/>
        </p:blipFill>
        <p:spPr>
          <a:xfrm>
            <a:off x="-1411" y="0"/>
            <a:ext cx="5945011" cy="4572000"/>
          </a:xfrm>
          <a:prstGeom prst="rect">
            <a:avLst/>
          </a:prstGeom>
          <a:solidFill>
            <a:schemeClr val="tx2"/>
          </a:solidFill>
        </p:spPr>
      </p:pic>
      <p:sp>
        <p:nvSpPr>
          <p:cNvPr id="13" name="Rectangle 12">
            <a:extLst>
              <a:ext uri="{FF2B5EF4-FFF2-40B4-BE49-F238E27FC236}">
                <a16:creationId xmlns:a16="http://schemas.microsoft.com/office/drawing/2014/main" id="{326843A7-CFC9-7FD6-DE82-A3CF19D01486}"/>
              </a:ext>
            </a:extLst>
          </p:cNvPr>
          <p:cNvSpPr/>
          <p:nvPr/>
        </p:nvSpPr>
        <p:spPr>
          <a:xfrm rot="5400000">
            <a:off x="1051560" y="-320040"/>
            <a:ext cx="4572000" cy="5212080"/>
          </a:xfrm>
          <a:prstGeom prst="rect">
            <a:avLst/>
          </a:prstGeom>
          <a:gradFill>
            <a:gsLst>
              <a:gs pos="3000">
                <a:schemeClr val="tx2"/>
              </a:gs>
              <a:gs pos="100000">
                <a:schemeClr val="tx2">
                  <a:alpha val="0"/>
                </a:schemeClr>
              </a:gs>
            </a:gsLst>
            <a:lin ang="5400000" scaled="1"/>
          </a:gradFill>
          <a:ln w="25400"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31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Verdana"/>
              <a:ea typeface="+mn-ea"/>
              <a:cs typeface="+mn-cs"/>
            </a:endParaRPr>
          </a:p>
        </p:txBody>
      </p:sp>
      <p:pic>
        <p:nvPicPr>
          <p:cNvPr id="14" name="Picture 13" descr="A black background with a black border&#10;&#10;AI-generated content may be incorrect.">
            <a:extLst>
              <a:ext uri="{FF2B5EF4-FFF2-40B4-BE49-F238E27FC236}">
                <a16:creationId xmlns:a16="http://schemas.microsoft.com/office/drawing/2014/main" id="{079C3C34-A82A-CAA9-423B-3EC32125FF9C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40776" r="-1"/>
          <a:stretch/>
        </p:blipFill>
        <p:spPr>
          <a:xfrm>
            <a:off x="3728484" y="0"/>
            <a:ext cx="5415516" cy="4571999"/>
          </a:xfrm>
          <a:prstGeom prst="rect">
            <a:avLst/>
          </a:prstGeom>
          <a:effectLst>
            <a:outerShdw blurRad="50800" dist="50800" dir="5400000" algn="ctr" rotWithShape="0">
              <a:srgbClr val="000000">
                <a:alpha val="70000"/>
              </a:srgbClr>
            </a:outerShdw>
          </a:effectLst>
        </p:spPr>
      </p:pic>
      <p:sp>
        <p:nvSpPr>
          <p:cNvPr id="15" name="Text Placeholder 4">
            <a:extLst>
              <a:ext uri="{FF2B5EF4-FFF2-40B4-BE49-F238E27FC236}">
                <a16:creationId xmlns:a16="http://schemas.microsoft.com/office/drawing/2014/main" id="{CCDDE825-7ECE-F696-744E-9755BE96E94E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4579646" y="1614612"/>
            <a:ext cx="4000332" cy="2376273"/>
          </a:xfrm>
          <a:effectLst/>
        </p:spPr>
        <p:txBody>
          <a:bodyPr/>
          <a:lstStyle/>
          <a:p>
            <a:pPr>
              <a:spcBef>
                <a:spcPts val="300"/>
              </a:spcBef>
              <a:spcAft>
                <a:spcPts val="300"/>
              </a:spcAft>
            </a:pPr>
            <a:r>
              <a:rPr lang="en-GB" noProof="0" dirty="0"/>
              <a:t>Pattern, gradation and photo are on individual layers</a:t>
            </a:r>
          </a:p>
          <a:p>
            <a:pPr marL="137160" indent="-137160">
              <a:spcBef>
                <a:spcPts val="300"/>
              </a:spcBef>
              <a:spcAft>
                <a:spcPts val="300"/>
              </a:spcAft>
              <a:buFont typeface="Arial" panose="020B0604020202020204" pitchFamily="34" charset="0"/>
              <a:buChar char="•"/>
            </a:pPr>
            <a:r>
              <a:rPr lang="en-GB" noProof="0" dirty="0"/>
              <a:t>Select picture layer to change picture</a:t>
            </a:r>
          </a:p>
          <a:p>
            <a:pPr marL="137160" indent="-137160">
              <a:spcBef>
                <a:spcPts val="300"/>
              </a:spcBef>
              <a:spcAft>
                <a:spcPts val="300"/>
              </a:spcAft>
              <a:buFont typeface="Arial" panose="020B0604020202020204" pitchFamily="34" charset="0"/>
              <a:buChar char="•"/>
            </a:pPr>
            <a:r>
              <a:rPr lang="en-GB" noProof="0" dirty="0"/>
              <a:t>Compress added picture (selected picture only) </a:t>
            </a:r>
          </a:p>
          <a:p>
            <a:pPr marL="137160" indent="-137160">
              <a:spcBef>
                <a:spcPts val="300"/>
              </a:spcBef>
              <a:spcAft>
                <a:spcPts val="300"/>
              </a:spcAft>
              <a:buFont typeface="Arial" panose="020B0604020202020204" pitchFamily="34" charset="0"/>
              <a:buChar char="•"/>
            </a:pPr>
            <a:r>
              <a:rPr lang="en-GB" noProof="0" dirty="0"/>
              <a:t>Position gradation at edge of photo</a:t>
            </a:r>
          </a:p>
          <a:p>
            <a:pPr marL="137160" indent="-137160">
              <a:spcBef>
                <a:spcPts val="300"/>
              </a:spcBef>
              <a:spcAft>
                <a:spcPts val="300"/>
              </a:spcAft>
              <a:buFont typeface="Arial" panose="020B0604020202020204" pitchFamily="34" charset="0"/>
              <a:buChar char="•"/>
            </a:pPr>
            <a:r>
              <a:rPr lang="en-GB" noProof="0" dirty="0"/>
              <a:t>Position 2D pattern opposite photo</a:t>
            </a:r>
          </a:p>
          <a:p>
            <a:pPr marL="137160" indent="-137160">
              <a:spcBef>
                <a:spcPts val="300"/>
              </a:spcBef>
              <a:spcAft>
                <a:spcPts val="300"/>
              </a:spcAft>
              <a:buFont typeface="Arial" panose="020B0604020202020204" pitchFamily="34" charset="0"/>
              <a:buChar char="•"/>
            </a:pPr>
            <a:r>
              <a:rPr lang="en-GB" noProof="0" dirty="0"/>
              <a:t>Make sure text boxes are in front of all other layers</a:t>
            </a:r>
          </a:p>
        </p:txBody>
      </p:sp>
      <p:sp>
        <p:nvSpPr>
          <p:cNvPr id="16" name="Title 7">
            <a:extLst>
              <a:ext uri="{FF2B5EF4-FFF2-40B4-BE49-F238E27FC236}">
                <a16:creationId xmlns:a16="http://schemas.microsoft.com/office/drawing/2014/main" id="{D350E212-0D4C-459C-5D2C-B60E0196137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9646" y="844488"/>
            <a:ext cx="4115374" cy="679647"/>
          </a:xfrm>
          <a:effectLst/>
        </p:spPr>
        <p:txBody>
          <a:bodyPr/>
          <a:lstStyle/>
          <a:p>
            <a:r>
              <a:rPr lang="en-GB" b="1" noProof="0" dirty="0"/>
              <a:t>Photo left side</a:t>
            </a:r>
          </a:p>
        </p:txBody>
      </p:sp>
    </p:spTree>
    <p:extLst>
      <p:ext uri="{BB962C8B-B14F-4D97-AF65-F5344CB8AC3E}">
        <p14:creationId xmlns:p14="http://schemas.microsoft.com/office/powerpoint/2010/main" val="103354876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724DDF0-DDA7-45FC-7995-8DCA6CDB1C9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EB97AD22-AE99-EFB0-E621-B6B2FED705F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fontAlgn="base">
              <a:spcAft>
                <a:spcPct val="0"/>
              </a:spcAft>
              <a:defRPr/>
            </a:pPr>
            <a:fld id="{4472AB7F-E8D0-4874-A9B8-335B68DC5F05}" type="slidenum">
              <a:rPr lang="en-GB" noProof="0" smtClean="0"/>
              <a:pPr fontAlgn="base">
                <a:spcAft>
                  <a:spcPct val="0"/>
                </a:spcAft>
                <a:defRPr/>
              </a:pPr>
              <a:t>5</a:t>
            </a:fld>
            <a:endParaRPr lang="en-GB" noProof="0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3D9CEE60-CBD0-266C-7BD0-D6AD866F7498}"/>
              </a:ext>
            </a:extLst>
          </p:cNvPr>
          <p:cNvSpPr/>
          <p:nvPr/>
        </p:nvSpPr>
        <p:spPr>
          <a:xfrm>
            <a:off x="3200400" y="-1"/>
            <a:ext cx="5943600" cy="4572000"/>
          </a:xfrm>
          <a:prstGeom prst="rect">
            <a:avLst/>
          </a:prstGeom>
          <a:solidFill>
            <a:schemeClr val="tx2"/>
          </a:solidFill>
          <a:ln w="25400" cap="flat" cmpd="sng" algn="ctr">
            <a:noFill/>
            <a:prstDash val="solid"/>
          </a:ln>
          <a:effectLst/>
        </p:spPr>
        <p:txBody>
          <a:bodyPr rtlCol="0" anchor="ctr"/>
          <a:lstStyle/>
          <a:p>
            <a:pPr marL="0" marR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1800" b="0" i="0" u="none" strike="noStrike" kern="0" cap="none" spc="0" normalizeH="0" baseline="0" noProof="0">
              <a:ln>
                <a:noFill/>
              </a:ln>
              <a:solidFill>
                <a:sysClr val="window" lastClr="FFFFFF"/>
              </a:solidFill>
              <a:effectLst/>
              <a:uLnTx/>
              <a:uFillTx/>
              <a:latin typeface="Verdana"/>
              <a:ea typeface="+mn-ea"/>
              <a:cs typeface="+mn-cs"/>
            </a:endParaRP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734EAA87-B02C-898A-EFCC-0AEEC2E2B320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/>
          <a:stretch/>
        </p:blipFill>
        <p:spPr>
          <a:xfrm>
            <a:off x="0" y="0"/>
            <a:ext cx="5867807" cy="4571999"/>
          </a:xfrm>
          <a:prstGeom prst="rect">
            <a:avLst/>
          </a:prstGeom>
          <a:solidFill>
            <a:schemeClr val="tx2"/>
          </a:solidFill>
        </p:spPr>
      </p:pic>
      <p:sp>
        <p:nvSpPr>
          <p:cNvPr id="7" name="Rectangle 6">
            <a:extLst>
              <a:ext uri="{FF2B5EF4-FFF2-40B4-BE49-F238E27FC236}">
                <a16:creationId xmlns:a16="http://schemas.microsoft.com/office/drawing/2014/main" id="{B9C36A91-E670-9599-3CF8-C454A62E307F}"/>
              </a:ext>
            </a:extLst>
          </p:cNvPr>
          <p:cNvSpPr/>
          <p:nvPr/>
        </p:nvSpPr>
        <p:spPr>
          <a:xfrm rot="5400000">
            <a:off x="1047751" y="-323851"/>
            <a:ext cx="4572000" cy="5219702"/>
          </a:xfrm>
          <a:prstGeom prst="rect">
            <a:avLst/>
          </a:prstGeom>
          <a:gradFill>
            <a:gsLst>
              <a:gs pos="3000">
                <a:schemeClr val="tx2"/>
              </a:gs>
              <a:gs pos="100000">
                <a:schemeClr val="tx2">
                  <a:alpha val="0"/>
                </a:schemeClr>
              </a:gs>
            </a:gsLst>
            <a:lin ang="5400000" scaled="1"/>
          </a:gradFill>
          <a:ln w="25400"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31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Verdana"/>
              <a:ea typeface="+mn-ea"/>
              <a:cs typeface="+mn-cs"/>
            </a:endParaRPr>
          </a:p>
        </p:txBody>
      </p:sp>
      <p:pic>
        <p:nvPicPr>
          <p:cNvPr id="8" name="Picture 7" descr="A black background with a black border&#10;&#10;AI-generated content may be incorrect.">
            <a:extLst>
              <a:ext uri="{FF2B5EF4-FFF2-40B4-BE49-F238E27FC236}">
                <a16:creationId xmlns:a16="http://schemas.microsoft.com/office/drawing/2014/main" id="{7703F6DF-78B2-9F02-77AD-969F1A096DB1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40776" r="-1"/>
          <a:stretch/>
        </p:blipFill>
        <p:spPr>
          <a:xfrm>
            <a:off x="3728484" y="0"/>
            <a:ext cx="5415516" cy="4571999"/>
          </a:xfrm>
          <a:prstGeom prst="rect">
            <a:avLst/>
          </a:prstGeom>
          <a:effectLst>
            <a:outerShdw blurRad="50800" dist="50800" dir="5400000" algn="ctr" rotWithShape="0">
              <a:srgbClr val="000000">
                <a:alpha val="70000"/>
              </a:srgbClr>
            </a:outerShdw>
          </a:effectLst>
        </p:spPr>
      </p:pic>
      <p:sp>
        <p:nvSpPr>
          <p:cNvPr id="9" name="Title 7">
            <a:extLst>
              <a:ext uri="{FF2B5EF4-FFF2-40B4-BE49-F238E27FC236}">
                <a16:creationId xmlns:a16="http://schemas.microsoft.com/office/drawing/2014/main" id="{A3F02409-D4DF-2776-2AFF-6CBC5063D8A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837176" y="768096"/>
            <a:ext cx="3668299" cy="3017520"/>
          </a:xfrm>
          <a:effectLst/>
        </p:spPr>
        <p:txBody>
          <a:bodyPr/>
          <a:lstStyle/>
          <a:p>
            <a:r>
              <a:rPr lang="en-GB" sz="3000" b="1" noProof="0" dirty="0">
                <a:solidFill>
                  <a:srgbClr val="00B6DE"/>
                </a:solidFill>
              </a:rPr>
              <a:t>Topic divider or quote can be any bright brand colour </a:t>
            </a:r>
          </a:p>
        </p:txBody>
      </p:sp>
    </p:spTree>
    <p:extLst>
      <p:ext uri="{BB962C8B-B14F-4D97-AF65-F5344CB8AC3E}">
        <p14:creationId xmlns:p14="http://schemas.microsoft.com/office/powerpoint/2010/main" val="267253279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53C7BB14-5FDF-90FC-F08E-D8554E44AC5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fontAlgn="base">
              <a:spcAft>
                <a:spcPct val="0"/>
              </a:spcAft>
              <a:defRPr/>
            </a:pPr>
            <a:fld id="{4472AB7F-E8D0-4874-A9B8-335B68DC5F05}" type="slidenum">
              <a:rPr lang="en-GB" noProof="0" smtClean="0"/>
              <a:pPr fontAlgn="base">
                <a:spcAft>
                  <a:spcPct val="0"/>
                </a:spcAft>
                <a:defRPr/>
              </a:pPr>
              <a:t>6</a:t>
            </a:fld>
            <a:endParaRPr lang="en-GB" noProof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4700EBD7-DA5D-E59E-E615-2583617C3A4F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/>
          <a:stretch/>
        </p:blipFill>
        <p:spPr>
          <a:xfrm>
            <a:off x="3276193" y="-1"/>
            <a:ext cx="5867807" cy="4572000"/>
          </a:xfrm>
          <a:prstGeom prst="rect">
            <a:avLst/>
          </a:prstGeom>
          <a:solidFill>
            <a:srgbClr val="89AADB"/>
          </a:solidFill>
        </p:spPr>
      </p:pic>
      <p:sp>
        <p:nvSpPr>
          <p:cNvPr id="6" name="Rectangle 5">
            <a:extLst>
              <a:ext uri="{FF2B5EF4-FFF2-40B4-BE49-F238E27FC236}">
                <a16:creationId xmlns:a16="http://schemas.microsoft.com/office/drawing/2014/main" id="{525B61F3-5257-A62C-F6A8-9A40253C7329}"/>
              </a:ext>
            </a:extLst>
          </p:cNvPr>
          <p:cNvSpPr/>
          <p:nvPr/>
        </p:nvSpPr>
        <p:spPr>
          <a:xfrm rot="16200000">
            <a:off x="3520442" y="-320041"/>
            <a:ext cx="4572000" cy="5212080"/>
          </a:xfrm>
          <a:prstGeom prst="rect">
            <a:avLst/>
          </a:prstGeom>
          <a:gradFill>
            <a:gsLst>
              <a:gs pos="0">
                <a:srgbClr val="89AADB"/>
              </a:gs>
              <a:gs pos="100000">
                <a:srgbClr val="89AADB">
                  <a:alpha val="0"/>
                </a:srgbClr>
              </a:gs>
            </a:gsLst>
            <a:lin ang="5400000" scaled="1"/>
          </a:gradFill>
          <a:ln w="25400"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31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Verdana"/>
              <a:ea typeface="+mn-ea"/>
              <a:cs typeface="+mn-cs"/>
            </a:endParaRPr>
          </a:p>
        </p:txBody>
      </p:sp>
      <p:pic>
        <p:nvPicPr>
          <p:cNvPr id="7" name="Picture 6" descr="A black background with a black border&#10;&#10;AI-generated content may be incorrect.">
            <a:extLst>
              <a:ext uri="{FF2B5EF4-FFF2-40B4-BE49-F238E27FC236}">
                <a16:creationId xmlns:a16="http://schemas.microsoft.com/office/drawing/2014/main" id="{17BD14FC-5A71-FC55-EC02-4890432EEE21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40776" r="-1"/>
          <a:stretch/>
        </p:blipFill>
        <p:spPr>
          <a:xfrm flipH="1">
            <a:off x="-1476" y="0"/>
            <a:ext cx="5415516" cy="4571999"/>
          </a:xfrm>
          <a:prstGeom prst="rect">
            <a:avLst/>
          </a:prstGeom>
        </p:spPr>
      </p:pic>
      <p:sp>
        <p:nvSpPr>
          <p:cNvPr id="8" name="Text Placeholder 11">
            <a:extLst>
              <a:ext uri="{FF2B5EF4-FFF2-40B4-BE49-F238E27FC236}">
                <a16:creationId xmlns:a16="http://schemas.microsoft.com/office/drawing/2014/main" id="{9AC3A2EE-5B76-6394-62DA-ECC0A0398611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447479" y="917129"/>
            <a:ext cx="4039063" cy="3475409"/>
          </a:xfrm>
          <a:effectLst/>
        </p:spPr>
        <p:txBody>
          <a:bodyPr/>
          <a:lstStyle/>
          <a:p>
            <a:pPr>
              <a:spcBef>
                <a:spcPts val="300"/>
              </a:spcBef>
              <a:spcAft>
                <a:spcPts val="300"/>
              </a:spcAft>
            </a:pPr>
            <a:r>
              <a:rPr lang="en-GB" noProof="0" dirty="0"/>
              <a:t>Pattern, gradation and photo are on individual layers</a:t>
            </a:r>
          </a:p>
          <a:p>
            <a:pPr marL="137160" indent="-137160">
              <a:spcBef>
                <a:spcPts val="300"/>
              </a:spcBef>
              <a:spcAft>
                <a:spcPts val="300"/>
              </a:spcAft>
              <a:buFont typeface="Arial" panose="020B0604020202020204" pitchFamily="34" charset="0"/>
              <a:buChar char="•"/>
            </a:pPr>
            <a:r>
              <a:rPr lang="en-GB" noProof="0" dirty="0"/>
              <a:t>Select picture layer to change picture </a:t>
            </a:r>
            <a:br>
              <a:rPr lang="en-GB" noProof="0" dirty="0"/>
            </a:br>
            <a:r>
              <a:rPr lang="en-GB" noProof="0" dirty="0"/>
              <a:t>(</a:t>
            </a:r>
            <a:r>
              <a:rPr lang="en-GB" noProof="0" dirty="0">
                <a:solidFill>
                  <a:schemeClr val="bg1"/>
                </a:solidFill>
              </a:rPr>
              <a:t>Option/Right click </a:t>
            </a:r>
            <a:r>
              <a:rPr lang="en-GB" noProof="0" dirty="0"/>
              <a:t>on image &gt; </a:t>
            </a:r>
            <a:r>
              <a:rPr lang="en-GB" noProof="0" dirty="0">
                <a:solidFill>
                  <a:schemeClr val="bg1"/>
                </a:solidFill>
              </a:rPr>
              <a:t>Change Picture…</a:t>
            </a:r>
            <a:r>
              <a:rPr lang="en-GB" noProof="0" dirty="0"/>
              <a:t>)</a:t>
            </a:r>
          </a:p>
          <a:p>
            <a:pPr marL="137160" indent="-137160">
              <a:spcBef>
                <a:spcPts val="300"/>
              </a:spcBef>
              <a:spcAft>
                <a:spcPts val="300"/>
              </a:spcAft>
              <a:buFont typeface="Arial" panose="020B0604020202020204" pitchFamily="34" charset="0"/>
              <a:buChar char="•"/>
            </a:pPr>
            <a:r>
              <a:rPr lang="en-GB" noProof="0" dirty="0"/>
              <a:t>Compress added picture if large file </a:t>
            </a:r>
            <a:br>
              <a:rPr lang="en-GB" noProof="0" dirty="0"/>
            </a:br>
            <a:r>
              <a:rPr lang="en-GB" noProof="0" dirty="0"/>
              <a:t>(</a:t>
            </a:r>
            <a:r>
              <a:rPr lang="en-GB" noProof="0" dirty="0">
                <a:solidFill>
                  <a:schemeClr val="bg1"/>
                </a:solidFill>
              </a:rPr>
              <a:t>File</a:t>
            </a:r>
            <a:r>
              <a:rPr lang="en-GB" noProof="0" dirty="0"/>
              <a:t> &gt; </a:t>
            </a:r>
            <a:r>
              <a:rPr lang="en-GB" noProof="0" dirty="0">
                <a:solidFill>
                  <a:schemeClr val="bg1"/>
                </a:solidFill>
              </a:rPr>
              <a:t>Compress Pictures </a:t>
            </a:r>
            <a:r>
              <a:rPr lang="en-GB" noProof="0" dirty="0"/>
              <a:t>&gt; Select </a:t>
            </a:r>
            <a:r>
              <a:rPr lang="en-GB" noProof="0" dirty="0">
                <a:solidFill>
                  <a:schemeClr val="bg1"/>
                </a:solidFill>
              </a:rPr>
              <a:t>HD</a:t>
            </a:r>
            <a:r>
              <a:rPr lang="en-GB" noProof="0" dirty="0"/>
              <a:t>, </a:t>
            </a:r>
            <a:r>
              <a:rPr lang="en-GB" noProof="0" dirty="0">
                <a:solidFill>
                  <a:schemeClr val="bg1"/>
                </a:solidFill>
              </a:rPr>
              <a:t>delete cropped areas </a:t>
            </a:r>
            <a:r>
              <a:rPr lang="en-GB" noProof="0" dirty="0"/>
              <a:t>and </a:t>
            </a:r>
            <a:r>
              <a:rPr lang="en-GB" noProof="0" dirty="0">
                <a:solidFill>
                  <a:schemeClr val="bg1"/>
                </a:solidFill>
              </a:rPr>
              <a:t>Selected pictures only</a:t>
            </a:r>
            <a:r>
              <a:rPr lang="en-GB" noProof="0" dirty="0"/>
              <a:t>)</a:t>
            </a:r>
          </a:p>
          <a:p>
            <a:pPr marL="137160" indent="-137160">
              <a:spcBef>
                <a:spcPts val="300"/>
              </a:spcBef>
              <a:spcAft>
                <a:spcPts val="300"/>
              </a:spcAft>
              <a:buFont typeface="Arial" panose="020B0604020202020204" pitchFamily="34" charset="0"/>
              <a:buChar char="•"/>
            </a:pPr>
            <a:r>
              <a:rPr lang="en-GB" noProof="0" dirty="0"/>
              <a:t>Position gradation at edge of photo</a:t>
            </a:r>
          </a:p>
          <a:p>
            <a:pPr marL="137160" indent="-137160">
              <a:spcBef>
                <a:spcPts val="300"/>
              </a:spcBef>
              <a:spcAft>
                <a:spcPts val="300"/>
              </a:spcAft>
              <a:buFont typeface="Arial" panose="020B0604020202020204" pitchFamily="34" charset="0"/>
              <a:buChar char="•"/>
            </a:pPr>
            <a:r>
              <a:rPr lang="en-GB" noProof="0" dirty="0"/>
              <a:t>Position 2D pattern opposite photo</a:t>
            </a:r>
          </a:p>
          <a:p>
            <a:pPr marL="137160" indent="-137160">
              <a:spcBef>
                <a:spcPts val="300"/>
              </a:spcBef>
              <a:spcAft>
                <a:spcPts val="300"/>
              </a:spcAft>
              <a:buFont typeface="Arial" panose="020B0604020202020204" pitchFamily="34" charset="0"/>
              <a:buChar char="•"/>
            </a:pPr>
            <a:r>
              <a:rPr lang="en-GB" noProof="0" dirty="0"/>
              <a:t>Make sure text boxes are in front of all other layers</a:t>
            </a:r>
          </a:p>
        </p:txBody>
      </p:sp>
      <p:sp>
        <p:nvSpPr>
          <p:cNvPr id="9" name="Title 7">
            <a:extLst>
              <a:ext uri="{FF2B5EF4-FFF2-40B4-BE49-F238E27FC236}">
                <a16:creationId xmlns:a16="http://schemas.microsoft.com/office/drawing/2014/main" id="{E1B9DD25-D095-5F39-A2EB-B6702EFF6EC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47479" y="147005"/>
            <a:ext cx="8247541" cy="679647"/>
          </a:xfrm>
          <a:effectLst/>
        </p:spPr>
        <p:txBody>
          <a:bodyPr/>
          <a:lstStyle/>
          <a:p>
            <a:r>
              <a:rPr lang="en-GB" b="1" noProof="0" dirty="0"/>
              <a:t>Photo right side</a:t>
            </a:r>
          </a:p>
        </p:txBody>
      </p:sp>
    </p:spTree>
    <p:extLst>
      <p:ext uri="{BB962C8B-B14F-4D97-AF65-F5344CB8AC3E}">
        <p14:creationId xmlns:p14="http://schemas.microsoft.com/office/powerpoint/2010/main" val="381706558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8F20478B-F0E3-55A6-A288-A243CE7F416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fontAlgn="base">
              <a:spcAft>
                <a:spcPct val="0"/>
              </a:spcAft>
              <a:defRPr/>
            </a:pPr>
            <a:fld id="{4472AB7F-E8D0-4874-A9B8-335B68DC5F05}" type="slidenum">
              <a:rPr lang="en-GB" noProof="0" smtClean="0"/>
              <a:pPr fontAlgn="base">
                <a:spcAft>
                  <a:spcPct val="0"/>
                </a:spcAft>
                <a:defRPr/>
              </a:pPr>
              <a:t>7</a:t>
            </a:fld>
            <a:endParaRPr lang="en-GB" noProof="0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7771F92C-A373-5735-AF89-2561702B2B3E}"/>
              </a:ext>
            </a:extLst>
          </p:cNvPr>
          <p:cNvSpPr/>
          <p:nvPr/>
        </p:nvSpPr>
        <p:spPr>
          <a:xfrm>
            <a:off x="3200400" y="-1"/>
            <a:ext cx="5943600" cy="4572000"/>
          </a:xfrm>
          <a:prstGeom prst="rect">
            <a:avLst/>
          </a:prstGeom>
          <a:solidFill>
            <a:srgbClr val="89AADB"/>
          </a:solidFill>
          <a:ln w="25400" cap="flat" cmpd="sng" algn="ctr">
            <a:noFill/>
            <a:prstDash val="solid"/>
          </a:ln>
          <a:effectLst/>
        </p:spPr>
        <p:txBody>
          <a:bodyPr rtlCol="0" anchor="ctr"/>
          <a:lstStyle/>
          <a:p>
            <a:pPr marL="0" marR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1800" b="0" i="0" u="none" strike="noStrike" kern="0" cap="none" spc="0" normalizeH="0" baseline="0" noProof="0">
              <a:ln>
                <a:noFill/>
              </a:ln>
              <a:solidFill>
                <a:sysClr val="window" lastClr="FFFFFF"/>
              </a:solidFill>
              <a:effectLst/>
              <a:uLnTx/>
              <a:uFillTx/>
              <a:latin typeface="Verdana"/>
              <a:ea typeface="+mn-ea"/>
              <a:cs typeface="+mn-cs"/>
            </a:endParaRP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E254BB2D-4F58-C290-4CCF-EB5EB09D1DE5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/>
          <a:stretch/>
        </p:blipFill>
        <p:spPr>
          <a:xfrm flipH="1">
            <a:off x="0" y="0"/>
            <a:ext cx="5867807" cy="4572000"/>
          </a:xfrm>
          <a:prstGeom prst="rect">
            <a:avLst/>
          </a:prstGeom>
          <a:solidFill>
            <a:srgbClr val="89AADB"/>
          </a:solidFill>
        </p:spPr>
      </p:pic>
      <p:sp>
        <p:nvSpPr>
          <p:cNvPr id="7" name="Rectangle 6">
            <a:extLst>
              <a:ext uri="{FF2B5EF4-FFF2-40B4-BE49-F238E27FC236}">
                <a16:creationId xmlns:a16="http://schemas.microsoft.com/office/drawing/2014/main" id="{7DECE070-9B4A-7E67-B285-8CEE50BEC4C9}"/>
              </a:ext>
            </a:extLst>
          </p:cNvPr>
          <p:cNvSpPr/>
          <p:nvPr/>
        </p:nvSpPr>
        <p:spPr>
          <a:xfrm rot="5400000">
            <a:off x="1047750" y="-323851"/>
            <a:ext cx="4572000" cy="5219700"/>
          </a:xfrm>
          <a:prstGeom prst="rect">
            <a:avLst/>
          </a:prstGeom>
          <a:gradFill>
            <a:gsLst>
              <a:gs pos="3000">
                <a:srgbClr val="89AADB"/>
              </a:gs>
              <a:gs pos="100000">
                <a:srgbClr val="89AADB">
                  <a:alpha val="0"/>
                </a:srgbClr>
              </a:gs>
            </a:gsLst>
            <a:lin ang="5400000" scaled="1"/>
          </a:gradFill>
          <a:ln w="25400"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31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Verdana"/>
              <a:ea typeface="+mn-ea"/>
              <a:cs typeface="+mn-cs"/>
            </a:endParaRPr>
          </a:p>
        </p:txBody>
      </p:sp>
      <p:pic>
        <p:nvPicPr>
          <p:cNvPr id="8" name="Picture 7" descr="A black background with a black border&#10;&#10;AI-generated content may be incorrect.">
            <a:extLst>
              <a:ext uri="{FF2B5EF4-FFF2-40B4-BE49-F238E27FC236}">
                <a16:creationId xmlns:a16="http://schemas.microsoft.com/office/drawing/2014/main" id="{A566CA81-FC92-80AF-2A06-1FE6C40465F1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40776" r="-1"/>
          <a:stretch/>
        </p:blipFill>
        <p:spPr>
          <a:xfrm>
            <a:off x="3728484" y="-2"/>
            <a:ext cx="5415516" cy="4571999"/>
          </a:xfrm>
          <a:prstGeom prst="rect">
            <a:avLst/>
          </a:prstGeom>
        </p:spPr>
      </p:pic>
      <p:sp>
        <p:nvSpPr>
          <p:cNvPr id="21" name="Text Placeholder 4">
            <a:extLst>
              <a:ext uri="{FF2B5EF4-FFF2-40B4-BE49-F238E27FC236}">
                <a16:creationId xmlns:a16="http://schemas.microsoft.com/office/drawing/2014/main" id="{B6F70A7F-692F-BD14-BA2F-2CDA6B40BEEE}"/>
              </a:ext>
            </a:extLst>
          </p:cNvPr>
          <p:cNvSpPr txBox="1">
            <a:spLocks/>
          </p:cNvSpPr>
          <p:nvPr/>
        </p:nvSpPr>
        <p:spPr>
          <a:xfrm>
            <a:off x="4579646" y="1614612"/>
            <a:ext cx="4000332" cy="2376273"/>
          </a:xfrm>
          <a:prstGeom prst="rect">
            <a:avLst/>
          </a:prstGeom>
          <a:effectLst/>
        </p:spPr>
        <p:txBody>
          <a:bodyPr lIns="0" tIns="0" rIns="0" bIns="0"/>
          <a:lstStyle>
            <a:lvl1pPr marL="0" indent="0" algn="l" defTabSz="457200" rtl="0" eaLnBrk="1" latinLnBrk="0" hangingPunct="1">
              <a:spcBef>
                <a:spcPct val="20000"/>
              </a:spcBef>
              <a:buFont typeface="Arial"/>
              <a:buNone/>
              <a:defRPr sz="1400" b="0" i="0" kern="1200" cap="none" spc="90" baseline="0">
                <a:solidFill>
                  <a:schemeClr val="tx2"/>
                </a:solidFill>
                <a:latin typeface="Verdana"/>
                <a:ea typeface="+mn-ea"/>
                <a:cs typeface="Verdana"/>
              </a:defRPr>
            </a:lvl1pPr>
            <a:lvl2pPr marL="742950" indent="-285750" algn="l" defTabSz="457200" rtl="0" eaLnBrk="1" latinLnBrk="0" hangingPunct="1">
              <a:spcBef>
                <a:spcPct val="20000"/>
              </a:spcBef>
              <a:buFont typeface="Arial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ct val="20000"/>
              </a:spcBef>
              <a:buFont typeface="Arial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ct val="20000"/>
              </a:spcBef>
              <a:buFont typeface="Arial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spcBef>
                <a:spcPts val="300"/>
              </a:spcBef>
              <a:spcAft>
                <a:spcPts val="300"/>
              </a:spcAft>
            </a:pPr>
            <a:r>
              <a:rPr lang="en-GB" noProof="0" dirty="0"/>
              <a:t>Pattern, gradation and photo are on individual layers</a:t>
            </a:r>
          </a:p>
          <a:p>
            <a:pPr marL="137160" indent="-137160">
              <a:spcBef>
                <a:spcPts val="300"/>
              </a:spcBef>
              <a:spcAft>
                <a:spcPts val="300"/>
              </a:spcAft>
              <a:buFont typeface="Arial" panose="020B0604020202020204" pitchFamily="34" charset="0"/>
              <a:buChar char="•"/>
            </a:pPr>
            <a:r>
              <a:rPr lang="en-GB" noProof="0" dirty="0"/>
              <a:t>Select picture layer to change picture</a:t>
            </a:r>
          </a:p>
          <a:p>
            <a:pPr marL="137160" indent="-137160">
              <a:spcBef>
                <a:spcPts val="300"/>
              </a:spcBef>
              <a:spcAft>
                <a:spcPts val="300"/>
              </a:spcAft>
              <a:buFont typeface="Arial" panose="020B0604020202020204" pitchFamily="34" charset="0"/>
              <a:buChar char="•"/>
            </a:pPr>
            <a:r>
              <a:rPr lang="en-GB" noProof="0" dirty="0"/>
              <a:t>Compress added picture (selected picture only) </a:t>
            </a:r>
          </a:p>
          <a:p>
            <a:pPr marL="137160" indent="-137160">
              <a:spcBef>
                <a:spcPts val="300"/>
              </a:spcBef>
              <a:spcAft>
                <a:spcPts val="300"/>
              </a:spcAft>
              <a:buFont typeface="Arial" panose="020B0604020202020204" pitchFamily="34" charset="0"/>
              <a:buChar char="•"/>
            </a:pPr>
            <a:r>
              <a:rPr lang="en-GB" noProof="0" dirty="0"/>
              <a:t>Position gradation at edge of photo</a:t>
            </a:r>
          </a:p>
          <a:p>
            <a:pPr marL="137160" indent="-137160">
              <a:spcBef>
                <a:spcPts val="300"/>
              </a:spcBef>
              <a:spcAft>
                <a:spcPts val="300"/>
              </a:spcAft>
              <a:buFont typeface="Arial" panose="020B0604020202020204" pitchFamily="34" charset="0"/>
              <a:buChar char="•"/>
            </a:pPr>
            <a:r>
              <a:rPr lang="en-GB" noProof="0" dirty="0"/>
              <a:t>Position 2D pattern opposite photo</a:t>
            </a:r>
          </a:p>
          <a:p>
            <a:pPr marL="137160" indent="-137160">
              <a:spcBef>
                <a:spcPts val="300"/>
              </a:spcBef>
              <a:spcAft>
                <a:spcPts val="300"/>
              </a:spcAft>
              <a:buFont typeface="Arial" panose="020B0604020202020204" pitchFamily="34" charset="0"/>
              <a:buChar char="•"/>
            </a:pPr>
            <a:r>
              <a:rPr lang="en-GB" noProof="0" dirty="0"/>
              <a:t>Make sure text boxes are in front of all other layers</a:t>
            </a:r>
          </a:p>
        </p:txBody>
      </p:sp>
      <p:sp>
        <p:nvSpPr>
          <p:cNvPr id="22" name="Title 7">
            <a:extLst>
              <a:ext uri="{FF2B5EF4-FFF2-40B4-BE49-F238E27FC236}">
                <a16:creationId xmlns:a16="http://schemas.microsoft.com/office/drawing/2014/main" id="{8BA3C7DA-9067-EFAF-7142-71E315A9B233}"/>
              </a:ext>
            </a:extLst>
          </p:cNvPr>
          <p:cNvSpPr txBox="1">
            <a:spLocks/>
          </p:cNvSpPr>
          <p:nvPr/>
        </p:nvSpPr>
        <p:spPr bwMode="auto">
          <a:xfrm>
            <a:off x="4579646" y="844488"/>
            <a:ext cx="4115374" cy="679647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0" tIns="45716" rIns="91431" bIns="45716" numCol="1" anchor="ctr" anchorCtr="0" compatLnSpc="1">
            <a:prstTxWarp prst="textNoShape">
              <a:avLst/>
            </a:prstTxWarp>
          </a:bodyPr>
          <a:lstStyle>
            <a:lvl1pPr algn="l" defTabSz="4572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2400" kern="1200" baseline="0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GB" b="1" noProof="0" dirty="0"/>
              <a:t>Photo left side</a:t>
            </a:r>
          </a:p>
        </p:txBody>
      </p:sp>
    </p:spTree>
    <p:extLst>
      <p:ext uri="{BB962C8B-B14F-4D97-AF65-F5344CB8AC3E}">
        <p14:creationId xmlns:p14="http://schemas.microsoft.com/office/powerpoint/2010/main" val="264045634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1F082005-751F-9686-5F53-F50F29BC0EE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fontAlgn="base">
              <a:spcAft>
                <a:spcPct val="0"/>
              </a:spcAft>
              <a:defRPr/>
            </a:pPr>
            <a:fld id="{4472AB7F-E8D0-4874-A9B8-335B68DC5F05}" type="slidenum">
              <a:rPr lang="en-GB" noProof="0" smtClean="0"/>
              <a:pPr fontAlgn="base">
                <a:spcAft>
                  <a:spcPct val="0"/>
                </a:spcAft>
                <a:defRPr/>
              </a:pPr>
              <a:t>8</a:t>
            </a:fld>
            <a:endParaRPr lang="en-GB" noProof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EF0EBF0C-13C4-F0DF-342B-87B2460AD494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3276193" y="0"/>
            <a:ext cx="5867807" cy="4572000"/>
          </a:xfrm>
          <a:prstGeom prst="rect">
            <a:avLst/>
          </a:prstGeom>
          <a:solidFill>
            <a:schemeClr val="accent1"/>
          </a:solidFill>
        </p:spPr>
      </p:pic>
      <p:sp>
        <p:nvSpPr>
          <p:cNvPr id="6" name="Rectangle 5">
            <a:extLst>
              <a:ext uri="{FF2B5EF4-FFF2-40B4-BE49-F238E27FC236}">
                <a16:creationId xmlns:a16="http://schemas.microsoft.com/office/drawing/2014/main" id="{5D00857E-AEDA-F81D-8ECC-BFC2955DD790}"/>
              </a:ext>
            </a:extLst>
          </p:cNvPr>
          <p:cNvSpPr/>
          <p:nvPr/>
        </p:nvSpPr>
        <p:spPr>
          <a:xfrm rot="16200000">
            <a:off x="3521819" y="-326281"/>
            <a:ext cx="4572000" cy="5224561"/>
          </a:xfrm>
          <a:prstGeom prst="rect">
            <a:avLst/>
          </a:prstGeom>
          <a:gradFill>
            <a:gsLst>
              <a:gs pos="3000">
                <a:schemeClr val="accent1"/>
              </a:gs>
              <a:gs pos="100000">
                <a:schemeClr val="accent1">
                  <a:alpha val="0"/>
                </a:schemeClr>
              </a:gs>
            </a:gsLst>
            <a:lin ang="5400000" scaled="1"/>
          </a:gradFill>
          <a:ln w="25400"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31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Verdana"/>
              <a:ea typeface="+mn-ea"/>
              <a:cs typeface="+mn-cs"/>
            </a:endParaRPr>
          </a:p>
        </p:txBody>
      </p:sp>
      <p:pic>
        <p:nvPicPr>
          <p:cNvPr id="7" name="Picture 6" descr="A black background with a black border&#10;&#10;AI-generated content may be incorrect.">
            <a:extLst>
              <a:ext uri="{FF2B5EF4-FFF2-40B4-BE49-F238E27FC236}">
                <a16:creationId xmlns:a16="http://schemas.microsoft.com/office/drawing/2014/main" id="{2467CB5C-0260-909E-88E7-FCA72742A1DF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l="40776" r="-1"/>
          <a:stretch/>
        </p:blipFill>
        <p:spPr>
          <a:xfrm flipH="1">
            <a:off x="-1476" y="1"/>
            <a:ext cx="5415516" cy="4571999"/>
          </a:xfrm>
          <a:prstGeom prst="rect">
            <a:avLst/>
          </a:prstGeom>
        </p:spPr>
      </p:pic>
      <p:sp>
        <p:nvSpPr>
          <p:cNvPr id="8" name="Text Placeholder 11">
            <a:extLst>
              <a:ext uri="{FF2B5EF4-FFF2-40B4-BE49-F238E27FC236}">
                <a16:creationId xmlns:a16="http://schemas.microsoft.com/office/drawing/2014/main" id="{DB576ABB-7258-3223-AD99-5F67955445B4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447479" y="917128"/>
            <a:ext cx="3970697" cy="3236127"/>
          </a:xfrm>
        </p:spPr>
        <p:txBody>
          <a:bodyPr/>
          <a:lstStyle/>
          <a:p>
            <a:pPr>
              <a:spcBef>
                <a:spcPts val="300"/>
              </a:spcBef>
              <a:spcAft>
                <a:spcPts val="300"/>
              </a:spcAft>
            </a:pPr>
            <a:r>
              <a:rPr lang="en-GB" noProof="0" dirty="0"/>
              <a:t>Pattern, gradation and photo are on individual layers</a:t>
            </a:r>
          </a:p>
          <a:p>
            <a:pPr marL="137160" indent="-137160">
              <a:spcBef>
                <a:spcPts val="300"/>
              </a:spcBef>
              <a:spcAft>
                <a:spcPts val="300"/>
              </a:spcAft>
              <a:buFont typeface="Arial" panose="020B0604020202020204" pitchFamily="34" charset="0"/>
              <a:buChar char="•"/>
            </a:pPr>
            <a:r>
              <a:rPr lang="en-GB" noProof="0" dirty="0"/>
              <a:t>Select picture layer to change picture </a:t>
            </a:r>
            <a:br>
              <a:rPr lang="en-GB" noProof="0" dirty="0"/>
            </a:br>
            <a:r>
              <a:rPr lang="en-GB" noProof="0" dirty="0"/>
              <a:t>(</a:t>
            </a:r>
            <a:r>
              <a:rPr lang="en-GB" noProof="0" dirty="0">
                <a:solidFill>
                  <a:schemeClr val="tx2"/>
                </a:solidFill>
              </a:rPr>
              <a:t>Option/Right click </a:t>
            </a:r>
            <a:r>
              <a:rPr lang="en-GB" noProof="0" dirty="0"/>
              <a:t>on image &gt; </a:t>
            </a:r>
            <a:r>
              <a:rPr lang="en-GB" noProof="0" dirty="0">
                <a:solidFill>
                  <a:schemeClr val="tx2"/>
                </a:solidFill>
              </a:rPr>
              <a:t>Change Picture…</a:t>
            </a:r>
            <a:r>
              <a:rPr lang="en-GB" noProof="0" dirty="0"/>
              <a:t>)</a:t>
            </a:r>
          </a:p>
          <a:p>
            <a:pPr marL="137160" indent="-137160">
              <a:spcBef>
                <a:spcPts val="300"/>
              </a:spcBef>
              <a:spcAft>
                <a:spcPts val="300"/>
              </a:spcAft>
              <a:buFont typeface="Arial" panose="020B0604020202020204" pitchFamily="34" charset="0"/>
              <a:buChar char="•"/>
            </a:pPr>
            <a:r>
              <a:rPr lang="en-GB" noProof="0" dirty="0"/>
              <a:t>Compress added picture if large file </a:t>
            </a:r>
            <a:br>
              <a:rPr lang="en-GB" noProof="0" dirty="0"/>
            </a:br>
            <a:r>
              <a:rPr lang="en-GB" noProof="0" dirty="0"/>
              <a:t>(</a:t>
            </a:r>
            <a:r>
              <a:rPr lang="en-GB" noProof="0" dirty="0">
                <a:solidFill>
                  <a:schemeClr val="tx2"/>
                </a:solidFill>
              </a:rPr>
              <a:t>File</a:t>
            </a:r>
            <a:r>
              <a:rPr lang="en-GB" noProof="0" dirty="0"/>
              <a:t> &gt; </a:t>
            </a:r>
            <a:r>
              <a:rPr lang="en-GB" noProof="0" dirty="0">
                <a:solidFill>
                  <a:schemeClr val="tx2"/>
                </a:solidFill>
              </a:rPr>
              <a:t>Compress Pictures </a:t>
            </a:r>
            <a:r>
              <a:rPr lang="en-GB" noProof="0" dirty="0"/>
              <a:t>&gt; Select </a:t>
            </a:r>
            <a:r>
              <a:rPr lang="en-GB" noProof="0" dirty="0">
                <a:solidFill>
                  <a:schemeClr val="tx2"/>
                </a:solidFill>
              </a:rPr>
              <a:t>HD</a:t>
            </a:r>
            <a:r>
              <a:rPr lang="en-GB" noProof="0" dirty="0"/>
              <a:t>, </a:t>
            </a:r>
            <a:r>
              <a:rPr lang="en-GB" noProof="0" dirty="0">
                <a:solidFill>
                  <a:schemeClr val="tx2"/>
                </a:solidFill>
              </a:rPr>
              <a:t>delete cropped areas </a:t>
            </a:r>
            <a:r>
              <a:rPr lang="en-GB" noProof="0" dirty="0"/>
              <a:t>and </a:t>
            </a:r>
            <a:r>
              <a:rPr lang="en-GB" noProof="0" dirty="0">
                <a:solidFill>
                  <a:schemeClr val="tx2"/>
                </a:solidFill>
              </a:rPr>
              <a:t>Selected pictures only</a:t>
            </a:r>
            <a:r>
              <a:rPr lang="en-GB" noProof="0" dirty="0"/>
              <a:t>)</a:t>
            </a:r>
          </a:p>
          <a:p>
            <a:pPr marL="137160" indent="-137160">
              <a:spcBef>
                <a:spcPts val="300"/>
              </a:spcBef>
              <a:spcAft>
                <a:spcPts val="300"/>
              </a:spcAft>
              <a:buFont typeface="Arial" panose="020B0604020202020204" pitchFamily="34" charset="0"/>
              <a:buChar char="•"/>
            </a:pPr>
            <a:r>
              <a:rPr lang="en-GB" noProof="0" dirty="0"/>
              <a:t>Position gradation at edge of photo</a:t>
            </a:r>
          </a:p>
          <a:p>
            <a:pPr marL="137160" indent="-137160">
              <a:spcBef>
                <a:spcPts val="300"/>
              </a:spcBef>
              <a:spcAft>
                <a:spcPts val="300"/>
              </a:spcAft>
              <a:buFont typeface="Arial" panose="020B0604020202020204" pitchFamily="34" charset="0"/>
              <a:buChar char="•"/>
            </a:pPr>
            <a:r>
              <a:rPr lang="en-GB" noProof="0" dirty="0"/>
              <a:t>Position 2D pattern opposite photo</a:t>
            </a:r>
          </a:p>
          <a:p>
            <a:pPr marL="137160" indent="-137160">
              <a:spcBef>
                <a:spcPts val="300"/>
              </a:spcBef>
              <a:spcAft>
                <a:spcPts val="300"/>
              </a:spcAft>
              <a:buFont typeface="Arial" panose="020B0604020202020204" pitchFamily="34" charset="0"/>
              <a:buChar char="•"/>
            </a:pPr>
            <a:r>
              <a:rPr lang="en-GB" noProof="0" dirty="0"/>
              <a:t>Make sure text boxes are in front of all other layers</a:t>
            </a:r>
          </a:p>
        </p:txBody>
      </p:sp>
      <p:sp>
        <p:nvSpPr>
          <p:cNvPr id="9" name="Title 7">
            <a:extLst>
              <a:ext uri="{FF2B5EF4-FFF2-40B4-BE49-F238E27FC236}">
                <a16:creationId xmlns:a16="http://schemas.microsoft.com/office/drawing/2014/main" id="{6CF979ED-FACD-54C2-58B8-F19B99DD847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47479" y="147005"/>
            <a:ext cx="8247541" cy="679647"/>
          </a:xfrm>
        </p:spPr>
        <p:txBody>
          <a:bodyPr/>
          <a:lstStyle/>
          <a:p>
            <a:r>
              <a:rPr lang="en-GB" b="1" noProof="0" dirty="0"/>
              <a:t>Photo right side</a:t>
            </a:r>
          </a:p>
        </p:txBody>
      </p:sp>
    </p:spTree>
    <p:extLst>
      <p:ext uri="{BB962C8B-B14F-4D97-AF65-F5344CB8AC3E}">
        <p14:creationId xmlns:p14="http://schemas.microsoft.com/office/powerpoint/2010/main" val="3792250685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9B192298-ECAE-A4C0-0253-4696C217FD3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fontAlgn="base">
              <a:spcAft>
                <a:spcPct val="0"/>
              </a:spcAft>
              <a:defRPr/>
            </a:pPr>
            <a:fld id="{4472AB7F-E8D0-4874-A9B8-335B68DC5F05}" type="slidenum">
              <a:rPr lang="en-GB" noProof="0" smtClean="0"/>
              <a:pPr fontAlgn="base">
                <a:spcAft>
                  <a:spcPct val="0"/>
                </a:spcAft>
                <a:defRPr/>
              </a:pPr>
              <a:t>9</a:t>
            </a:fld>
            <a:endParaRPr lang="en-GB" noProof="0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AD153202-3EB2-0EBE-BC71-7B0DBF6BD94D}"/>
              </a:ext>
            </a:extLst>
          </p:cNvPr>
          <p:cNvSpPr/>
          <p:nvPr/>
        </p:nvSpPr>
        <p:spPr>
          <a:xfrm>
            <a:off x="3200400" y="-1"/>
            <a:ext cx="5943600" cy="4572000"/>
          </a:xfrm>
          <a:prstGeom prst="rect">
            <a:avLst/>
          </a:prstGeom>
          <a:solidFill>
            <a:schemeClr val="accent1"/>
          </a:solidFill>
          <a:ln w="25400" cap="flat" cmpd="sng" algn="ctr">
            <a:noFill/>
            <a:prstDash val="solid"/>
          </a:ln>
          <a:effectLst/>
        </p:spPr>
        <p:txBody>
          <a:bodyPr rtlCol="0" anchor="ctr"/>
          <a:lstStyle/>
          <a:p>
            <a:pPr marL="0" marR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1800" b="0" i="0" u="none" strike="noStrike" kern="0" cap="none" spc="0" normalizeH="0" baseline="0" noProof="0">
              <a:ln>
                <a:noFill/>
              </a:ln>
              <a:solidFill>
                <a:sysClr val="window" lastClr="FFFFFF"/>
              </a:solidFill>
              <a:effectLst/>
              <a:uLnTx/>
              <a:uFillTx/>
              <a:latin typeface="Verdana"/>
              <a:ea typeface="+mn-ea"/>
              <a:cs typeface="+mn-cs"/>
            </a:endParaRP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55F1C819-1E93-AF49-0802-9FC98DF79FE7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/>
          <a:stretch/>
        </p:blipFill>
        <p:spPr>
          <a:xfrm>
            <a:off x="0" y="0"/>
            <a:ext cx="5867807" cy="4572000"/>
          </a:xfrm>
          <a:prstGeom prst="rect">
            <a:avLst/>
          </a:prstGeom>
          <a:solidFill>
            <a:schemeClr val="accent1"/>
          </a:solidFill>
        </p:spPr>
      </p:pic>
      <p:sp>
        <p:nvSpPr>
          <p:cNvPr id="7" name="Rectangle 6">
            <a:extLst>
              <a:ext uri="{FF2B5EF4-FFF2-40B4-BE49-F238E27FC236}">
                <a16:creationId xmlns:a16="http://schemas.microsoft.com/office/drawing/2014/main" id="{04F9F4C5-03DA-26D2-6BF4-FB9A484F20D2}"/>
              </a:ext>
            </a:extLst>
          </p:cNvPr>
          <p:cNvSpPr/>
          <p:nvPr/>
        </p:nvSpPr>
        <p:spPr>
          <a:xfrm rot="5400000">
            <a:off x="1047750" y="-323847"/>
            <a:ext cx="4572000" cy="5219700"/>
          </a:xfrm>
          <a:prstGeom prst="rect">
            <a:avLst/>
          </a:prstGeom>
          <a:gradFill>
            <a:gsLst>
              <a:gs pos="3000">
                <a:schemeClr val="accent1"/>
              </a:gs>
              <a:gs pos="100000">
                <a:schemeClr val="accent1">
                  <a:alpha val="0"/>
                </a:schemeClr>
              </a:gs>
            </a:gsLst>
            <a:lin ang="5400000" scaled="1"/>
          </a:gradFill>
          <a:ln w="25400"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31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Verdana"/>
              <a:ea typeface="+mn-ea"/>
              <a:cs typeface="+mn-cs"/>
            </a:endParaRPr>
          </a:p>
        </p:txBody>
      </p:sp>
      <p:pic>
        <p:nvPicPr>
          <p:cNvPr id="8" name="Picture 7" descr="A black background with a black border&#10;&#10;AI-generated content may be incorrect.">
            <a:extLst>
              <a:ext uri="{FF2B5EF4-FFF2-40B4-BE49-F238E27FC236}">
                <a16:creationId xmlns:a16="http://schemas.microsoft.com/office/drawing/2014/main" id="{DA160906-8984-73C5-22A3-36EF8A21728E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40776" r="-1"/>
          <a:stretch/>
        </p:blipFill>
        <p:spPr>
          <a:xfrm>
            <a:off x="3728484" y="0"/>
            <a:ext cx="5415516" cy="4571999"/>
          </a:xfrm>
          <a:prstGeom prst="rect">
            <a:avLst/>
          </a:prstGeom>
        </p:spPr>
      </p:pic>
      <p:sp>
        <p:nvSpPr>
          <p:cNvPr id="15" name="Text Placeholder 4">
            <a:extLst>
              <a:ext uri="{FF2B5EF4-FFF2-40B4-BE49-F238E27FC236}">
                <a16:creationId xmlns:a16="http://schemas.microsoft.com/office/drawing/2014/main" id="{60B6EAB6-05C0-9FDC-5764-70E946E1948C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4579646" y="1614612"/>
            <a:ext cx="4000332" cy="2376273"/>
          </a:xfrm>
          <a:effectLst/>
        </p:spPr>
        <p:txBody>
          <a:bodyPr/>
          <a:lstStyle/>
          <a:p>
            <a:pPr>
              <a:spcBef>
                <a:spcPts val="300"/>
              </a:spcBef>
              <a:spcAft>
                <a:spcPts val="300"/>
              </a:spcAft>
            </a:pPr>
            <a:r>
              <a:rPr lang="en-GB" noProof="0" dirty="0"/>
              <a:t>Pattern, gradation and photo are on individual layers</a:t>
            </a:r>
          </a:p>
          <a:p>
            <a:pPr marL="137160" indent="-137160">
              <a:spcBef>
                <a:spcPts val="300"/>
              </a:spcBef>
              <a:spcAft>
                <a:spcPts val="300"/>
              </a:spcAft>
              <a:buFont typeface="Arial" panose="020B0604020202020204" pitchFamily="34" charset="0"/>
              <a:buChar char="•"/>
            </a:pPr>
            <a:r>
              <a:rPr lang="en-GB" noProof="0" dirty="0"/>
              <a:t>Select picture layer to change picture</a:t>
            </a:r>
          </a:p>
          <a:p>
            <a:pPr marL="137160" indent="-137160">
              <a:spcBef>
                <a:spcPts val="300"/>
              </a:spcBef>
              <a:spcAft>
                <a:spcPts val="300"/>
              </a:spcAft>
              <a:buFont typeface="Arial" panose="020B0604020202020204" pitchFamily="34" charset="0"/>
              <a:buChar char="•"/>
            </a:pPr>
            <a:r>
              <a:rPr lang="en-GB" noProof="0" dirty="0"/>
              <a:t>Compress added picture (selected picture only) </a:t>
            </a:r>
          </a:p>
          <a:p>
            <a:pPr marL="137160" indent="-137160">
              <a:spcBef>
                <a:spcPts val="300"/>
              </a:spcBef>
              <a:spcAft>
                <a:spcPts val="300"/>
              </a:spcAft>
              <a:buFont typeface="Arial" panose="020B0604020202020204" pitchFamily="34" charset="0"/>
              <a:buChar char="•"/>
            </a:pPr>
            <a:r>
              <a:rPr lang="en-GB" noProof="0" dirty="0"/>
              <a:t>Position gradation at edge of photo</a:t>
            </a:r>
          </a:p>
          <a:p>
            <a:pPr marL="137160" indent="-137160">
              <a:spcBef>
                <a:spcPts val="300"/>
              </a:spcBef>
              <a:spcAft>
                <a:spcPts val="300"/>
              </a:spcAft>
              <a:buFont typeface="Arial" panose="020B0604020202020204" pitchFamily="34" charset="0"/>
              <a:buChar char="•"/>
            </a:pPr>
            <a:r>
              <a:rPr lang="en-GB" noProof="0" dirty="0"/>
              <a:t>Position 2D pattern opposite photo</a:t>
            </a:r>
          </a:p>
          <a:p>
            <a:pPr marL="137160" indent="-137160">
              <a:spcBef>
                <a:spcPts val="300"/>
              </a:spcBef>
              <a:spcAft>
                <a:spcPts val="300"/>
              </a:spcAft>
              <a:buFont typeface="Arial" panose="020B0604020202020204" pitchFamily="34" charset="0"/>
              <a:buChar char="•"/>
            </a:pPr>
            <a:r>
              <a:rPr lang="en-GB" noProof="0" dirty="0"/>
              <a:t>Make sure text boxes are in front of all other layers</a:t>
            </a:r>
          </a:p>
        </p:txBody>
      </p:sp>
      <p:sp>
        <p:nvSpPr>
          <p:cNvPr id="16" name="Title 7">
            <a:extLst>
              <a:ext uri="{FF2B5EF4-FFF2-40B4-BE49-F238E27FC236}">
                <a16:creationId xmlns:a16="http://schemas.microsoft.com/office/drawing/2014/main" id="{25D6A5B0-F58B-12BD-0F6D-AF2E9634E35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9646" y="844488"/>
            <a:ext cx="4115374" cy="679647"/>
          </a:xfrm>
          <a:effectLst/>
        </p:spPr>
        <p:txBody>
          <a:bodyPr/>
          <a:lstStyle/>
          <a:p>
            <a:r>
              <a:rPr lang="en-GB" b="1" noProof="0" dirty="0"/>
              <a:t>Photo left side</a:t>
            </a:r>
          </a:p>
        </p:txBody>
      </p:sp>
    </p:spTree>
    <p:extLst>
      <p:ext uri="{BB962C8B-B14F-4D97-AF65-F5344CB8AC3E}">
        <p14:creationId xmlns:p14="http://schemas.microsoft.com/office/powerpoint/2010/main" val="3731704945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1944336E-0F57-A373-1AB7-BE1E6AA20E1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fontAlgn="base">
              <a:spcAft>
                <a:spcPct val="0"/>
              </a:spcAft>
              <a:defRPr/>
            </a:pPr>
            <a:fld id="{4472AB7F-E8D0-4874-A9B8-335B68DC5F05}" type="slidenum">
              <a:rPr lang="en-GB" noProof="0" smtClean="0"/>
              <a:pPr fontAlgn="base">
                <a:spcAft>
                  <a:spcPct val="0"/>
                </a:spcAft>
                <a:defRPr/>
              </a:pPr>
              <a:t>10</a:t>
            </a:fld>
            <a:endParaRPr lang="en-GB" noProof="0"/>
          </a:p>
        </p:txBody>
      </p:sp>
      <p:sp>
        <p:nvSpPr>
          <p:cNvPr id="5" name="Text Placeholder 11">
            <a:extLst>
              <a:ext uri="{FF2B5EF4-FFF2-40B4-BE49-F238E27FC236}">
                <a16:creationId xmlns:a16="http://schemas.microsoft.com/office/drawing/2014/main" id="{EBB663B1-4D55-EC27-6097-C7B02A596D3D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2601490" y="2927493"/>
            <a:ext cx="3024396" cy="639527"/>
          </a:xfrm>
        </p:spPr>
        <p:txBody>
          <a:bodyPr/>
          <a:lstStyle/>
          <a:p>
            <a:pPr marL="0" marR="0" lvl="0" indent="0" algn="l" defTabSz="91431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800" b="0" i="0" u="none" strike="noStrike" kern="1200" cap="none" spc="0" normalizeH="0" baseline="0" noProof="0" dirty="0">
                <a:ln>
                  <a:noFill/>
                </a:ln>
                <a:solidFill>
                  <a:srgbClr val="002C6C"/>
                </a:solidFill>
                <a:effectLst/>
                <a:uLnTx/>
                <a:uFillTx/>
                <a:latin typeface="Verdana"/>
                <a:ea typeface="+mn-ea"/>
                <a:cs typeface="+mn-cs"/>
              </a:rPr>
              <a:t>Title</a:t>
            </a:r>
          </a:p>
        </p:txBody>
      </p:sp>
      <p:sp>
        <p:nvSpPr>
          <p:cNvPr id="6" name="Title 10">
            <a:extLst>
              <a:ext uri="{FF2B5EF4-FFF2-40B4-BE49-F238E27FC236}">
                <a16:creationId xmlns:a16="http://schemas.microsoft.com/office/drawing/2014/main" id="{F165D998-9A97-3C43-6262-9D5A6CA7E44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47479" y="859791"/>
            <a:ext cx="5240399" cy="679647"/>
          </a:xfrm>
        </p:spPr>
        <p:txBody>
          <a:bodyPr/>
          <a:lstStyle/>
          <a:p>
            <a:r>
              <a:rPr lang="en-GB" sz="4000" b="1" noProof="0" dirty="0">
                <a:solidFill>
                  <a:schemeClr val="accent1"/>
                </a:solidFill>
              </a:rPr>
              <a:t>Speaker Name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9E47F507-9416-577C-26D5-B85E4BB99D67}"/>
              </a:ext>
            </a:extLst>
          </p:cNvPr>
          <p:cNvSpPr/>
          <p:nvPr/>
        </p:nvSpPr>
        <p:spPr>
          <a:xfrm>
            <a:off x="2601490" y="1999281"/>
            <a:ext cx="2567195" cy="728421"/>
          </a:xfrm>
          <a:prstGeom prst="rect">
            <a:avLst/>
          </a:prstGeom>
          <a:solidFill>
            <a:schemeClr val="bg2"/>
          </a:solidFill>
          <a:ln w="25400" cap="flat" cmpd="sng" algn="ctr">
            <a:noFill/>
            <a:prstDash val="solid"/>
          </a:ln>
          <a:effectLst/>
        </p:spPr>
        <p:txBody>
          <a:bodyPr rtlCol="0" anchor="ctr"/>
          <a:lstStyle/>
          <a:p>
            <a:pPr marL="0" marR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en-GB" sz="1800" b="0" i="0" u="none" strike="noStrike" kern="0" cap="none" spc="0" normalizeH="0" baseline="0" noProof="0" dirty="0">
                <a:ln>
                  <a:noFill/>
                </a:ln>
                <a:solidFill>
                  <a:sysClr val="window" lastClr="FFFFFF"/>
                </a:solidFill>
                <a:effectLst/>
                <a:uLnTx/>
                <a:uFillTx/>
                <a:latin typeface="Verdana"/>
                <a:ea typeface="+mn-ea"/>
                <a:cs typeface="+mn-cs"/>
              </a:rPr>
              <a:t>Logo</a:t>
            </a:r>
          </a:p>
        </p:txBody>
      </p:sp>
      <p:sp>
        <p:nvSpPr>
          <p:cNvPr id="8" name="Oval 7">
            <a:extLst>
              <a:ext uri="{FF2B5EF4-FFF2-40B4-BE49-F238E27FC236}">
                <a16:creationId xmlns:a16="http://schemas.microsoft.com/office/drawing/2014/main" id="{CC944592-1D2C-723A-C64E-678F6B264B31}"/>
              </a:ext>
            </a:extLst>
          </p:cNvPr>
          <p:cNvSpPr/>
          <p:nvPr/>
        </p:nvSpPr>
        <p:spPr>
          <a:xfrm>
            <a:off x="5777067" y="873482"/>
            <a:ext cx="2693538" cy="2693538"/>
          </a:xfrm>
          <a:prstGeom prst="ellipse">
            <a:avLst/>
          </a:prstGeom>
          <a:solidFill>
            <a:schemeClr val="bg2"/>
          </a:solidFill>
          <a:ln w="25400" cap="flat" cmpd="sng" algn="ctr">
            <a:noFill/>
            <a:prstDash val="solid"/>
          </a:ln>
          <a:effectLst/>
        </p:spPr>
        <p:txBody>
          <a:bodyPr rtlCol="0" anchor="ctr"/>
          <a:lstStyle/>
          <a:p>
            <a:pPr marL="0" marR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lang="en-GB" kern="0" noProof="0" dirty="0">
                <a:solidFill>
                  <a:sysClr val="window" lastClr="FFFFFF"/>
                </a:solidFill>
                <a:latin typeface="Verdana"/>
              </a:rPr>
              <a:t>Speaker photo</a:t>
            </a:r>
            <a:endParaRPr kumimoji="0" lang="en-GB" sz="1800" b="0" i="0" u="none" strike="noStrike" kern="0" cap="none" spc="0" normalizeH="0" baseline="0" noProof="0" dirty="0">
              <a:ln>
                <a:noFill/>
              </a:ln>
              <a:solidFill>
                <a:sysClr val="window" lastClr="FFFFFF"/>
              </a:solidFill>
              <a:effectLst/>
              <a:uLnTx/>
              <a:uFillTx/>
              <a:latin typeface="Verdana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972818047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5B80B710-9B8E-39E1-1676-9F2505467E4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fontAlgn="base">
              <a:spcAft>
                <a:spcPct val="0"/>
              </a:spcAft>
              <a:defRPr/>
            </a:pPr>
            <a:fld id="{4472AB7F-E8D0-4874-A9B8-335B68DC5F05}" type="slidenum">
              <a:rPr lang="en-GB" noProof="0" smtClean="0"/>
              <a:pPr fontAlgn="base">
                <a:spcAft>
                  <a:spcPct val="0"/>
                </a:spcAft>
                <a:defRPr/>
              </a:pPr>
              <a:t>11</a:t>
            </a:fld>
            <a:endParaRPr lang="en-GB" noProof="0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1A644E18-6595-F4CA-5AFC-B7447B27A92B}"/>
              </a:ext>
            </a:extLst>
          </p:cNvPr>
          <p:cNvSpPr/>
          <p:nvPr/>
        </p:nvSpPr>
        <p:spPr>
          <a:xfrm>
            <a:off x="3200400" y="-1"/>
            <a:ext cx="5943600" cy="4572000"/>
          </a:xfrm>
          <a:prstGeom prst="rect">
            <a:avLst/>
          </a:prstGeom>
          <a:solidFill>
            <a:schemeClr val="tx2"/>
          </a:solidFill>
          <a:ln w="25400" cap="flat" cmpd="sng" algn="ctr">
            <a:noFill/>
            <a:prstDash val="solid"/>
          </a:ln>
          <a:effectLst/>
        </p:spPr>
        <p:txBody>
          <a:bodyPr rtlCol="0" anchor="ctr"/>
          <a:lstStyle/>
          <a:p>
            <a:pPr marL="0" marR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1800" b="0" i="0" u="none" strike="noStrike" kern="0" cap="none" spc="0" normalizeH="0" baseline="0" noProof="0">
              <a:ln>
                <a:noFill/>
              </a:ln>
              <a:solidFill>
                <a:sysClr val="window" lastClr="FFFFFF"/>
              </a:solidFill>
              <a:effectLst/>
              <a:uLnTx/>
              <a:uFillTx/>
              <a:latin typeface="Verdana"/>
              <a:ea typeface="+mn-ea"/>
              <a:cs typeface="+mn-cs"/>
            </a:endParaRP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6D3BF0FB-F13E-BA7F-7365-7CF8FE2A265D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/>
          <a:stretch/>
        </p:blipFill>
        <p:spPr>
          <a:xfrm>
            <a:off x="0" y="0"/>
            <a:ext cx="5867807" cy="4572000"/>
          </a:xfrm>
          <a:prstGeom prst="rect">
            <a:avLst/>
          </a:prstGeom>
          <a:solidFill>
            <a:schemeClr val="tx2"/>
          </a:solidFill>
        </p:spPr>
      </p:pic>
      <p:sp>
        <p:nvSpPr>
          <p:cNvPr id="7" name="Rectangle 6">
            <a:extLst>
              <a:ext uri="{FF2B5EF4-FFF2-40B4-BE49-F238E27FC236}">
                <a16:creationId xmlns:a16="http://schemas.microsoft.com/office/drawing/2014/main" id="{17A0098B-D6B2-C8EE-A89A-F72677E9FF8A}"/>
              </a:ext>
            </a:extLst>
          </p:cNvPr>
          <p:cNvSpPr/>
          <p:nvPr/>
        </p:nvSpPr>
        <p:spPr>
          <a:xfrm rot="5400000">
            <a:off x="1047751" y="-323851"/>
            <a:ext cx="4572000" cy="5219702"/>
          </a:xfrm>
          <a:prstGeom prst="rect">
            <a:avLst/>
          </a:prstGeom>
          <a:gradFill>
            <a:gsLst>
              <a:gs pos="3000">
                <a:schemeClr val="tx2"/>
              </a:gs>
              <a:gs pos="100000">
                <a:schemeClr val="tx2">
                  <a:alpha val="0"/>
                </a:schemeClr>
              </a:gs>
            </a:gsLst>
            <a:lin ang="5400000" scaled="1"/>
          </a:gradFill>
          <a:ln w="25400"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31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Verdana"/>
              <a:ea typeface="+mn-ea"/>
              <a:cs typeface="+mn-cs"/>
            </a:endParaRPr>
          </a:p>
        </p:txBody>
      </p:sp>
      <p:pic>
        <p:nvPicPr>
          <p:cNvPr id="8" name="Picture 7" descr="A black background with a black border&#10;&#10;AI-generated content may be incorrect.">
            <a:extLst>
              <a:ext uri="{FF2B5EF4-FFF2-40B4-BE49-F238E27FC236}">
                <a16:creationId xmlns:a16="http://schemas.microsoft.com/office/drawing/2014/main" id="{2E43B59F-F520-6C3B-0AEF-743061D61E23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40776" r="-1"/>
          <a:stretch/>
        </p:blipFill>
        <p:spPr>
          <a:xfrm>
            <a:off x="3728484" y="1"/>
            <a:ext cx="5415516" cy="4571999"/>
          </a:xfrm>
          <a:prstGeom prst="rect">
            <a:avLst/>
          </a:prstGeom>
          <a:effectLst>
            <a:outerShdw blurRad="50800" dist="50800" dir="5400000" algn="ctr" rotWithShape="0">
              <a:srgbClr val="000000">
                <a:alpha val="70000"/>
              </a:srgbClr>
            </a:outerShdw>
          </a:effectLst>
        </p:spPr>
      </p:pic>
      <p:sp>
        <p:nvSpPr>
          <p:cNvPr id="9" name="Title 7">
            <a:extLst>
              <a:ext uri="{FF2B5EF4-FFF2-40B4-BE49-F238E27FC236}">
                <a16:creationId xmlns:a16="http://schemas.microsoft.com/office/drawing/2014/main" id="{28E73810-B823-FF7C-51F1-74640AA8C90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478650" y="2008418"/>
            <a:ext cx="2542193" cy="679647"/>
          </a:xfrm>
          <a:effectLst/>
        </p:spPr>
        <p:txBody>
          <a:bodyPr/>
          <a:lstStyle/>
          <a:p>
            <a:r>
              <a:rPr lang="en-GB" sz="5400" b="1" noProof="0" dirty="0"/>
              <a:t>Q&amp;A</a:t>
            </a:r>
          </a:p>
        </p:txBody>
      </p:sp>
    </p:spTree>
    <p:extLst>
      <p:ext uri="{BB962C8B-B14F-4D97-AF65-F5344CB8AC3E}">
        <p14:creationId xmlns:p14="http://schemas.microsoft.com/office/powerpoint/2010/main" val="3259728911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>
            <a:extLst>
              <a:ext uri="{FF2B5EF4-FFF2-40B4-BE49-F238E27FC236}">
                <a16:creationId xmlns:a16="http://schemas.microsoft.com/office/drawing/2014/main" id="{E211B465-25BA-11D8-0477-7A2ED72359F1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t="18427" b="18427"/>
          <a:stretch/>
        </p:blipFill>
        <p:spPr>
          <a:xfrm>
            <a:off x="-155449" y="-2946"/>
            <a:ext cx="9299447" cy="4575412"/>
          </a:xfrm>
          <a:prstGeom prst="rect">
            <a:avLst/>
          </a:prstGeom>
        </p:spPr>
      </p:pic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B51A7100-93D9-E342-1EBA-0448086EB0E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fontAlgn="base">
              <a:spcAft>
                <a:spcPct val="0"/>
              </a:spcAft>
              <a:defRPr/>
            </a:pPr>
            <a:fld id="{4472AB7F-E8D0-4874-A9B8-335B68DC5F05}" type="slidenum">
              <a:rPr lang="en-GB" noProof="0" smtClean="0"/>
              <a:pPr fontAlgn="base">
                <a:spcAft>
                  <a:spcPct val="0"/>
                </a:spcAft>
                <a:defRPr/>
              </a:pPr>
              <a:t>12</a:t>
            </a:fld>
            <a:endParaRPr lang="en-GB" noProof="0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1F2D8F6F-DE5D-CE47-5590-3A3957542F82}"/>
              </a:ext>
            </a:extLst>
          </p:cNvPr>
          <p:cNvSpPr/>
          <p:nvPr/>
        </p:nvSpPr>
        <p:spPr>
          <a:xfrm>
            <a:off x="1" y="0"/>
            <a:ext cx="9143998" cy="4572000"/>
          </a:xfrm>
          <a:prstGeom prst="rect">
            <a:avLst/>
          </a:prstGeom>
          <a:gradFill flip="none" rotWithShape="1">
            <a:gsLst>
              <a:gs pos="0">
                <a:schemeClr val="tx2"/>
              </a:gs>
              <a:gs pos="100000">
                <a:schemeClr val="tx2">
                  <a:alpha val="56000"/>
                </a:schemeClr>
              </a:gs>
              <a:gs pos="0">
                <a:schemeClr val="tx2"/>
              </a:gs>
            </a:gsLst>
            <a:lin ang="0" scaled="1"/>
            <a:tileRect/>
          </a:gradFill>
          <a:ln w="25400"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31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35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Verdana"/>
              <a:ea typeface="+mn-ea"/>
              <a:cs typeface="+mn-cs"/>
            </a:endParaRPr>
          </a:p>
        </p:txBody>
      </p:sp>
      <p:pic>
        <p:nvPicPr>
          <p:cNvPr id="9" name="Picture 8" descr="A black background with a black border&#10;&#10;AI-generated content may be incorrect.">
            <a:extLst>
              <a:ext uri="{FF2B5EF4-FFF2-40B4-BE49-F238E27FC236}">
                <a16:creationId xmlns:a16="http://schemas.microsoft.com/office/drawing/2014/main" id="{202EAF26-97AE-B787-2B67-CE0D402F007C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40776" r="-1"/>
          <a:stretch/>
        </p:blipFill>
        <p:spPr>
          <a:xfrm flipH="1">
            <a:off x="0" y="0"/>
            <a:ext cx="5415516" cy="4571999"/>
          </a:xfrm>
          <a:prstGeom prst="rect">
            <a:avLst/>
          </a:prstGeom>
          <a:effectLst>
            <a:outerShdw blurRad="50800" dist="50800" dir="5400000" algn="ctr" rotWithShape="0">
              <a:srgbClr val="000000">
                <a:alpha val="70000"/>
              </a:srgbClr>
            </a:outerShdw>
          </a:effectLst>
        </p:spPr>
      </p:pic>
      <p:sp>
        <p:nvSpPr>
          <p:cNvPr id="10" name="Text Placeholder 9">
            <a:extLst>
              <a:ext uri="{FF2B5EF4-FFF2-40B4-BE49-F238E27FC236}">
                <a16:creationId xmlns:a16="http://schemas.microsoft.com/office/drawing/2014/main" id="{588406BB-549D-EE72-875C-C042AC4FEDC4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447480" y="2164472"/>
            <a:ext cx="5893848" cy="1493128"/>
          </a:xfrm>
          <a:effectLst>
            <a:outerShdw blurRad="38100" dist="25400" dir="2700000" algn="tl" rotWithShape="0">
              <a:schemeClr val="tx2">
                <a:lumMod val="75000"/>
              </a:schemeClr>
            </a:outerShdw>
          </a:effectLst>
        </p:spPr>
        <p:txBody>
          <a:bodyPr/>
          <a:lstStyle/>
          <a:p>
            <a:pPr>
              <a:spcBef>
                <a:spcPts val="300"/>
              </a:spcBef>
              <a:spcAft>
                <a:spcPts val="300"/>
              </a:spcAft>
            </a:pPr>
            <a:r>
              <a:rPr lang="en-GB" noProof="0" dirty="0"/>
              <a:t>Full-slide photo</a:t>
            </a:r>
          </a:p>
          <a:p>
            <a:pPr>
              <a:spcBef>
                <a:spcPts val="300"/>
              </a:spcBef>
              <a:spcAft>
                <a:spcPts val="300"/>
              </a:spcAft>
            </a:pPr>
            <a:r>
              <a:rPr lang="en-GB" noProof="0" dirty="0"/>
              <a:t>Select picture layer on the left to change picture (</a:t>
            </a:r>
            <a:r>
              <a:rPr lang="en-GB" noProof="0" dirty="0">
                <a:solidFill>
                  <a:schemeClr val="accent5"/>
                </a:solidFill>
              </a:rPr>
              <a:t>Option/Right click </a:t>
            </a:r>
            <a:r>
              <a:rPr lang="en-GB" noProof="0" dirty="0"/>
              <a:t>on image &gt; </a:t>
            </a:r>
            <a:r>
              <a:rPr lang="en-GB" noProof="0" dirty="0">
                <a:solidFill>
                  <a:schemeClr val="accent5"/>
                </a:solidFill>
              </a:rPr>
              <a:t>Change Picture…</a:t>
            </a:r>
            <a:r>
              <a:rPr lang="en-GB" noProof="0" dirty="0"/>
              <a:t>)</a:t>
            </a:r>
          </a:p>
        </p:txBody>
      </p:sp>
      <p:sp>
        <p:nvSpPr>
          <p:cNvPr id="11" name="Title 8">
            <a:extLst>
              <a:ext uri="{FF2B5EF4-FFF2-40B4-BE49-F238E27FC236}">
                <a16:creationId xmlns:a16="http://schemas.microsoft.com/office/drawing/2014/main" id="{DAFA7462-5B7C-B814-51A3-69D31D7F24A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47480" y="1464590"/>
            <a:ext cx="5186154" cy="618131"/>
          </a:xfrm>
          <a:effectLst/>
        </p:spPr>
        <p:txBody>
          <a:bodyPr/>
          <a:lstStyle/>
          <a:p>
            <a:r>
              <a:rPr lang="en-GB" sz="3200" b="1" noProof="0" dirty="0">
                <a:solidFill>
                  <a:srgbClr val="C1D82F"/>
                </a:solidFill>
              </a:rPr>
              <a:t>Thank you!</a:t>
            </a:r>
          </a:p>
        </p:txBody>
      </p:sp>
    </p:spTree>
    <p:extLst>
      <p:ext uri="{BB962C8B-B14F-4D97-AF65-F5344CB8AC3E}">
        <p14:creationId xmlns:p14="http://schemas.microsoft.com/office/powerpoint/2010/main" val="3090902119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defTabSz="914288" fontAlgn="base">
              <a:spcAft>
                <a:spcPct val="0"/>
              </a:spcAft>
              <a:defRPr/>
            </a:pPr>
            <a:fld id="{4472AB7F-E8D0-4874-A9B8-335B68DC5F05}" type="slidenum">
              <a:rPr lang="en-GB"/>
              <a:pPr defTabSz="914288" fontAlgn="base">
                <a:spcAft>
                  <a:spcPct val="0"/>
                </a:spcAft>
                <a:defRPr/>
              </a:pPr>
              <a:t>13</a:t>
            </a:fld>
            <a:endParaRPr lang="en-GB"/>
          </a:p>
        </p:txBody>
      </p:sp>
      <p:sp>
        <p:nvSpPr>
          <p:cNvPr id="5" name="Title 4">
            <a:extLst>
              <a:ext uri="{FF2B5EF4-FFF2-40B4-BE49-F238E27FC236}">
                <a16:creationId xmlns:a16="http://schemas.microsoft.com/office/drawing/2014/main" id="{88BC2018-3F43-E1CC-1AFE-CBED951875C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GS1 Competition Law Caution</a:t>
            </a:r>
          </a:p>
        </p:txBody>
      </p:sp>
      <p:sp>
        <p:nvSpPr>
          <p:cNvPr id="6" name="Content Placeholder 7">
            <a:extLst>
              <a:ext uri="{FF2B5EF4-FFF2-40B4-BE49-F238E27FC236}">
                <a16:creationId xmlns:a16="http://schemas.microsoft.com/office/drawing/2014/main" id="{5984B46C-B281-5FA0-2ECB-A0FCBC04F0A4}"/>
              </a:ext>
            </a:extLst>
          </p:cNvPr>
          <p:cNvSpPr txBox="1">
            <a:spLocks/>
          </p:cNvSpPr>
          <p:nvPr/>
        </p:nvSpPr>
        <p:spPr>
          <a:xfrm>
            <a:off x="447721" y="1091409"/>
            <a:ext cx="8241707" cy="3312086"/>
          </a:xfrm>
          <a:prstGeom prst="rect">
            <a:avLst/>
          </a:prstGeom>
        </p:spPr>
        <p:txBody>
          <a:bodyPr lIns="0" tIns="0" rIns="0" bIns="0"/>
          <a:lstStyle>
            <a:lvl1pPr marL="0" indent="0" algn="l" defTabSz="457200" rtl="0" eaLnBrk="1" latinLnBrk="0" hangingPunct="1">
              <a:spcBef>
                <a:spcPct val="20000"/>
              </a:spcBef>
              <a:buFont typeface="Arial"/>
              <a:buNone/>
              <a:defRPr sz="1400" b="0" i="0" kern="1200" cap="none" spc="90" baseline="0">
                <a:solidFill>
                  <a:schemeClr val="bg1"/>
                </a:solidFill>
                <a:latin typeface="Verdana"/>
                <a:ea typeface="+mn-ea"/>
                <a:cs typeface="Verdana"/>
              </a:defRPr>
            </a:lvl1pPr>
            <a:lvl2pPr marL="742950" indent="-285750" algn="l" defTabSz="457200" rtl="0" eaLnBrk="1" latinLnBrk="0" hangingPunct="1">
              <a:spcBef>
                <a:spcPct val="20000"/>
              </a:spcBef>
              <a:buFont typeface="Arial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ct val="20000"/>
              </a:spcBef>
              <a:buFont typeface="Arial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ct val="20000"/>
              </a:spcBef>
              <a:buFont typeface="Arial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spcBef>
                <a:spcPts val="600"/>
              </a:spcBef>
              <a:spcAft>
                <a:spcPts val="600"/>
              </a:spcAft>
            </a:pPr>
            <a:r>
              <a:rPr lang="en-GB" noProof="0" dirty="0"/>
              <a:t>GS1 operates under the GS1 Competition Law Caution. Strict compliance with competition laws is and always has been the policy of GS1.</a:t>
            </a:r>
          </a:p>
          <a:p>
            <a:pPr>
              <a:spcBef>
                <a:spcPts val="600"/>
              </a:spcBef>
              <a:spcAft>
                <a:spcPts val="600"/>
              </a:spcAft>
            </a:pPr>
            <a:r>
              <a:rPr lang="en-GB" noProof="0" dirty="0"/>
              <a:t>The best way to avoid problems is to remember that the purpose of the group is to enhance the ability of all industry members to compete more efficiently.</a:t>
            </a:r>
          </a:p>
          <a:p>
            <a:pPr>
              <a:spcBef>
                <a:spcPts val="600"/>
              </a:spcBef>
              <a:spcAft>
                <a:spcPts val="600"/>
              </a:spcAft>
            </a:pPr>
            <a:r>
              <a:rPr lang="en-GB" noProof="0" dirty="0"/>
              <a:t>This means:</a:t>
            </a:r>
          </a:p>
          <a:p>
            <a:pPr marL="557516" lvl="1"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</a:pPr>
            <a:r>
              <a:rPr lang="en-GB" sz="1400" b="1" noProof="0" dirty="0">
                <a:solidFill>
                  <a:schemeClr val="bg1"/>
                </a:solidFill>
              </a:rPr>
              <a:t>There shall be no discussion of prices, allocation of customers or products, </a:t>
            </a:r>
            <a:r>
              <a:rPr lang="en-GB" sz="1400" b="1" noProof="0" dirty="0">
                <a:solidFill>
                  <a:schemeClr val="bg1"/>
                </a:solidFill>
                <a:ea typeface="Times New Roman" panose="02020603050405020304" pitchFamily="18" charset="0"/>
              </a:rPr>
              <a:t>boycotts, refusals to deal, or market share.</a:t>
            </a:r>
            <a:endParaRPr lang="en-GB" sz="1400" b="1" noProof="0" dirty="0">
              <a:solidFill>
                <a:schemeClr val="bg1"/>
              </a:solidFill>
            </a:endParaRPr>
          </a:p>
          <a:p>
            <a:pPr marL="557516" lvl="1"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</a:pPr>
            <a:r>
              <a:rPr lang="en-GB" sz="1400" noProof="0" dirty="0">
                <a:solidFill>
                  <a:schemeClr val="bg1"/>
                </a:solidFill>
              </a:rPr>
              <a:t>If any participant believes the group is drifting toward impermissible discussion, the topic shall be tabled until the opinion of counsel can be obtained.</a:t>
            </a:r>
          </a:p>
          <a:p>
            <a:pPr marL="7938">
              <a:spcBef>
                <a:spcPts val="1200"/>
              </a:spcBef>
              <a:spcAft>
                <a:spcPts val="600"/>
              </a:spcAft>
            </a:pPr>
            <a:r>
              <a:rPr lang="en-GB" noProof="0" dirty="0">
                <a:ea typeface="ＭＳ Ｐゴシック"/>
              </a:rPr>
              <a:t>The full caution is available via the link below, if you would like to read it in its entirety: </a:t>
            </a:r>
            <a:r>
              <a:rPr lang="en-GB" noProof="0" dirty="0">
                <a:ea typeface="ＭＳ Ｐゴシック"/>
                <a:hlinkClick r:id="rId3"/>
              </a:rPr>
              <a:t>http://www.gs1.org/gs1-competition-law-caution</a:t>
            </a:r>
            <a:r>
              <a:rPr lang="en-GB" noProof="0" dirty="0">
                <a:ea typeface="ＭＳ Ｐゴシック"/>
              </a:rPr>
              <a:t>.</a:t>
            </a:r>
            <a:endParaRPr lang="en-GB" noProof="0" dirty="0"/>
          </a:p>
          <a:p>
            <a:pPr marL="359401"/>
            <a:br>
              <a:rPr lang="en-US" dirty="0"/>
            </a:br>
            <a:endParaRPr lang="en-GB" dirty="0">
              <a:latin typeface="Verdana" panose="020B0604030504040204" pitchFamily="34" charset="0"/>
            </a:endParaRPr>
          </a:p>
          <a:p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3351510759"/>
      </p:ext>
    </p:extLst>
  </p:cSld>
  <p:clrMapOvr>
    <a:masterClrMapping/>
  </p:clrMapOvr>
</p:sld>
</file>

<file path=ppt/theme/theme1.xml><?xml version="1.0" encoding="utf-8"?>
<a:theme xmlns:a="http://schemas.openxmlformats.org/drawingml/2006/main" name="Title">
  <a:themeElements>
    <a:clrScheme name="GS1 Global Palette">
      <a:dk1>
        <a:srgbClr val="454545"/>
      </a:dk1>
      <a:lt1>
        <a:sysClr val="window" lastClr="FFFFFF"/>
      </a:lt1>
      <a:dk2>
        <a:srgbClr val="002C6C"/>
      </a:dk2>
      <a:lt2>
        <a:srgbClr val="888B8D"/>
      </a:lt2>
      <a:accent1>
        <a:srgbClr val="F26334"/>
      </a:accent1>
      <a:accent2>
        <a:srgbClr val="00B6DE"/>
      </a:accent2>
      <a:accent3>
        <a:srgbClr val="7AC143"/>
      </a:accent3>
      <a:accent4>
        <a:srgbClr val="F05587"/>
      </a:accent4>
      <a:accent5>
        <a:srgbClr val="FBB034"/>
      </a:accent5>
      <a:accent6>
        <a:srgbClr val="BF83B9"/>
      </a:accent6>
      <a:hlink>
        <a:srgbClr val="008DBD"/>
      </a:hlink>
      <a:folHlink>
        <a:srgbClr val="008DBD"/>
      </a:folHlink>
    </a:clrScheme>
    <a:fontScheme name="GS1 Verdana">
      <a:majorFont>
        <a:latin typeface="Verdana"/>
        <a:ea typeface=""/>
        <a:cs typeface=""/>
        <a:font script="Jpan" typeface="ＭＳ Ｐゴシック"/>
        <a:font script="Hang" typeface="돋움"/>
        <a:font script="Hans" typeface="黑体"/>
        <a:font script="Hant" typeface="微軟正黑體"/>
        <a:font script="Arab" typeface="Verdana"/>
        <a:font script="Hebr" typeface="Verdana"/>
        <a:font script="Thai" typeface="Verdana"/>
        <a:font script="Ethi" typeface="Verdana"/>
        <a:font script="Beng" typeface="Verdana"/>
        <a:font script="Gujr" typeface="Verdana"/>
        <a:font script="Khmr" typeface="Verdana"/>
        <a:font script="Knda" typeface="Verdana"/>
        <a:font script="Guru" typeface="Verdana"/>
        <a:font script="Cans" typeface="Verdana"/>
        <a:font script="Cher" typeface="Verdana"/>
        <a:font script="Yiii" typeface="Verdana"/>
        <a:font script="Tibt" typeface="Verdana"/>
        <a:font script="Thaa" typeface="Verdana"/>
        <a:font script="Deva" typeface="Verdana"/>
        <a:font script="Telu" typeface="Verdana"/>
        <a:font script="Taml" typeface="Verdana"/>
        <a:font script="Syrc" typeface="Verdana"/>
        <a:font script="Orya" typeface="Verdana"/>
        <a:font script="Mlym" typeface="Verdana"/>
        <a:font script="Laoo" typeface="Verdana"/>
        <a:font script="Sinh" typeface="Verdana"/>
        <a:font script="Mong" typeface="Verdana"/>
        <a:font script="Viet" typeface="Verdana"/>
        <a:font script="Uigh" typeface="Verdana"/>
      </a:majorFont>
      <a:minorFont>
        <a:latin typeface="Verdana"/>
        <a:ea typeface=""/>
        <a:cs typeface=""/>
        <a:font script="Jpan" typeface="ＭＳ Ｐ明朝"/>
        <a:font script="Hang" typeface="바탕"/>
        <a:font script="Hans" typeface="宋体"/>
        <a:font script="Hant" typeface="新細明體"/>
        <a:font script="Arab" typeface="Verdana"/>
        <a:font script="Hebr" typeface="Verdana"/>
        <a:font script="Thai" typeface="Verdana"/>
        <a:font script="Ethi" typeface="Verdana"/>
        <a:font script="Beng" typeface="Verdana"/>
        <a:font script="Gujr" typeface="Verdana"/>
        <a:font script="Khmr" typeface="Verdana"/>
        <a:font script="Knda" typeface="Verdana"/>
        <a:font script="Guru" typeface="Verdana"/>
        <a:font script="Cans" typeface="Verdana"/>
        <a:font script="Cher" typeface="Verdana"/>
        <a:font script="Yiii" typeface="Verdana"/>
        <a:font script="Tibt" typeface="Verdana"/>
        <a:font script="Thaa" typeface="Verdana"/>
        <a:font script="Deva" typeface="Verdana"/>
        <a:font script="Telu" typeface="Verdana"/>
        <a:font script="Taml" typeface="Verdana"/>
        <a:font script="Syrc" typeface="Verdana"/>
        <a:font script="Orya" typeface="Verdana"/>
        <a:font script="Mlym" typeface="Verdana"/>
        <a:font script="Laoo" typeface="Verdana"/>
        <a:font script="Sinh" typeface="Verdana"/>
        <a:font script="Mong" typeface="Verdana"/>
        <a:font script="Viet" typeface="Verdana"/>
        <a:font script="Uigh" typeface="Verdan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rgbClr val="F26334"/>
        </a:solidFill>
        <a:ln w="25400" cap="flat" cmpd="sng" algn="ctr">
          <a:noFill/>
          <a:prstDash val="solid"/>
        </a:ln>
        <a:effectLst/>
      </a:spPr>
      <a:bodyPr rtlCol="0" anchor="ctr"/>
      <a:lstStyle>
        <a:defPPr marL="0" marR="0" indent="0" algn="ctr" defTabSz="914400" eaLnBrk="1" fontAlgn="auto" latinLnBrk="0" hangingPunct="1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kern="0" cap="none" spc="0" normalizeH="0" baseline="0" noProof="0">
            <a:ln>
              <a:noFill/>
            </a:ln>
            <a:solidFill>
              <a:sysClr val="window" lastClr="FFFFFF"/>
            </a:solidFill>
            <a:effectLst/>
            <a:uLnTx/>
            <a:uFillTx/>
            <a:latin typeface="Verdana"/>
            <a:ea typeface="+mn-ea"/>
            <a:cs typeface="+mn-cs"/>
          </a:defRPr>
        </a:defPPr>
      </a:lstStyle>
    </a:spDef>
    <a:lnDef>
      <a:spPr>
        <a:ln w="12700">
          <a:tailEnd type="none"/>
        </a:ln>
        <a:effectLst/>
      </a:spPr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custClrLst>
    <a:custClr name="GS1 Blue">
      <a:srgbClr val="002C6C"/>
    </a:custClr>
    <a:custClr name="GS1 Orange">
      <a:srgbClr val="F26334"/>
    </a:custClr>
    <a:custClr name="GS1 Dark Gray">
      <a:srgbClr val="454545"/>
    </a:custClr>
    <a:custClr name="GS1 Dark Medium Gray">
      <a:srgbClr val="888B8D"/>
    </a:custClr>
    <a:custClr name="GS1 Light Medium Gray">
      <a:srgbClr val="B1B3B3"/>
    </a:custClr>
    <a:custClr name="GS1 Light Gray">
      <a:srgbClr val="F4F4F4"/>
    </a:custClr>
    <a:custClr name="GS1 Raspberry">
      <a:srgbClr val="F05587"/>
    </a:custClr>
    <a:custClr name="GS1 Purple">
      <a:srgbClr val="BF83B9"/>
    </a:custClr>
    <a:custClr name="GS1 Lavender">
      <a:srgbClr val="AF96D4"/>
    </a:custClr>
    <a:custClr name="GS1 Slate">
      <a:srgbClr val="89AADB"/>
    </a:custClr>
    <a:custClr name="GS1 Sky">
      <a:srgbClr val="00B6DE"/>
    </a:custClr>
    <a:custClr name="GS1 Link">
      <a:srgbClr val="008DBD"/>
    </a:custClr>
    <a:custClr name="GS1 Mist">
      <a:srgbClr val="8DB9CA"/>
    </a:custClr>
    <a:custClr name="GS1 Teal">
      <a:srgbClr val="22BCB9"/>
    </a:custClr>
    <a:custClr name="GS1 Mint">
      <a:srgbClr val="71B790"/>
    </a:custClr>
    <a:custClr name="GS1 Grass">
      <a:srgbClr val="7AC143"/>
    </a:custClr>
    <a:custClr name="GS1 Forest">
      <a:srgbClr val="00B74F"/>
    </a:custClr>
    <a:custClr name="GS1 Olive">
      <a:srgbClr val="9DBB68"/>
    </a:custClr>
    <a:custClr name="GS1 Lime">
      <a:srgbClr val="C1D82F"/>
    </a:custClr>
    <a:custClr name="GS1 Gold">
      <a:srgbClr val="C4B000"/>
    </a:custClr>
    <a:custClr name="GS1 Peach">
      <a:srgbClr val="FBB034"/>
    </a:custClr>
    <a:custClr name="GS1 Tangerine">
      <a:srgbClr val="FF8200"/>
    </a:custClr>
    <a:custClr name="GS1 Honey">
      <a:srgbClr val="B78B20"/>
    </a:custClr>
    <a:custClr name="GS1 Terracotta">
      <a:srgbClr val="D3875F"/>
    </a:custClr>
  </a:custClrLst>
  <a:extLst>
    <a:ext uri="{05A4C25C-085E-4340-85A3-A5531E510DB2}">
      <thm15:themeFamily xmlns:thm15="http://schemas.microsoft.com/office/thememl/2012/main" name="GS1_Template_Corporate_16-9_2024" id="{526C23DF-498C-5A43-A99B-158EA726E894}" vid="{909C8602-2AC9-014A-A959-9AF6ECCF2CDF}"/>
    </a:ext>
  </a:extLst>
</a:theme>
</file>

<file path=ppt/theme/theme2.xml><?xml version="1.0" encoding="utf-8"?>
<a:theme xmlns:a="http://schemas.openxmlformats.org/drawingml/2006/main" name="Content">
  <a:themeElements>
    <a:clrScheme name="GS1 Global Palette">
      <a:dk1>
        <a:srgbClr val="454545"/>
      </a:dk1>
      <a:lt1>
        <a:sysClr val="window" lastClr="FFFFFF"/>
      </a:lt1>
      <a:dk2>
        <a:srgbClr val="002C6C"/>
      </a:dk2>
      <a:lt2>
        <a:srgbClr val="888B8D"/>
      </a:lt2>
      <a:accent1>
        <a:srgbClr val="F26334"/>
      </a:accent1>
      <a:accent2>
        <a:srgbClr val="00B6DE"/>
      </a:accent2>
      <a:accent3>
        <a:srgbClr val="7AC143"/>
      </a:accent3>
      <a:accent4>
        <a:srgbClr val="F05587"/>
      </a:accent4>
      <a:accent5>
        <a:srgbClr val="FBB034"/>
      </a:accent5>
      <a:accent6>
        <a:srgbClr val="BF83B9"/>
      </a:accent6>
      <a:hlink>
        <a:srgbClr val="008DBD"/>
      </a:hlink>
      <a:folHlink>
        <a:srgbClr val="008DBD"/>
      </a:folHlink>
    </a:clrScheme>
    <a:fontScheme name="GS1 Verdana">
      <a:majorFont>
        <a:latin typeface="Verdana"/>
        <a:ea typeface=""/>
        <a:cs typeface=""/>
        <a:font script="Jpan" typeface="ＭＳ Ｐゴシック"/>
        <a:font script="Hang" typeface="돋움"/>
        <a:font script="Hans" typeface="黑体"/>
        <a:font script="Hant" typeface="微軟正黑體"/>
        <a:font script="Arab" typeface="Verdana"/>
        <a:font script="Hebr" typeface="Verdana"/>
        <a:font script="Thai" typeface="Verdana"/>
        <a:font script="Ethi" typeface="Verdana"/>
        <a:font script="Beng" typeface="Verdana"/>
        <a:font script="Gujr" typeface="Verdana"/>
        <a:font script="Khmr" typeface="Verdana"/>
        <a:font script="Knda" typeface="Verdana"/>
        <a:font script="Guru" typeface="Verdana"/>
        <a:font script="Cans" typeface="Verdana"/>
        <a:font script="Cher" typeface="Verdana"/>
        <a:font script="Yiii" typeface="Verdana"/>
        <a:font script="Tibt" typeface="Verdana"/>
        <a:font script="Thaa" typeface="Verdana"/>
        <a:font script="Deva" typeface="Verdana"/>
        <a:font script="Telu" typeface="Verdana"/>
        <a:font script="Taml" typeface="Verdana"/>
        <a:font script="Syrc" typeface="Verdana"/>
        <a:font script="Orya" typeface="Verdana"/>
        <a:font script="Mlym" typeface="Verdana"/>
        <a:font script="Laoo" typeface="Verdana"/>
        <a:font script="Sinh" typeface="Verdana"/>
        <a:font script="Mong" typeface="Verdana"/>
        <a:font script="Viet" typeface="Verdana"/>
        <a:font script="Uigh" typeface="Verdana"/>
      </a:majorFont>
      <a:minorFont>
        <a:latin typeface="Verdana"/>
        <a:ea typeface=""/>
        <a:cs typeface=""/>
        <a:font script="Jpan" typeface="ＭＳ Ｐ明朝"/>
        <a:font script="Hang" typeface="바탕"/>
        <a:font script="Hans" typeface="宋体"/>
        <a:font script="Hant" typeface="新細明體"/>
        <a:font script="Arab" typeface="Verdana"/>
        <a:font script="Hebr" typeface="Verdana"/>
        <a:font script="Thai" typeface="Verdana"/>
        <a:font script="Ethi" typeface="Verdana"/>
        <a:font script="Beng" typeface="Verdana"/>
        <a:font script="Gujr" typeface="Verdana"/>
        <a:font script="Khmr" typeface="Verdana"/>
        <a:font script="Knda" typeface="Verdana"/>
        <a:font script="Guru" typeface="Verdana"/>
        <a:font script="Cans" typeface="Verdana"/>
        <a:font script="Cher" typeface="Verdana"/>
        <a:font script="Yiii" typeface="Verdana"/>
        <a:font script="Tibt" typeface="Verdana"/>
        <a:font script="Thaa" typeface="Verdana"/>
        <a:font script="Deva" typeface="Verdana"/>
        <a:font script="Telu" typeface="Verdana"/>
        <a:font script="Taml" typeface="Verdana"/>
        <a:font script="Syrc" typeface="Verdana"/>
        <a:font script="Orya" typeface="Verdana"/>
        <a:font script="Mlym" typeface="Verdana"/>
        <a:font script="Laoo" typeface="Verdana"/>
        <a:font script="Sinh" typeface="Verdana"/>
        <a:font script="Mong" typeface="Verdana"/>
        <a:font script="Viet" typeface="Verdana"/>
        <a:font script="Uigh" typeface="Verdan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chemeClr val="accent1"/>
        </a:solidFill>
        <a:ln w="25400">
          <a:noFill/>
        </a:ln>
        <a:effectLst/>
      </a:spPr>
      <a:bodyPr rtlCol="0" anchor="ctr"/>
      <a:lstStyle>
        <a:defPPr algn="ctr">
          <a:defRPr/>
        </a:defPPr>
      </a:lstStyle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>
        <a:ln>
          <a:solidFill>
            <a:schemeClr val="tx2"/>
          </a:solidFill>
        </a:ln>
        <a:effectLst/>
      </a:spPr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custClrLst>
    <a:custClr name="GS1 Blue">
      <a:srgbClr val="002C6C"/>
    </a:custClr>
    <a:custClr name="GS1 Orange">
      <a:srgbClr val="F26334"/>
    </a:custClr>
    <a:custClr name="GS1 Dark Gray">
      <a:srgbClr val="454545"/>
    </a:custClr>
    <a:custClr name="GS1 Dark Medium Gray">
      <a:srgbClr val="888B8D"/>
    </a:custClr>
    <a:custClr name="GS1 Light Medium Gray">
      <a:srgbClr val="B1B3B3"/>
    </a:custClr>
    <a:custClr name="GS1 Light Gray">
      <a:srgbClr val="F4F4F4"/>
    </a:custClr>
    <a:custClr name="GS1 Raspberry">
      <a:srgbClr val="F05587"/>
    </a:custClr>
    <a:custClr name="GS1 Purple">
      <a:srgbClr val="BF83B9"/>
    </a:custClr>
    <a:custClr name="GS1 Lavender">
      <a:srgbClr val="AF96D4"/>
    </a:custClr>
    <a:custClr name="GS1 Slate">
      <a:srgbClr val="89AADB"/>
    </a:custClr>
    <a:custClr name="GS1 Sky">
      <a:srgbClr val="00B6DE"/>
    </a:custClr>
    <a:custClr name="GS1 Link">
      <a:srgbClr val="008DBD"/>
    </a:custClr>
    <a:custClr name="GS1 Mist">
      <a:srgbClr val="8DB9CA"/>
    </a:custClr>
    <a:custClr name="GS1 Teal">
      <a:srgbClr val="22BCB9"/>
    </a:custClr>
    <a:custClr name="GS1 Mint">
      <a:srgbClr val="71B790"/>
    </a:custClr>
    <a:custClr name="GS1 Grass">
      <a:srgbClr val="7AC143"/>
    </a:custClr>
    <a:custClr name="GS1 Forest">
      <a:srgbClr val="00B74F"/>
    </a:custClr>
    <a:custClr name="GS1 Olive">
      <a:srgbClr val="9DBB68"/>
    </a:custClr>
    <a:custClr name="GS1 Lime">
      <a:srgbClr val="C1D82F"/>
    </a:custClr>
    <a:custClr name="GS1 Gold">
      <a:srgbClr val="C4B000"/>
    </a:custClr>
    <a:custClr name="GS1 Peach">
      <a:srgbClr val="FBB034"/>
    </a:custClr>
    <a:custClr name="GS1 Tangerine">
      <a:srgbClr val="FF8200"/>
    </a:custClr>
    <a:custClr name="GS1 Honey">
      <a:srgbClr val="B78B20"/>
    </a:custClr>
    <a:custClr name="GS1 Terracotta">
      <a:srgbClr val="D3875F"/>
    </a:custClr>
  </a:custClrLst>
  <a:extLst>
    <a:ext uri="{05A4C25C-085E-4340-85A3-A5531E510DB2}">
      <thm15:themeFamily xmlns:thm15="http://schemas.microsoft.com/office/thememl/2012/main" name="GS1_Template_Corporate_16-9_2024" id="{526C23DF-498C-5A43-A99B-158EA726E894}" vid="{C9C921B6-76FE-DC4D-825F-B9CB29B0774F}"/>
    </a:ext>
  </a:extLst>
</a:theme>
</file>

<file path=ppt/theme/theme3.xml><?xml version="1.0" encoding="utf-8"?>
<a:theme xmlns:a="http://schemas.openxmlformats.org/drawingml/2006/main" name="Content with industry icon">
  <a:themeElements>
    <a:clrScheme name="GS1 Global Palette">
      <a:dk1>
        <a:srgbClr val="454545"/>
      </a:dk1>
      <a:lt1>
        <a:sysClr val="window" lastClr="FFFFFF"/>
      </a:lt1>
      <a:dk2>
        <a:srgbClr val="002C6C"/>
      </a:dk2>
      <a:lt2>
        <a:srgbClr val="888B8D"/>
      </a:lt2>
      <a:accent1>
        <a:srgbClr val="F26334"/>
      </a:accent1>
      <a:accent2>
        <a:srgbClr val="00B6DE"/>
      </a:accent2>
      <a:accent3>
        <a:srgbClr val="7AC143"/>
      </a:accent3>
      <a:accent4>
        <a:srgbClr val="F05587"/>
      </a:accent4>
      <a:accent5>
        <a:srgbClr val="FBB034"/>
      </a:accent5>
      <a:accent6>
        <a:srgbClr val="BF83B9"/>
      </a:accent6>
      <a:hlink>
        <a:srgbClr val="008DBD"/>
      </a:hlink>
      <a:folHlink>
        <a:srgbClr val="008DBD"/>
      </a:folHlink>
    </a:clrScheme>
    <a:fontScheme name="GS1 Verdana">
      <a:majorFont>
        <a:latin typeface="Verdana"/>
        <a:ea typeface=""/>
        <a:cs typeface=""/>
        <a:font script="Jpan" typeface="ＭＳ Ｐゴシック"/>
        <a:font script="Hang" typeface="돋움"/>
        <a:font script="Hans" typeface="黑体"/>
        <a:font script="Hant" typeface="微軟正黑體"/>
        <a:font script="Arab" typeface="Verdana"/>
        <a:font script="Hebr" typeface="Verdana"/>
        <a:font script="Thai" typeface="Verdana"/>
        <a:font script="Ethi" typeface="Verdana"/>
        <a:font script="Beng" typeface="Verdana"/>
        <a:font script="Gujr" typeface="Verdana"/>
        <a:font script="Khmr" typeface="Verdana"/>
        <a:font script="Knda" typeface="Verdana"/>
        <a:font script="Guru" typeface="Verdana"/>
        <a:font script="Cans" typeface="Verdana"/>
        <a:font script="Cher" typeface="Verdana"/>
        <a:font script="Yiii" typeface="Verdana"/>
        <a:font script="Tibt" typeface="Verdana"/>
        <a:font script="Thaa" typeface="Verdana"/>
        <a:font script="Deva" typeface="Verdana"/>
        <a:font script="Telu" typeface="Verdana"/>
        <a:font script="Taml" typeface="Verdana"/>
        <a:font script="Syrc" typeface="Verdana"/>
        <a:font script="Orya" typeface="Verdana"/>
        <a:font script="Mlym" typeface="Verdana"/>
        <a:font script="Laoo" typeface="Verdana"/>
        <a:font script="Sinh" typeface="Verdana"/>
        <a:font script="Mong" typeface="Verdana"/>
        <a:font script="Viet" typeface="Verdana"/>
        <a:font script="Uigh" typeface="Verdana"/>
      </a:majorFont>
      <a:minorFont>
        <a:latin typeface="Verdana"/>
        <a:ea typeface=""/>
        <a:cs typeface=""/>
        <a:font script="Jpan" typeface="ＭＳ Ｐ明朝"/>
        <a:font script="Hang" typeface="바탕"/>
        <a:font script="Hans" typeface="宋体"/>
        <a:font script="Hant" typeface="新細明體"/>
        <a:font script="Arab" typeface="Verdana"/>
        <a:font script="Hebr" typeface="Verdana"/>
        <a:font script="Thai" typeface="Verdana"/>
        <a:font script="Ethi" typeface="Verdana"/>
        <a:font script="Beng" typeface="Verdana"/>
        <a:font script="Gujr" typeface="Verdana"/>
        <a:font script="Khmr" typeface="Verdana"/>
        <a:font script="Knda" typeface="Verdana"/>
        <a:font script="Guru" typeface="Verdana"/>
        <a:font script="Cans" typeface="Verdana"/>
        <a:font script="Cher" typeface="Verdana"/>
        <a:font script="Yiii" typeface="Verdana"/>
        <a:font script="Tibt" typeface="Verdana"/>
        <a:font script="Thaa" typeface="Verdana"/>
        <a:font script="Deva" typeface="Verdana"/>
        <a:font script="Telu" typeface="Verdana"/>
        <a:font script="Taml" typeface="Verdana"/>
        <a:font script="Syrc" typeface="Verdana"/>
        <a:font script="Orya" typeface="Verdana"/>
        <a:font script="Mlym" typeface="Verdana"/>
        <a:font script="Laoo" typeface="Verdana"/>
        <a:font script="Sinh" typeface="Verdana"/>
        <a:font script="Mong" typeface="Verdana"/>
        <a:font script="Viet" typeface="Verdana"/>
        <a:font script="Uigh" typeface="Verdan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chemeClr val="accent1"/>
        </a:solidFill>
        <a:ln w="25400">
          <a:noFill/>
        </a:ln>
        <a:effectLst/>
      </a:spPr>
      <a:bodyPr rtlCol="0" anchor="ctr"/>
      <a:lstStyle>
        <a:defPPr algn="ctr">
          <a:defRPr/>
        </a:defPPr>
      </a:lstStyle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>
        <a:ln>
          <a:solidFill>
            <a:schemeClr val="tx2"/>
          </a:solidFill>
        </a:ln>
        <a:effectLst/>
      </a:spPr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custClrLst>
    <a:custClr name="GS1 Blue">
      <a:srgbClr val="002C6C"/>
    </a:custClr>
    <a:custClr name="GS1 Orange">
      <a:srgbClr val="F26334"/>
    </a:custClr>
    <a:custClr name="GS1 Dark Gray">
      <a:srgbClr val="454545"/>
    </a:custClr>
    <a:custClr name="GS1 Dark Medium Gray">
      <a:srgbClr val="888B8D"/>
    </a:custClr>
    <a:custClr name="GS1 Light Medium Gray">
      <a:srgbClr val="B1B3B3"/>
    </a:custClr>
    <a:custClr name="GS1 Light Gray">
      <a:srgbClr val="F4F4F4"/>
    </a:custClr>
    <a:custClr name="GS1 Raspberry">
      <a:srgbClr val="F05587"/>
    </a:custClr>
    <a:custClr name="GS1 Purple">
      <a:srgbClr val="BF83B9"/>
    </a:custClr>
    <a:custClr name="GS1 Lavender">
      <a:srgbClr val="AF96D4"/>
    </a:custClr>
    <a:custClr name="GS1 Slate">
      <a:srgbClr val="89AADB"/>
    </a:custClr>
    <a:custClr name="GS1 Sky">
      <a:srgbClr val="00B6DE"/>
    </a:custClr>
    <a:custClr name="GS1 Link">
      <a:srgbClr val="008DBD"/>
    </a:custClr>
    <a:custClr name="GS1 Mist">
      <a:srgbClr val="8DB9CA"/>
    </a:custClr>
    <a:custClr name="GS1 Teal">
      <a:srgbClr val="22BCB9"/>
    </a:custClr>
    <a:custClr name="GS1 Mint">
      <a:srgbClr val="71B790"/>
    </a:custClr>
    <a:custClr name="GS1 Grass">
      <a:srgbClr val="7AC143"/>
    </a:custClr>
    <a:custClr name="GS1 Forest">
      <a:srgbClr val="00B74F"/>
    </a:custClr>
    <a:custClr name="GS1 Olive">
      <a:srgbClr val="9DBB68"/>
    </a:custClr>
    <a:custClr name="GS1 Lime">
      <a:srgbClr val="C1D82F"/>
    </a:custClr>
    <a:custClr name="GS1 Gold">
      <a:srgbClr val="C4B000"/>
    </a:custClr>
    <a:custClr name="GS1 Peach">
      <a:srgbClr val="FBB034"/>
    </a:custClr>
    <a:custClr name="GS1 Tangerine">
      <a:srgbClr val="FF8200"/>
    </a:custClr>
    <a:custClr name="GS1 Honey">
      <a:srgbClr val="B78B20"/>
    </a:custClr>
    <a:custClr name="GS1 Terracotta">
      <a:srgbClr val="D3875F"/>
    </a:custClr>
  </a:custClrLst>
  <a:extLst>
    <a:ext uri="{05A4C25C-085E-4340-85A3-A5531E510DB2}">
      <thm15:themeFamily xmlns:thm15="http://schemas.microsoft.com/office/thememl/2012/main" name="GS1_Template_Corporate_16-9_2024" id="{526C23DF-498C-5A43-A99B-158EA726E894}" vid="{C9C921B6-76FE-DC4D-825F-B9CB29B0774F}"/>
    </a:ext>
  </a:extLst>
</a:theme>
</file>

<file path=ppt/theme/theme4.xml><?xml version="1.0" encoding="utf-8"?>
<a:theme xmlns:a="http://schemas.openxmlformats.org/drawingml/2006/main" name="Divider">
  <a:themeElements>
    <a:clrScheme name="GS1 Global Palette">
      <a:dk1>
        <a:srgbClr val="454545"/>
      </a:dk1>
      <a:lt1>
        <a:sysClr val="window" lastClr="FFFFFF"/>
      </a:lt1>
      <a:dk2>
        <a:srgbClr val="002C6C"/>
      </a:dk2>
      <a:lt2>
        <a:srgbClr val="888B8D"/>
      </a:lt2>
      <a:accent1>
        <a:srgbClr val="F26334"/>
      </a:accent1>
      <a:accent2>
        <a:srgbClr val="00B6DE"/>
      </a:accent2>
      <a:accent3>
        <a:srgbClr val="7AC143"/>
      </a:accent3>
      <a:accent4>
        <a:srgbClr val="F05587"/>
      </a:accent4>
      <a:accent5>
        <a:srgbClr val="FBB034"/>
      </a:accent5>
      <a:accent6>
        <a:srgbClr val="BF83B9"/>
      </a:accent6>
      <a:hlink>
        <a:srgbClr val="008DBD"/>
      </a:hlink>
      <a:folHlink>
        <a:srgbClr val="008DBD"/>
      </a:folHlink>
    </a:clrScheme>
    <a:fontScheme name="GS1 Verdana">
      <a:majorFont>
        <a:latin typeface="Verdana"/>
        <a:ea typeface=""/>
        <a:cs typeface=""/>
        <a:font script="Jpan" typeface="ＭＳ Ｐゴシック"/>
        <a:font script="Hang" typeface="돋움"/>
        <a:font script="Hans" typeface="黑体"/>
        <a:font script="Hant" typeface="微軟正黑體"/>
        <a:font script="Arab" typeface="Verdana"/>
        <a:font script="Hebr" typeface="Verdana"/>
        <a:font script="Thai" typeface="Verdana"/>
        <a:font script="Ethi" typeface="Verdana"/>
        <a:font script="Beng" typeface="Verdana"/>
        <a:font script="Gujr" typeface="Verdana"/>
        <a:font script="Khmr" typeface="Verdana"/>
        <a:font script="Knda" typeface="Verdana"/>
        <a:font script="Guru" typeface="Verdana"/>
        <a:font script="Cans" typeface="Verdana"/>
        <a:font script="Cher" typeface="Verdana"/>
        <a:font script="Yiii" typeface="Verdana"/>
        <a:font script="Tibt" typeface="Verdana"/>
        <a:font script="Thaa" typeface="Verdana"/>
        <a:font script="Deva" typeface="Verdana"/>
        <a:font script="Telu" typeface="Verdana"/>
        <a:font script="Taml" typeface="Verdana"/>
        <a:font script="Syrc" typeface="Verdana"/>
        <a:font script="Orya" typeface="Verdana"/>
        <a:font script="Mlym" typeface="Verdana"/>
        <a:font script="Laoo" typeface="Verdana"/>
        <a:font script="Sinh" typeface="Verdana"/>
        <a:font script="Mong" typeface="Verdana"/>
        <a:font script="Viet" typeface="Verdana"/>
        <a:font script="Uigh" typeface="Verdana"/>
      </a:majorFont>
      <a:minorFont>
        <a:latin typeface="Verdana"/>
        <a:ea typeface=""/>
        <a:cs typeface=""/>
        <a:font script="Jpan" typeface="ＭＳ Ｐ明朝"/>
        <a:font script="Hang" typeface="바탕"/>
        <a:font script="Hans" typeface="宋体"/>
        <a:font script="Hant" typeface="新細明體"/>
        <a:font script="Arab" typeface="Verdana"/>
        <a:font script="Hebr" typeface="Verdana"/>
        <a:font script="Thai" typeface="Verdana"/>
        <a:font script="Ethi" typeface="Verdana"/>
        <a:font script="Beng" typeface="Verdana"/>
        <a:font script="Gujr" typeface="Verdana"/>
        <a:font script="Khmr" typeface="Verdana"/>
        <a:font script="Knda" typeface="Verdana"/>
        <a:font script="Guru" typeface="Verdana"/>
        <a:font script="Cans" typeface="Verdana"/>
        <a:font script="Cher" typeface="Verdana"/>
        <a:font script="Yiii" typeface="Verdana"/>
        <a:font script="Tibt" typeface="Verdana"/>
        <a:font script="Thaa" typeface="Verdana"/>
        <a:font script="Deva" typeface="Verdana"/>
        <a:font script="Telu" typeface="Verdana"/>
        <a:font script="Taml" typeface="Verdana"/>
        <a:font script="Syrc" typeface="Verdana"/>
        <a:font script="Orya" typeface="Verdana"/>
        <a:font script="Mlym" typeface="Verdana"/>
        <a:font script="Laoo" typeface="Verdana"/>
        <a:font script="Sinh" typeface="Verdana"/>
        <a:font script="Mong" typeface="Verdana"/>
        <a:font script="Viet" typeface="Verdana"/>
        <a:font script="Uigh" typeface="Verdan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rgbClr val="F26334"/>
        </a:solidFill>
        <a:ln w="25400" cap="flat" cmpd="sng" algn="ctr">
          <a:noFill/>
          <a:prstDash val="solid"/>
        </a:ln>
        <a:effectLst/>
      </a:spPr>
      <a:bodyPr rtlCol="0" anchor="ctr"/>
      <a:lstStyle>
        <a:defPPr marL="0" marR="0" indent="0" algn="ctr" defTabSz="914400" eaLnBrk="1" fontAlgn="auto" latinLnBrk="0" hangingPunct="1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kern="0" cap="none" spc="0" normalizeH="0" baseline="0" noProof="0">
            <a:ln>
              <a:noFill/>
            </a:ln>
            <a:solidFill>
              <a:sysClr val="window" lastClr="FFFFFF"/>
            </a:solidFill>
            <a:effectLst/>
            <a:uLnTx/>
            <a:uFillTx/>
            <a:latin typeface="Verdana"/>
            <a:ea typeface="+mn-ea"/>
            <a:cs typeface="+mn-cs"/>
          </a:defRPr>
        </a:defPPr>
      </a:lst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custClrLst>
    <a:custClr name="GS1 Blue">
      <a:srgbClr val="002C6C"/>
    </a:custClr>
    <a:custClr name="GS1 Orange">
      <a:srgbClr val="F26334"/>
    </a:custClr>
    <a:custClr name="GS1 Dark Gray">
      <a:srgbClr val="454545"/>
    </a:custClr>
    <a:custClr name="GS1 Dark Medium Gray">
      <a:srgbClr val="888B8D"/>
    </a:custClr>
    <a:custClr name="GS1 Light Medium Gray">
      <a:srgbClr val="B1B3B3"/>
    </a:custClr>
    <a:custClr name="GS1 Light Gray">
      <a:srgbClr val="F4F4F4"/>
    </a:custClr>
    <a:custClr name="GS1 Raspberry">
      <a:srgbClr val="F05587"/>
    </a:custClr>
    <a:custClr name="GS1 Purple">
      <a:srgbClr val="BF83B9"/>
    </a:custClr>
    <a:custClr name="GS1 Lavender">
      <a:srgbClr val="AF96D4"/>
    </a:custClr>
    <a:custClr name="GS1 Slate">
      <a:srgbClr val="89AADB"/>
    </a:custClr>
    <a:custClr name="GS1 Sky">
      <a:srgbClr val="00B6DE"/>
    </a:custClr>
    <a:custClr name="GS1 Link">
      <a:srgbClr val="008DBD"/>
    </a:custClr>
    <a:custClr name="GS1 Mist">
      <a:srgbClr val="8DB9CA"/>
    </a:custClr>
    <a:custClr name="GS1 Teal">
      <a:srgbClr val="22BCB9"/>
    </a:custClr>
    <a:custClr name="GS1 Mint">
      <a:srgbClr val="71B790"/>
    </a:custClr>
    <a:custClr name="GS1 Grass">
      <a:srgbClr val="7AC143"/>
    </a:custClr>
    <a:custClr name="GS1 Forest">
      <a:srgbClr val="00B74F"/>
    </a:custClr>
    <a:custClr name="GS1 Olive">
      <a:srgbClr val="9DBB68"/>
    </a:custClr>
    <a:custClr name="GS1 Lime">
      <a:srgbClr val="C1D82F"/>
    </a:custClr>
    <a:custClr name="GS1 Gold">
      <a:srgbClr val="C4B000"/>
    </a:custClr>
    <a:custClr name="GS1 Peach">
      <a:srgbClr val="FBB034"/>
    </a:custClr>
    <a:custClr name="GS1 Tangerine">
      <a:srgbClr val="FF8200"/>
    </a:custClr>
    <a:custClr name="GS1 Honey">
      <a:srgbClr val="B78B20"/>
    </a:custClr>
    <a:custClr name="GS1 Terracotta">
      <a:srgbClr val="D3875F"/>
    </a:custClr>
  </a:custClrLst>
  <a:extLst>
    <a:ext uri="{05A4C25C-085E-4340-85A3-A5531E510DB2}">
      <thm15:themeFamily xmlns:thm15="http://schemas.microsoft.com/office/thememl/2012/main" name="GS1_Template_Corporate_16-9_2024" id="{526C23DF-498C-5A43-A99B-158EA726E894}" vid="{16021565-DBF2-544D-B165-D3FF66A74B9E}"/>
    </a:ext>
  </a:extLst>
</a:theme>
</file>

<file path=ppt/theme/theme5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Yu Gothic Light"/>
        <a:font script="Hang" typeface="맑은 고딕"/>
        <a:font script="Hans" typeface="DengXian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Yu Gothic"/>
        <a:font script="Hang" typeface="맑은 고딕"/>
        <a:font script="Hans" typeface="DengXian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6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TaxCatchAll xmlns="16b5a33f-7201-4623-b065-580db6520563" xsi:nil="true"/>
    <lcf76f155ced4ddcb4097134ff3c332f xmlns="5c859f89-ca59-4e2f-9cf1-a6509c7af41c">
      <Terms xmlns="http://schemas.microsoft.com/office/infopath/2007/PartnerControls"/>
    </lcf76f155ced4ddcb4097134ff3c332f>
  </documentManagement>
</p:properties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EC15573F00D80F488ED2042E80095A40" ma:contentTypeVersion="18" ma:contentTypeDescription="Create a new document." ma:contentTypeScope="" ma:versionID="d5d6d3825dbfd13a05922e3273f3cf5b">
  <xsd:schema xmlns:xsd="http://www.w3.org/2001/XMLSchema" xmlns:xs="http://www.w3.org/2001/XMLSchema" xmlns:p="http://schemas.microsoft.com/office/2006/metadata/properties" xmlns:ns2="5c859f89-ca59-4e2f-9cf1-a6509c7af41c" xmlns:ns3="16b5a33f-7201-4623-b065-580db6520563" targetNamespace="http://schemas.microsoft.com/office/2006/metadata/properties" ma:root="true" ma:fieldsID="d49fd0b3afe8427c76cb2456afd3070b" ns2:_="" ns3:_="">
    <xsd:import namespace="5c859f89-ca59-4e2f-9cf1-a6509c7af41c"/>
    <xsd:import namespace="16b5a33f-7201-4623-b065-580db6520563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AutoKeyPoints" minOccurs="0"/>
                <xsd:element ref="ns2:MediaServiceKeyPoints" minOccurs="0"/>
                <xsd:element ref="ns2:MediaServiceDateTaken" minOccurs="0"/>
                <xsd:element ref="ns2:MediaLengthInSeconds" minOccurs="0"/>
                <xsd:element ref="ns2:lcf76f155ced4ddcb4097134ff3c332f" minOccurs="0"/>
                <xsd:element ref="ns3:TaxCatchAll" minOccurs="0"/>
                <xsd:element ref="ns2:MediaServiceOCR" minOccurs="0"/>
                <xsd:element ref="ns2:MediaServiceGenerationTime" minOccurs="0"/>
                <xsd:element ref="ns2:MediaServiceEventHashCode" minOccurs="0"/>
                <xsd:element ref="ns2:MediaServiceLocation" minOccurs="0"/>
                <xsd:element ref="ns3:SharedWithUsers" minOccurs="0"/>
                <xsd:element ref="ns3:SharedWithDetails" minOccurs="0"/>
                <xsd:element ref="ns2:MediaServiceObjectDetectorVersions" minOccurs="0"/>
                <xsd:element ref="ns2:MediaServiceSearchProperties" minOccurs="0"/>
                <xsd:element ref="ns2:MediaServiceBillingMetadata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5c859f89-ca59-4e2f-9cf1-a6509c7af41c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AutoKeyPoints" ma:index="10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1" nillable="true" ma:displayName="KeyPoints" ma:internalName="MediaServiceKeyPoints" ma:readOnly="true">
      <xsd:simpleType>
        <xsd:restriction base="dms:Note">
          <xsd:maxLength value="255"/>
        </xsd:restriction>
      </xsd:simpleType>
    </xsd:element>
    <xsd:element name="MediaServiceDateTaken" ma:index="12" nillable="true" ma:displayName="MediaServiceDateTaken" ma:hidden="true" ma:internalName="MediaServiceDateTaken" ma:readOnly="true">
      <xsd:simpleType>
        <xsd:restriction base="dms:Text"/>
      </xsd:simpleType>
    </xsd:element>
    <xsd:element name="MediaLengthInSeconds" ma:index="13" nillable="true" ma:displayName="MediaLengthInSeconds" ma:hidden="true" ma:internalName="MediaLengthInSeconds" ma:readOnly="true">
      <xsd:simpleType>
        <xsd:restriction base="dms:Unknown"/>
      </xsd:simpleType>
    </xsd:element>
    <xsd:element name="lcf76f155ced4ddcb4097134ff3c332f" ma:index="15" nillable="true" ma:taxonomy="true" ma:internalName="lcf76f155ced4ddcb4097134ff3c332f" ma:taxonomyFieldName="MediaServiceImageTags" ma:displayName="Image Tags" ma:readOnly="false" ma:fieldId="{5cf76f15-5ced-4ddc-b409-7134ff3c332f}" ma:taxonomyMulti="true" ma:sspId="59197d0b-b0b6-45fd-95d4-46b0899f80e0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OCR" ma:index="17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GenerationTime" ma:index="18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9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Location" ma:index="20" nillable="true" ma:displayName="Location" ma:internalName="MediaServiceLocation" ma:readOnly="true">
      <xsd:simpleType>
        <xsd:restriction base="dms:Text"/>
      </xsd:simpleType>
    </xsd:element>
    <xsd:element name="MediaServiceObjectDetectorVersions" ma:index="23" nillable="true" ma:displayName="MediaServiceObjectDetectorVersions" ma:description="" ma:hidden="true" ma:indexed="true" ma:internalName="MediaServiceObjectDetectorVersions" ma:readOnly="true">
      <xsd:simpleType>
        <xsd:restriction base="dms:Text"/>
      </xsd:simpleType>
    </xsd:element>
    <xsd:element name="MediaServiceSearchProperties" ma:index="24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BillingMetadata" ma:index="25" nillable="true" ma:displayName="MediaServiceBillingMetadata" ma:hidden="true" ma:internalName="MediaServiceBillingMetadata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16b5a33f-7201-4623-b065-580db6520563" elementFormDefault="qualified">
    <xsd:import namespace="http://schemas.microsoft.com/office/2006/documentManagement/types"/>
    <xsd:import namespace="http://schemas.microsoft.com/office/infopath/2007/PartnerControls"/>
    <xsd:element name="TaxCatchAll" ma:index="16" nillable="true" ma:displayName="Taxonomy Catch All Column" ma:hidden="true" ma:list="{92c34385-794b-48d5-b194-cc770159edc0}" ma:internalName="TaxCatchAll" ma:showField="CatchAllData" ma:web="16b5a33f-7201-4623-b065-580db6520563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  <xsd:element name="SharedWithUsers" ma:index="21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22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E9DB116A-52D6-4330-A18E-D40A489D95FB}">
  <ds:schemaRefs>
    <ds:schemaRef ds:uri="http://purl.org/dc/dcmitype/"/>
    <ds:schemaRef ds:uri="http://schemas.microsoft.com/office/infopath/2007/PartnerControls"/>
    <ds:schemaRef ds:uri="http://purl.org/dc/elements/1.1/"/>
    <ds:schemaRef ds:uri="http://www.w3.org/XML/1998/namespace"/>
    <ds:schemaRef ds:uri="http://schemas.openxmlformats.org/package/2006/metadata/core-properties"/>
    <ds:schemaRef ds:uri="http://schemas.microsoft.com/office/2006/documentManagement/types"/>
    <ds:schemaRef ds:uri="http://schemas.microsoft.com/office/2006/metadata/properties"/>
    <ds:schemaRef ds:uri="16b5a33f-7201-4623-b065-580db6520563"/>
    <ds:schemaRef ds:uri="5c859f89-ca59-4e2f-9cf1-a6509c7af41c"/>
    <ds:schemaRef ds:uri="http://purl.org/dc/terms/"/>
  </ds:schemaRefs>
</ds:datastoreItem>
</file>

<file path=customXml/itemProps2.xml><?xml version="1.0" encoding="utf-8"?>
<ds:datastoreItem xmlns:ds="http://schemas.openxmlformats.org/officeDocument/2006/customXml" ds:itemID="{F58DE597-8868-4D49-AEBC-FDFFB05912AF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37424592-AF0A-4A0A-864D-70CE95D8DC21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5c859f89-ca59-4e2f-9cf1-a6509c7af41c"/>
    <ds:schemaRef ds:uri="16b5a33f-7201-4623-b065-580db6520563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Title</Template>
  <TotalTime>3803</TotalTime>
  <Words>810</Words>
  <Application>Microsoft Macintosh PowerPoint</Application>
  <PresentationFormat>On-screen Show (16:9)</PresentationFormat>
  <Paragraphs>98</Paragraphs>
  <Slides>13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4</vt:i4>
      </vt:variant>
      <vt:variant>
        <vt:lpstr>Slide Titles</vt:lpstr>
      </vt:variant>
      <vt:variant>
        <vt:i4>13</vt:i4>
      </vt:variant>
    </vt:vector>
  </HeadingPairs>
  <TitlesOfParts>
    <vt:vector size="24" baseType="lpstr">
      <vt:lpstr>ＭＳ Ｐゴシック</vt:lpstr>
      <vt:lpstr>Aptos</vt:lpstr>
      <vt:lpstr>Arial</vt:lpstr>
      <vt:lpstr>Calibri</vt:lpstr>
      <vt:lpstr>Lucida Grande</vt:lpstr>
      <vt:lpstr>Times New Roman</vt:lpstr>
      <vt:lpstr>Verdana</vt:lpstr>
      <vt:lpstr>Title</vt:lpstr>
      <vt:lpstr>Content</vt:lpstr>
      <vt:lpstr>Content with industry icon</vt:lpstr>
      <vt:lpstr>Divider</vt:lpstr>
      <vt:lpstr>Title can be any bright brand colour</vt:lpstr>
      <vt:lpstr>Photo right side</vt:lpstr>
      <vt:lpstr>Photo right side</vt:lpstr>
      <vt:lpstr>Photo left side</vt:lpstr>
      <vt:lpstr>Topic divider or quote can be any bright brand colour </vt:lpstr>
      <vt:lpstr>Photo right side</vt:lpstr>
      <vt:lpstr>PowerPoint Presentation</vt:lpstr>
      <vt:lpstr>Photo right side</vt:lpstr>
      <vt:lpstr>Photo left side</vt:lpstr>
      <vt:lpstr>Speaker Name</vt:lpstr>
      <vt:lpstr>Q&amp;A</vt:lpstr>
      <vt:lpstr>Thank you!</vt:lpstr>
      <vt:lpstr>GS1 Competition Law Caution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>GS1</dc:creator>
  <cp:keywords/>
  <dc:description/>
  <cp:lastModifiedBy>GS1</cp:lastModifiedBy>
  <cp:revision>33</cp:revision>
  <dcterms:created xsi:type="dcterms:W3CDTF">2024-10-01T15:06:52Z</dcterms:created>
  <dcterms:modified xsi:type="dcterms:W3CDTF">2025-12-16T15:16:36Z</dcterms:modified>
  <cp:category>Corporate Template</cp:category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Version">
    <vt:lpwstr>15</vt:lpwstr>
  </property>
  <property fmtid="{D5CDD505-2E9C-101B-9397-08002B2CF9AE}" pid="3" name="Date completed">
    <vt:lpwstr>12/16/25</vt:lpwstr>
  </property>
  <property fmtid="{D5CDD505-2E9C-101B-9397-08002B2CF9AE}" pid="4" name="MediaServiceImageTags">
    <vt:lpwstr/>
  </property>
  <property fmtid="{D5CDD505-2E9C-101B-9397-08002B2CF9AE}" pid="5" name="ContentTypeId">
    <vt:lpwstr>0x010100EC15573F00D80F488ED2042E80095A40</vt:lpwstr>
  </property>
</Properties>
</file>